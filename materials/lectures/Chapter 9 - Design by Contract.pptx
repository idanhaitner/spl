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541" r:id="rId2"/>
    <p:sldId id="816" r:id="rId3"/>
    <p:sldId id="867" r:id="rId4"/>
    <p:sldId id="868" r:id="rId5"/>
    <p:sldId id="869" r:id="rId6"/>
    <p:sldId id="870" r:id="rId7"/>
    <p:sldId id="87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A4C27C-3F27-4252-9A26-EFF2EAFE8BD8}" v="1561" dt="2025-12-06T19:12:01.0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30" autoAdjust="0"/>
    <p:restoredTop sz="94962" autoAdjust="0"/>
  </p:normalViewPr>
  <p:slideViewPr>
    <p:cSldViewPr>
      <p:cViewPr varScale="1">
        <p:scale>
          <a:sx n="87" d="100"/>
          <a:sy n="87" d="100"/>
        </p:scale>
        <p:origin x="30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320"/>
    </p:cViewPr>
  </p:sorterViewPr>
  <p:notesViewPr>
    <p:cSldViewPr>
      <p:cViewPr varScale="1">
        <p:scale>
          <a:sx n="65" d="100"/>
          <a:sy n="65" d="100"/>
        </p:scale>
        <p:origin x="4052" y="64"/>
      </p:cViewPr>
      <p:guideLst/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 R." userId="03e9e69c0e8a7741" providerId="LiveId" clId="{012321CB-D30F-40A1-894C-E46D43B30E68}"/>
    <pc:docChg chg="undo redo custSel addSld delSld modSld sldOrd">
      <pc:chgData name="Tal R." userId="03e9e69c0e8a7741" providerId="LiveId" clId="{012321CB-D30F-40A1-894C-E46D43B30E68}" dt="2025-12-06T19:46:59.284" v="6848" actId="20577"/>
      <pc:docMkLst>
        <pc:docMk/>
      </pc:docMkLst>
      <pc:sldChg chg="del">
        <pc:chgData name="Tal R." userId="03e9e69c0e8a7741" providerId="LiveId" clId="{012321CB-D30F-40A1-894C-E46D43B30E68}" dt="2025-12-06T18:39:56.701" v="5287" actId="47"/>
        <pc:sldMkLst>
          <pc:docMk/>
          <pc:sldMk cId="3727252284" sldId="539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1024392022" sldId="540"/>
        </pc:sldMkLst>
      </pc:sldChg>
      <pc:sldChg chg="modSp mod">
        <pc:chgData name="Tal R." userId="03e9e69c0e8a7741" providerId="LiveId" clId="{012321CB-D30F-40A1-894C-E46D43B30E68}" dt="2025-12-06T19:46:59.284" v="6848" actId="20577"/>
        <pc:sldMkLst>
          <pc:docMk/>
          <pc:sldMk cId="467981463" sldId="541"/>
        </pc:sldMkLst>
        <pc:spChg chg="mod">
          <ac:chgData name="Tal R." userId="03e9e69c0e8a7741" providerId="LiveId" clId="{012321CB-D30F-40A1-894C-E46D43B30E68}" dt="2025-12-06T19:46:11.567" v="6787" actId="20577"/>
          <ac:spMkLst>
            <pc:docMk/>
            <pc:sldMk cId="467981463" sldId="541"/>
            <ac:spMk id="2" creationId="{63C98D00-06F6-E602-6C47-76C2BA233264}"/>
          </ac:spMkLst>
        </pc:spChg>
        <pc:spChg chg="mod">
          <ac:chgData name="Tal R." userId="03e9e69c0e8a7741" providerId="LiveId" clId="{012321CB-D30F-40A1-894C-E46D43B30E68}" dt="2025-12-06T19:46:59.284" v="6848" actId="20577"/>
          <ac:spMkLst>
            <pc:docMk/>
            <pc:sldMk cId="467981463" sldId="541"/>
            <ac:spMk id="4" creationId="{441CB35B-095F-4677-0CAC-099D1BC04859}"/>
          </ac:spMkLst>
        </pc:spChg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1827659731" sldId="543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876024148" sldId="561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2706528343" sldId="570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1577383577" sldId="724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3717823464" sldId="727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2930621196" sldId="728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3595407186" sldId="729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96223753" sldId="730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3846549140" sldId="731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16246413" sldId="733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4140298729" sldId="734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2055108096" sldId="735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3685277025" sldId="736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143951852" sldId="737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1988180594" sldId="738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1745528837" sldId="739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4078757902" sldId="815"/>
        </pc:sldMkLst>
      </pc:sldChg>
      <pc:sldChg chg="addSp delSp modSp mod delAnim modAnim">
        <pc:chgData name="Tal R." userId="03e9e69c0e8a7741" providerId="LiveId" clId="{012321CB-D30F-40A1-894C-E46D43B30E68}" dt="2025-12-06T18:24:28.666" v="4672" actId="20577"/>
        <pc:sldMkLst>
          <pc:docMk/>
          <pc:sldMk cId="225474920" sldId="816"/>
        </pc:sldMkLst>
        <pc:spChg chg="mod">
          <ac:chgData name="Tal R." userId="03e9e69c0e8a7741" providerId="LiveId" clId="{012321CB-D30F-40A1-894C-E46D43B30E68}" dt="2025-12-06T18:24:28.666" v="4672" actId="20577"/>
          <ac:spMkLst>
            <pc:docMk/>
            <pc:sldMk cId="225474920" sldId="816"/>
            <ac:spMk id="2" creationId="{7A8D766D-E294-A129-1705-3671D8954BF8}"/>
          </ac:spMkLst>
        </pc:spChg>
        <pc:spChg chg="mod">
          <ac:chgData name="Tal R." userId="03e9e69c0e8a7741" providerId="LiveId" clId="{012321CB-D30F-40A1-894C-E46D43B30E68}" dt="2025-12-06T17:35:19.059" v="4640" actId="6549"/>
          <ac:spMkLst>
            <pc:docMk/>
            <pc:sldMk cId="225474920" sldId="816"/>
            <ac:spMk id="3" creationId="{4A55E0EB-BFD7-C9A1-8CAE-8C054552E128}"/>
          </ac:spMkLst>
        </pc:spChg>
        <pc:spChg chg="add del mod">
          <ac:chgData name="Tal R." userId="03e9e69c0e8a7741" providerId="LiveId" clId="{012321CB-D30F-40A1-894C-E46D43B30E68}" dt="2025-12-06T17:25:24.573" v="4395" actId="478"/>
          <ac:spMkLst>
            <pc:docMk/>
            <pc:sldMk cId="225474920" sldId="816"/>
            <ac:spMk id="4" creationId="{50929A0C-6E20-B67D-8E52-4F8B591C2371}"/>
          </ac:spMkLst>
        </pc:spChg>
        <pc:picChg chg="del">
          <ac:chgData name="Tal R." userId="03e9e69c0e8a7741" providerId="LiveId" clId="{012321CB-D30F-40A1-894C-E46D43B30E68}" dt="2025-12-06T17:09:14.090" v="4341" actId="478"/>
          <ac:picMkLst>
            <pc:docMk/>
            <pc:sldMk cId="225474920" sldId="816"/>
            <ac:picMk id="7" creationId="{5DBC74B3-5BD7-BACB-C92D-20BD3CA46305}"/>
          </ac:picMkLst>
        </pc:picChg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1154100375" sldId="817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1623411957" sldId="818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3230130726" sldId="819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885881098" sldId="820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2822419322" sldId="821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3877003033" sldId="825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3800707739" sldId="826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3102186218" sldId="827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2502921462" sldId="829"/>
        </pc:sldMkLst>
      </pc:sldChg>
      <pc:sldChg chg="modSp del mod addAnim delAnim modAnim">
        <pc:chgData name="Tal R." userId="03e9e69c0e8a7741" providerId="LiveId" clId="{012321CB-D30F-40A1-894C-E46D43B30E68}" dt="2025-12-06T18:39:56.701" v="5287" actId="47"/>
        <pc:sldMkLst>
          <pc:docMk/>
          <pc:sldMk cId="3812926840" sldId="831"/>
        </pc:sldMkLst>
      </pc:sldChg>
      <pc:sldChg chg="modSp del mod">
        <pc:chgData name="Tal R." userId="03e9e69c0e8a7741" providerId="LiveId" clId="{012321CB-D30F-40A1-894C-E46D43B30E68}" dt="2025-12-06T18:39:56.701" v="5287" actId="47"/>
        <pc:sldMkLst>
          <pc:docMk/>
          <pc:sldMk cId="2147494752" sldId="833"/>
        </pc:sldMkLst>
      </pc:sldChg>
      <pc:sldChg chg="modSp add del mod addAnim delAnim modAnim">
        <pc:chgData name="Tal R." userId="03e9e69c0e8a7741" providerId="LiveId" clId="{012321CB-D30F-40A1-894C-E46D43B30E68}" dt="2025-12-06T18:39:56.701" v="5287" actId="47"/>
        <pc:sldMkLst>
          <pc:docMk/>
          <pc:sldMk cId="2246804262" sldId="834"/>
        </pc:sldMkLst>
      </pc:sldChg>
      <pc:sldChg chg="addSp modSp del mod">
        <pc:chgData name="Tal R." userId="03e9e69c0e8a7741" providerId="LiveId" clId="{012321CB-D30F-40A1-894C-E46D43B30E68}" dt="2025-12-06T18:39:56.701" v="5287" actId="47"/>
        <pc:sldMkLst>
          <pc:docMk/>
          <pc:sldMk cId="2359936692" sldId="835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2992858843" sldId="836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614636186" sldId="837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935842852" sldId="839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3891346287" sldId="840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3317606867" sldId="841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1721801930" sldId="842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3169142222" sldId="843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2846141200" sldId="845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2044522184" sldId="847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3972704832" sldId="848"/>
        </pc:sldMkLst>
      </pc:sldChg>
      <pc:sldChg chg="modSp del modAnim">
        <pc:chgData name="Tal R." userId="03e9e69c0e8a7741" providerId="LiveId" clId="{012321CB-D30F-40A1-894C-E46D43B30E68}" dt="2025-12-06T18:39:56.701" v="5287" actId="47"/>
        <pc:sldMkLst>
          <pc:docMk/>
          <pc:sldMk cId="3955617575" sldId="849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4135423698" sldId="850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2295127306" sldId="851"/>
        </pc:sldMkLst>
      </pc:sldChg>
      <pc:sldChg chg="addSp delSp modSp del modTransition">
        <pc:chgData name="Tal R." userId="03e9e69c0e8a7741" providerId="LiveId" clId="{012321CB-D30F-40A1-894C-E46D43B30E68}" dt="2025-12-06T18:39:56.701" v="5287" actId="47"/>
        <pc:sldMkLst>
          <pc:docMk/>
          <pc:sldMk cId="1516514046" sldId="853"/>
        </pc:sldMkLst>
      </pc:sldChg>
      <pc:sldChg chg="modSp del mod modAnim">
        <pc:chgData name="Tal R." userId="03e9e69c0e8a7741" providerId="LiveId" clId="{012321CB-D30F-40A1-894C-E46D43B30E68}" dt="2025-12-06T18:39:56.701" v="5287" actId="47"/>
        <pc:sldMkLst>
          <pc:docMk/>
          <pc:sldMk cId="2367445844" sldId="854"/>
        </pc:sldMkLst>
      </pc:sldChg>
      <pc:sldChg chg="modSp del modAnim">
        <pc:chgData name="Tal R." userId="03e9e69c0e8a7741" providerId="LiveId" clId="{012321CB-D30F-40A1-894C-E46D43B30E68}" dt="2025-12-06T18:39:56.701" v="5287" actId="47"/>
        <pc:sldMkLst>
          <pc:docMk/>
          <pc:sldMk cId="2047345959" sldId="855"/>
        </pc:sldMkLst>
      </pc:sldChg>
      <pc:sldChg chg="modSp del mod modTransition modAnim">
        <pc:chgData name="Tal R." userId="03e9e69c0e8a7741" providerId="LiveId" clId="{012321CB-D30F-40A1-894C-E46D43B30E68}" dt="2025-12-06T18:39:56.701" v="5287" actId="47"/>
        <pc:sldMkLst>
          <pc:docMk/>
          <pc:sldMk cId="157788398" sldId="856"/>
        </pc:sldMkLst>
      </pc:sldChg>
      <pc:sldChg chg="del">
        <pc:chgData name="Tal R." userId="03e9e69c0e8a7741" providerId="LiveId" clId="{012321CB-D30F-40A1-894C-E46D43B30E68}" dt="2025-12-06T18:39:56.701" v="5287" actId="47"/>
        <pc:sldMkLst>
          <pc:docMk/>
          <pc:sldMk cId="275338275" sldId="857"/>
        </pc:sldMkLst>
      </pc:sldChg>
      <pc:sldChg chg="modSp del">
        <pc:chgData name="Tal R." userId="03e9e69c0e8a7741" providerId="LiveId" clId="{012321CB-D30F-40A1-894C-E46D43B30E68}" dt="2025-12-06T18:39:56.701" v="5287" actId="47"/>
        <pc:sldMkLst>
          <pc:docMk/>
          <pc:sldMk cId="747940203" sldId="858"/>
        </pc:sldMkLst>
      </pc:sldChg>
      <pc:sldChg chg="modSp del mod modAnim">
        <pc:chgData name="Tal R." userId="03e9e69c0e8a7741" providerId="LiveId" clId="{012321CB-D30F-40A1-894C-E46D43B30E68}" dt="2025-12-06T18:39:56.701" v="5287" actId="47"/>
        <pc:sldMkLst>
          <pc:docMk/>
          <pc:sldMk cId="3892633436" sldId="859"/>
        </pc:sldMkLst>
      </pc:sldChg>
      <pc:sldChg chg="modSp add del mod modAnim">
        <pc:chgData name="Tal R." userId="03e9e69c0e8a7741" providerId="LiveId" clId="{012321CB-D30F-40A1-894C-E46D43B30E68}" dt="2025-12-06T18:39:56.701" v="5287" actId="47"/>
        <pc:sldMkLst>
          <pc:docMk/>
          <pc:sldMk cId="1594004548" sldId="860"/>
        </pc:sldMkLst>
      </pc:sldChg>
      <pc:sldChg chg="modSp add del mod modAnim">
        <pc:chgData name="Tal R." userId="03e9e69c0e8a7741" providerId="LiveId" clId="{012321CB-D30F-40A1-894C-E46D43B30E68}" dt="2025-12-06T18:39:56.701" v="5287" actId="47"/>
        <pc:sldMkLst>
          <pc:docMk/>
          <pc:sldMk cId="3459297738" sldId="861"/>
        </pc:sldMkLst>
      </pc:sldChg>
      <pc:sldChg chg="modSp add del mod addAnim delAnim modAnim">
        <pc:chgData name="Tal R." userId="03e9e69c0e8a7741" providerId="LiveId" clId="{012321CB-D30F-40A1-894C-E46D43B30E68}" dt="2025-12-06T18:39:56.701" v="5287" actId="47"/>
        <pc:sldMkLst>
          <pc:docMk/>
          <pc:sldMk cId="1148612194" sldId="862"/>
        </pc:sldMkLst>
      </pc:sldChg>
      <pc:sldChg chg="addSp modSp add del mod modAnim">
        <pc:chgData name="Tal R." userId="03e9e69c0e8a7741" providerId="LiveId" clId="{012321CB-D30F-40A1-894C-E46D43B30E68}" dt="2025-12-06T18:39:56.701" v="5287" actId="47"/>
        <pc:sldMkLst>
          <pc:docMk/>
          <pc:sldMk cId="527717372" sldId="863"/>
        </pc:sldMkLst>
      </pc:sldChg>
      <pc:sldChg chg="addSp modSp add del mod modTransition">
        <pc:chgData name="Tal R." userId="03e9e69c0e8a7741" providerId="LiveId" clId="{012321CB-D30F-40A1-894C-E46D43B30E68}" dt="2025-12-06T18:39:56.701" v="5287" actId="47"/>
        <pc:sldMkLst>
          <pc:docMk/>
          <pc:sldMk cId="2581298832" sldId="864"/>
        </pc:sldMkLst>
      </pc:sldChg>
      <pc:sldChg chg="modSp add del mod addAnim delAnim modAnim">
        <pc:chgData name="Tal R." userId="03e9e69c0e8a7741" providerId="LiveId" clId="{012321CB-D30F-40A1-894C-E46D43B30E68}" dt="2025-12-06T18:39:56.701" v="5287" actId="47"/>
        <pc:sldMkLst>
          <pc:docMk/>
          <pc:sldMk cId="2425126368" sldId="865"/>
        </pc:sldMkLst>
      </pc:sldChg>
      <pc:sldChg chg="modSp add del mod ord addAnim delAnim modAnim">
        <pc:chgData name="Tal R." userId="03e9e69c0e8a7741" providerId="LiveId" clId="{012321CB-D30F-40A1-894C-E46D43B30E68}" dt="2025-12-06T18:39:56.701" v="5287" actId="47"/>
        <pc:sldMkLst>
          <pc:docMk/>
          <pc:sldMk cId="4090710297" sldId="866"/>
        </pc:sldMkLst>
      </pc:sldChg>
      <pc:sldChg chg="modSp add mod modAnim">
        <pc:chgData name="Tal R." userId="03e9e69c0e8a7741" providerId="LiveId" clId="{012321CB-D30F-40A1-894C-E46D43B30E68}" dt="2025-12-06T18:45:41.915" v="5632" actId="20577"/>
        <pc:sldMkLst>
          <pc:docMk/>
          <pc:sldMk cId="922941981" sldId="867"/>
        </pc:sldMkLst>
        <pc:spChg chg="mod">
          <ac:chgData name="Tal R." userId="03e9e69c0e8a7741" providerId="LiveId" clId="{012321CB-D30F-40A1-894C-E46D43B30E68}" dt="2025-12-06T18:24:36.192" v="4685" actId="20577"/>
          <ac:spMkLst>
            <pc:docMk/>
            <pc:sldMk cId="922941981" sldId="867"/>
            <ac:spMk id="2" creationId="{CFB5200E-89A1-BA7C-4337-138089F9DBD4}"/>
          </ac:spMkLst>
        </pc:spChg>
        <pc:spChg chg="mod">
          <ac:chgData name="Tal R." userId="03e9e69c0e8a7741" providerId="LiveId" clId="{012321CB-D30F-40A1-894C-E46D43B30E68}" dt="2025-12-06T18:45:41.915" v="5632" actId="20577"/>
          <ac:spMkLst>
            <pc:docMk/>
            <pc:sldMk cId="922941981" sldId="867"/>
            <ac:spMk id="3" creationId="{71E09D24-128D-AD98-A42F-F8FFBCBBBEEC}"/>
          </ac:spMkLst>
        </pc:spChg>
      </pc:sldChg>
      <pc:sldChg chg="modSp add mod modAnim">
        <pc:chgData name="Tal R." userId="03e9e69c0e8a7741" providerId="LiveId" clId="{012321CB-D30F-40A1-894C-E46D43B30E68}" dt="2025-12-06T18:45:24.232" v="5627" actId="20577"/>
        <pc:sldMkLst>
          <pc:docMk/>
          <pc:sldMk cId="3639456028" sldId="868"/>
        </pc:sldMkLst>
        <pc:spChg chg="mod">
          <ac:chgData name="Tal R." userId="03e9e69c0e8a7741" providerId="LiveId" clId="{012321CB-D30F-40A1-894C-E46D43B30E68}" dt="2025-12-06T18:43:22.726" v="5495" actId="20577"/>
          <ac:spMkLst>
            <pc:docMk/>
            <pc:sldMk cId="3639456028" sldId="868"/>
            <ac:spMk id="2" creationId="{2D27EA58-6913-4723-E68B-82F53F70621C}"/>
          </ac:spMkLst>
        </pc:spChg>
        <pc:spChg chg="mod">
          <ac:chgData name="Tal R." userId="03e9e69c0e8a7741" providerId="LiveId" clId="{012321CB-D30F-40A1-894C-E46D43B30E68}" dt="2025-12-06T18:45:24.232" v="5627" actId="20577"/>
          <ac:spMkLst>
            <pc:docMk/>
            <pc:sldMk cId="3639456028" sldId="868"/>
            <ac:spMk id="3" creationId="{A9D60523-96F9-08E3-37BE-51B6B96A5591}"/>
          </ac:spMkLst>
        </pc:spChg>
      </pc:sldChg>
      <pc:sldChg chg="addSp delSp modSp add del mod modAnim">
        <pc:chgData name="Tal R." userId="03e9e69c0e8a7741" providerId="LiveId" clId="{012321CB-D30F-40A1-894C-E46D43B30E68}" dt="2025-12-06T18:39:56.701" v="5287" actId="47"/>
        <pc:sldMkLst>
          <pc:docMk/>
          <pc:sldMk cId="3827839079" sldId="868"/>
        </pc:sldMkLst>
        <pc:spChg chg="mod">
          <ac:chgData name="Tal R." userId="03e9e69c0e8a7741" providerId="LiveId" clId="{012321CB-D30F-40A1-894C-E46D43B30E68}" dt="2025-12-06T18:34:23.694" v="5002" actId="20577"/>
          <ac:spMkLst>
            <pc:docMk/>
            <pc:sldMk cId="3827839079" sldId="868"/>
            <ac:spMk id="2" creationId="{997ADE35-8E4B-4B2F-73D4-C387788C28DE}"/>
          </ac:spMkLst>
        </pc:spChg>
        <pc:spChg chg="mod">
          <ac:chgData name="Tal R." userId="03e9e69c0e8a7741" providerId="LiveId" clId="{012321CB-D30F-40A1-894C-E46D43B30E68}" dt="2025-12-06T18:39:31.604" v="5286" actId="5793"/>
          <ac:spMkLst>
            <pc:docMk/>
            <pc:sldMk cId="3827839079" sldId="868"/>
            <ac:spMk id="3" creationId="{9938AB46-6FD2-7640-F92C-0F91D9B4FA5D}"/>
          </ac:spMkLst>
        </pc:spChg>
        <pc:picChg chg="add del">
          <ac:chgData name="Tal R." userId="03e9e69c0e8a7741" providerId="LiveId" clId="{012321CB-D30F-40A1-894C-E46D43B30E68}" dt="2025-12-06T18:34:03.028" v="4991" actId="22"/>
          <ac:picMkLst>
            <pc:docMk/>
            <pc:sldMk cId="3827839079" sldId="868"/>
            <ac:picMk id="5" creationId="{8BC567F0-D587-09A0-B48B-43E898758237}"/>
          </ac:picMkLst>
        </pc:picChg>
      </pc:sldChg>
      <pc:sldChg chg="modSp add modAnim">
        <pc:chgData name="Tal R." userId="03e9e69c0e8a7741" providerId="LiveId" clId="{012321CB-D30F-40A1-894C-E46D43B30E68}" dt="2025-12-06T18:47:26.139" v="5836" actId="20577"/>
        <pc:sldMkLst>
          <pc:docMk/>
          <pc:sldMk cId="2718030792" sldId="869"/>
        </pc:sldMkLst>
        <pc:spChg chg="mod">
          <ac:chgData name="Tal R." userId="03e9e69c0e8a7741" providerId="LiveId" clId="{012321CB-D30F-40A1-894C-E46D43B30E68}" dt="2025-12-06T18:47:26.139" v="5836" actId="20577"/>
          <ac:spMkLst>
            <pc:docMk/>
            <pc:sldMk cId="2718030792" sldId="869"/>
            <ac:spMk id="3" creationId="{6479158E-02A0-C41F-66AB-8744E4EF427E}"/>
          </ac:spMkLst>
        </pc:spChg>
      </pc:sldChg>
      <pc:sldChg chg="modSp add mod">
        <pc:chgData name="Tal R." userId="03e9e69c0e8a7741" providerId="LiveId" clId="{012321CB-D30F-40A1-894C-E46D43B30E68}" dt="2025-12-06T19:02:51.321" v="6315" actId="948"/>
        <pc:sldMkLst>
          <pc:docMk/>
          <pc:sldMk cId="3315852827" sldId="870"/>
        </pc:sldMkLst>
        <pc:spChg chg="mod">
          <ac:chgData name="Tal R." userId="03e9e69c0e8a7741" providerId="LiveId" clId="{012321CB-D30F-40A1-894C-E46D43B30E68}" dt="2025-12-06T18:49:17.302" v="5876" actId="20577"/>
          <ac:spMkLst>
            <pc:docMk/>
            <pc:sldMk cId="3315852827" sldId="870"/>
            <ac:spMk id="2" creationId="{4F501B7B-86CE-708E-11AB-C90D00F6631B}"/>
          </ac:spMkLst>
        </pc:spChg>
        <pc:spChg chg="mod">
          <ac:chgData name="Tal R." userId="03e9e69c0e8a7741" providerId="LiveId" clId="{012321CB-D30F-40A1-894C-E46D43B30E68}" dt="2025-12-06T19:02:51.321" v="6315" actId="948"/>
          <ac:spMkLst>
            <pc:docMk/>
            <pc:sldMk cId="3315852827" sldId="870"/>
            <ac:spMk id="3" creationId="{95E98EEA-9E5A-47AE-1BFA-B01B0EFD084B}"/>
          </ac:spMkLst>
        </pc:spChg>
      </pc:sldChg>
      <pc:sldChg chg="addSp delSp modSp add mod modAnim">
        <pc:chgData name="Tal R." userId="03e9e69c0e8a7741" providerId="LiveId" clId="{012321CB-D30F-40A1-894C-E46D43B30E68}" dt="2025-12-06T19:43:05.121" v="6768" actId="1076"/>
        <pc:sldMkLst>
          <pc:docMk/>
          <pc:sldMk cId="1233869878" sldId="871"/>
        </pc:sldMkLst>
        <pc:spChg chg="mod">
          <ac:chgData name="Tal R." userId="03e9e69c0e8a7741" providerId="LiveId" clId="{012321CB-D30F-40A1-894C-E46D43B30E68}" dt="2025-12-06T19:11:42.875" v="6714" actId="20577"/>
          <ac:spMkLst>
            <pc:docMk/>
            <pc:sldMk cId="1233869878" sldId="871"/>
            <ac:spMk id="2" creationId="{A53B4BF5-1F00-9CAD-5E84-37DBF7A2BBC8}"/>
          </ac:spMkLst>
        </pc:spChg>
        <pc:spChg chg="del mod">
          <ac:chgData name="Tal R." userId="03e9e69c0e8a7741" providerId="LiveId" clId="{012321CB-D30F-40A1-894C-E46D43B30E68}" dt="2025-12-06T19:05:13.358" v="6352" actId="1032"/>
          <ac:spMkLst>
            <pc:docMk/>
            <pc:sldMk cId="1233869878" sldId="871"/>
            <ac:spMk id="3" creationId="{5AE8E619-6FFF-D517-B11B-4EA888903E91}"/>
          </ac:spMkLst>
        </pc:spChg>
        <pc:spChg chg="add mod">
          <ac:chgData name="Tal R." userId="03e9e69c0e8a7741" providerId="LiveId" clId="{012321CB-D30F-40A1-894C-E46D43B30E68}" dt="2025-12-06T19:43:05.121" v="6768" actId="1076"/>
          <ac:spMkLst>
            <pc:docMk/>
            <pc:sldMk cId="1233869878" sldId="871"/>
            <ac:spMk id="6" creationId="{38EB0CED-B86D-E355-87BE-F45F6CD60D38}"/>
          </ac:spMkLst>
        </pc:spChg>
        <pc:graphicFrameChg chg="add mod modGraphic">
          <ac:chgData name="Tal R." userId="03e9e69c0e8a7741" providerId="LiveId" clId="{012321CB-D30F-40A1-894C-E46D43B30E68}" dt="2025-12-06T19:13:05.040" v="6717" actId="20577"/>
          <ac:graphicFrameMkLst>
            <pc:docMk/>
            <pc:sldMk cId="1233869878" sldId="871"/>
            <ac:graphicFrameMk id="4" creationId="{92A11B9D-70F5-2644-6199-0B7513A33F44}"/>
          </ac:graphicFrameMkLst>
        </pc:graphicFrameChg>
      </pc:sldChg>
      <pc:sldMasterChg chg="delSldLayout">
        <pc:chgData name="Tal R." userId="03e9e69c0e8a7741" providerId="LiveId" clId="{012321CB-D30F-40A1-894C-E46D43B30E68}" dt="2025-12-06T18:39:56.701" v="5287" actId="47"/>
        <pc:sldMasterMkLst>
          <pc:docMk/>
          <pc:sldMasterMk cId="443307082" sldId="2147483648"/>
        </pc:sldMasterMkLst>
        <pc:sldLayoutChg chg="del">
          <pc:chgData name="Tal R." userId="03e9e69c0e8a7741" providerId="LiveId" clId="{012321CB-D30F-40A1-894C-E46D43B30E68}" dt="2025-12-06T18:39:56.701" v="5287" actId="47"/>
          <pc:sldLayoutMkLst>
            <pc:docMk/>
            <pc:sldMasterMk cId="443307082" sldId="2147483648"/>
            <pc:sldLayoutMk cId="453211258" sldId="214748365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FD9EC4-41A2-4250-AE28-546F4155F6D1}" type="doc">
      <dgm:prSet loTypeId="urn:microsoft.com/office/officeart/2009/3/layout/OpposingIdeas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ID4096"/>
        </a:p>
      </dgm:t>
    </dgm:pt>
    <dgm:pt modelId="{653B99BE-DA5B-47C7-A2DC-4DF3434139A8}">
      <dgm:prSet phldrT="[Text]" phldr="0"/>
      <dgm:spPr/>
      <dgm:t>
        <a:bodyPr/>
        <a:lstStyle/>
        <a:p>
          <a:r>
            <a:rPr lang="en-US" dirty="0"/>
            <a:t>Design by Contract</a:t>
          </a:r>
          <a:endParaRPr lang="LID4096" dirty="0"/>
        </a:p>
      </dgm:t>
    </dgm:pt>
    <dgm:pt modelId="{B88D86F1-2733-457C-BBC3-C918FB00864C}" type="parTrans" cxnId="{83A35C8C-C1E3-4701-B79F-C5DA068FC3DE}">
      <dgm:prSet/>
      <dgm:spPr/>
      <dgm:t>
        <a:bodyPr/>
        <a:lstStyle/>
        <a:p>
          <a:endParaRPr lang="LID4096"/>
        </a:p>
      </dgm:t>
    </dgm:pt>
    <dgm:pt modelId="{838E5189-01B3-4989-B041-C9A7C83F29BD}" type="sibTrans" cxnId="{83A35C8C-C1E3-4701-B79F-C5DA068FC3DE}">
      <dgm:prSet/>
      <dgm:spPr/>
      <dgm:t>
        <a:bodyPr/>
        <a:lstStyle/>
        <a:p>
          <a:endParaRPr lang="LID4096"/>
        </a:p>
      </dgm:t>
    </dgm:pt>
    <dgm:pt modelId="{B041C5DE-6676-4D7B-9FFD-225646264C39}">
      <dgm:prSet phldrT="[Text]" phldr="0"/>
      <dgm:spPr/>
      <dgm:t>
        <a:bodyPr/>
        <a:lstStyle/>
        <a:p>
          <a:pPr rtl="1"/>
          <a:r>
            <a:rPr lang="he-IL" dirty="0"/>
            <a:t>מניח קלט נכון</a:t>
          </a:r>
          <a:endParaRPr lang="LID4096" dirty="0"/>
        </a:p>
      </dgm:t>
    </dgm:pt>
    <dgm:pt modelId="{2256BBE6-E768-472C-A581-BB4EFD20635F}" type="parTrans" cxnId="{2E63BFDE-1A50-4551-8D79-B1033167A8A5}">
      <dgm:prSet/>
      <dgm:spPr/>
      <dgm:t>
        <a:bodyPr/>
        <a:lstStyle/>
        <a:p>
          <a:endParaRPr lang="LID4096"/>
        </a:p>
      </dgm:t>
    </dgm:pt>
    <dgm:pt modelId="{B04C8C9E-6424-47BD-A5EA-5803466F02FB}" type="sibTrans" cxnId="{2E63BFDE-1A50-4551-8D79-B1033167A8A5}">
      <dgm:prSet/>
      <dgm:spPr/>
      <dgm:t>
        <a:bodyPr/>
        <a:lstStyle/>
        <a:p>
          <a:endParaRPr lang="LID4096"/>
        </a:p>
      </dgm:t>
    </dgm:pt>
    <dgm:pt modelId="{BAC61257-760A-48F4-900D-2F79FFB8BFB8}">
      <dgm:prSet phldrT="[Text]" phldr="0"/>
      <dgm:spPr/>
      <dgm:t>
        <a:bodyPr/>
        <a:lstStyle/>
        <a:p>
          <a:pPr rtl="1"/>
          <a:r>
            <a:rPr lang="he-IL" dirty="0"/>
            <a:t>מניח קלט לא אמין</a:t>
          </a:r>
        </a:p>
      </dgm:t>
    </dgm:pt>
    <dgm:pt modelId="{380340FD-44D2-4C0F-9E31-ED56A2256433}" type="parTrans" cxnId="{C5116FC7-0D8D-45C3-B9B5-C06EB12F0A5C}">
      <dgm:prSet/>
      <dgm:spPr/>
      <dgm:t>
        <a:bodyPr/>
        <a:lstStyle/>
        <a:p>
          <a:endParaRPr lang="LID4096"/>
        </a:p>
      </dgm:t>
    </dgm:pt>
    <dgm:pt modelId="{127D6DFD-189B-4716-A695-AE2CE03909F7}" type="sibTrans" cxnId="{C5116FC7-0D8D-45C3-B9B5-C06EB12F0A5C}">
      <dgm:prSet/>
      <dgm:spPr/>
      <dgm:t>
        <a:bodyPr/>
        <a:lstStyle/>
        <a:p>
          <a:endParaRPr lang="LID4096"/>
        </a:p>
      </dgm:t>
    </dgm:pt>
    <dgm:pt modelId="{8926D4AD-46C8-4BFD-9064-0F5638A64809}">
      <dgm:prSet phldrT="[Text]" phldr="0"/>
      <dgm:spPr/>
      <dgm:t>
        <a:bodyPr/>
        <a:lstStyle/>
        <a:p>
          <a:pPr rtl="1"/>
          <a:r>
            <a:rPr lang="he-IL" dirty="0"/>
            <a:t>מגדיר חוזה</a:t>
          </a:r>
          <a:endParaRPr lang="LID4096" dirty="0"/>
        </a:p>
      </dgm:t>
    </dgm:pt>
    <dgm:pt modelId="{4065385F-725E-498B-A909-FF2E4CDFE6A3}" type="parTrans" cxnId="{CF0AE7CC-7779-426E-BB97-DAFAEB76F106}">
      <dgm:prSet/>
      <dgm:spPr/>
      <dgm:t>
        <a:bodyPr/>
        <a:lstStyle/>
        <a:p>
          <a:endParaRPr lang="LID4096"/>
        </a:p>
      </dgm:t>
    </dgm:pt>
    <dgm:pt modelId="{6F320FE9-E3AF-48F3-AF3D-17B0194C65E3}" type="sibTrans" cxnId="{CF0AE7CC-7779-426E-BB97-DAFAEB76F106}">
      <dgm:prSet/>
      <dgm:spPr/>
      <dgm:t>
        <a:bodyPr/>
        <a:lstStyle/>
        <a:p>
          <a:endParaRPr lang="LID4096"/>
        </a:p>
      </dgm:t>
    </dgm:pt>
    <dgm:pt modelId="{B453DAB7-1A61-4D7A-937A-9868A9060CB6}">
      <dgm:prSet phldrT="[Text]" phldr="0"/>
      <dgm:spPr/>
      <dgm:t>
        <a:bodyPr/>
        <a:lstStyle/>
        <a:p>
          <a:pPr rtl="1"/>
          <a:r>
            <a:rPr lang="he-IL" dirty="0"/>
            <a:t>יותר בדיקות</a:t>
          </a:r>
        </a:p>
      </dgm:t>
    </dgm:pt>
    <dgm:pt modelId="{37879BC0-34B9-4044-A982-B9672ADA0752}" type="parTrans" cxnId="{0461AA57-F659-4CD7-A6AE-7BE36EC8939A}">
      <dgm:prSet/>
      <dgm:spPr/>
      <dgm:t>
        <a:bodyPr/>
        <a:lstStyle/>
        <a:p>
          <a:endParaRPr lang="LID4096"/>
        </a:p>
      </dgm:t>
    </dgm:pt>
    <dgm:pt modelId="{11A8FBC1-C4F3-4BA6-9495-45596F768D67}" type="sibTrans" cxnId="{0461AA57-F659-4CD7-A6AE-7BE36EC8939A}">
      <dgm:prSet/>
      <dgm:spPr/>
      <dgm:t>
        <a:bodyPr/>
        <a:lstStyle/>
        <a:p>
          <a:endParaRPr lang="LID4096"/>
        </a:p>
      </dgm:t>
    </dgm:pt>
    <dgm:pt modelId="{169A1E38-5DD6-47F9-B944-F59E86B9913E}">
      <dgm:prSet phldrT="[Text]" phldr="0"/>
      <dgm:spPr/>
      <dgm:t>
        <a:bodyPr/>
        <a:lstStyle/>
        <a:p>
          <a:pPr rtl="1"/>
          <a:r>
            <a:rPr lang="he-IL" dirty="0"/>
            <a:t>המשתמש אשם</a:t>
          </a:r>
          <a:endParaRPr lang="LID4096" dirty="0"/>
        </a:p>
      </dgm:t>
    </dgm:pt>
    <dgm:pt modelId="{8182A041-72F9-4AF8-9006-B53579C3FEEA}" type="parTrans" cxnId="{CE1E223E-8DBA-4578-A50A-8D342E80DEE5}">
      <dgm:prSet/>
      <dgm:spPr/>
      <dgm:t>
        <a:bodyPr/>
        <a:lstStyle/>
        <a:p>
          <a:endParaRPr lang="LID4096"/>
        </a:p>
      </dgm:t>
    </dgm:pt>
    <dgm:pt modelId="{77C0EAD0-168F-4F50-ACBF-2480E1A383A8}" type="sibTrans" cxnId="{CE1E223E-8DBA-4578-A50A-8D342E80DEE5}">
      <dgm:prSet/>
      <dgm:spPr/>
      <dgm:t>
        <a:bodyPr/>
        <a:lstStyle/>
        <a:p>
          <a:endParaRPr lang="LID4096"/>
        </a:p>
      </dgm:t>
    </dgm:pt>
    <dgm:pt modelId="{3E8D0555-7695-45F2-8332-FC13B2F4D38C}">
      <dgm:prSet phldrT="[Text]" phldr="0"/>
      <dgm:spPr/>
      <dgm:t>
        <a:bodyPr/>
        <a:lstStyle/>
        <a:p>
          <a:pPr rtl="1"/>
          <a:r>
            <a:rPr lang="he-IL" dirty="0"/>
            <a:t>פחות בדיקות</a:t>
          </a:r>
          <a:endParaRPr lang="LID4096" dirty="0"/>
        </a:p>
      </dgm:t>
    </dgm:pt>
    <dgm:pt modelId="{79B1B734-DAD2-4C67-9329-A97B42CDDA24}" type="parTrans" cxnId="{8028A7A3-7915-4225-BCCB-EB2057214713}">
      <dgm:prSet/>
      <dgm:spPr/>
      <dgm:t>
        <a:bodyPr/>
        <a:lstStyle/>
        <a:p>
          <a:endParaRPr lang="LID4096"/>
        </a:p>
      </dgm:t>
    </dgm:pt>
    <dgm:pt modelId="{8A829041-808B-4D8F-92CD-3629B7344FB1}" type="sibTrans" cxnId="{8028A7A3-7915-4225-BCCB-EB2057214713}">
      <dgm:prSet/>
      <dgm:spPr/>
      <dgm:t>
        <a:bodyPr/>
        <a:lstStyle/>
        <a:p>
          <a:endParaRPr lang="LID4096"/>
        </a:p>
      </dgm:t>
    </dgm:pt>
    <dgm:pt modelId="{C10FCA86-B916-45D3-9D16-04C1D1C8A34C}">
      <dgm:prSet phldrT="[Text]" phldr="0"/>
      <dgm:spPr/>
      <dgm:t>
        <a:bodyPr/>
        <a:lstStyle/>
        <a:p>
          <a:pPr rtl="1"/>
          <a:r>
            <a:rPr lang="he-IL" dirty="0"/>
            <a:t>לא מגדיר חוזה</a:t>
          </a:r>
        </a:p>
      </dgm:t>
    </dgm:pt>
    <dgm:pt modelId="{41074858-9289-44FF-AE36-EC37259D89CB}" type="parTrans" cxnId="{F628B65D-4C47-4D93-A99F-36A90CC6ADF0}">
      <dgm:prSet/>
      <dgm:spPr/>
      <dgm:t>
        <a:bodyPr/>
        <a:lstStyle/>
        <a:p>
          <a:endParaRPr lang="LID4096"/>
        </a:p>
      </dgm:t>
    </dgm:pt>
    <dgm:pt modelId="{31F76115-8D32-4F26-BA30-736960FD2696}" type="sibTrans" cxnId="{F628B65D-4C47-4D93-A99F-36A90CC6ADF0}">
      <dgm:prSet/>
      <dgm:spPr/>
      <dgm:t>
        <a:bodyPr/>
        <a:lstStyle/>
        <a:p>
          <a:endParaRPr lang="LID4096"/>
        </a:p>
      </dgm:t>
    </dgm:pt>
    <dgm:pt modelId="{A5D7FE3C-BBC9-4EC2-9D9C-31DA8487E295}">
      <dgm:prSet phldrT="[Text]" phldr="0"/>
      <dgm:spPr/>
      <dgm:t>
        <a:bodyPr/>
        <a:lstStyle/>
        <a:p>
          <a:pPr rtl="1"/>
          <a:r>
            <a:rPr lang="he-IL" dirty="0"/>
            <a:t>דגש על ביצועים</a:t>
          </a:r>
        </a:p>
      </dgm:t>
    </dgm:pt>
    <dgm:pt modelId="{71177F94-EACF-453E-BF18-EA1739C7B348}" type="parTrans" cxnId="{6CD6E114-DED0-4A88-AC83-6284BFD83DAF}">
      <dgm:prSet/>
      <dgm:spPr/>
      <dgm:t>
        <a:bodyPr/>
        <a:lstStyle/>
        <a:p>
          <a:endParaRPr lang="LID4096"/>
        </a:p>
      </dgm:t>
    </dgm:pt>
    <dgm:pt modelId="{BD64B3BD-19B9-417E-A208-1784627BAFD4}" type="sibTrans" cxnId="{6CD6E114-DED0-4A88-AC83-6284BFD83DAF}">
      <dgm:prSet/>
      <dgm:spPr/>
      <dgm:t>
        <a:bodyPr/>
        <a:lstStyle/>
        <a:p>
          <a:endParaRPr lang="LID4096"/>
        </a:p>
      </dgm:t>
    </dgm:pt>
    <dgm:pt modelId="{7CA559AD-5608-47CA-9D07-01C23CDC46CF}">
      <dgm:prSet phldrT="[Text]" phldr="0"/>
      <dgm:spPr/>
      <dgm:t>
        <a:bodyPr/>
        <a:lstStyle/>
        <a:p>
          <a:pPr rtl="1"/>
          <a:r>
            <a:rPr lang="he-IL" dirty="0"/>
            <a:t>מכביד על המימוש</a:t>
          </a:r>
        </a:p>
      </dgm:t>
    </dgm:pt>
    <dgm:pt modelId="{8D4F2DBF-FE57-41B0-83EC-3DED3D3E9BBF}" type="parTrans" cxnId="{93890466-BC55-4A48-B306-54F0E3A779CE}">
      <dgm:prSet/>
      <dgm:spPr/>
      <dgm:t>
        <a:bodyPr/>
        <a:lstStyle/>
        <a:p>
          <a:endParaRPr lang="LID4096"/>
        </a:p>
      </dgm:t>
    </dgm:pt>
    <dgm:pt modelId="{C06EAD5C-DDE5-4F8C-8BC1-6018CAA4E4AE}" type="sibTrans" cxnId="{93890466-BC55-4A48-B306-54F0E3A779CE}">
      <dgm:prSet/>
      <dgm:spPr/>
      <dgm:t>
        <a:bodyPr/>
        <a:lstStyle/>
        <a:p>
          <a:endParaRPr lang="LID4096"/>
        </a:p>
      </dgm:t>
    </dgm:pt>
    <dgm:pt modelId="{0F06DA8F-8C4A-4DA0-A2FB-C982A1C40B2B}">
      <dgm:prSet phldrT="[Text]" phldr="0"/>
      <dgm:spPr/>
      <dgm:t>
        <a:bodyPr/>
        <a:lstStyle/>
        <a:p>
          <a:pPr rtl="1"/>
          <a:r>
            <a:rPr lang="he-IL" dirty="0"/>
            <a:t>דגש על בטיחות</a:t>
          </a:r>
        </a:p>
      </dgm:t>
    </dgm:pt>
    <dgm:pt modelId="{26144274-6F50-43AC-B8AD-4750BFBC6D46}" type="parTrans" cxnId="{8A10733E-C782-4B66-9C8E-AB9D964144E1}">
      <dgm:prSet/>
      <dgm:spPr/>
      <dgm:t>
        <a:bodyPr/>
        <a:lstStyle/>
        <a:p>
          <a:endParaRPr lang="LID4096"/>
        </a:p>
      </dgm:t>
    </dgm:pt>
    <dgm:pt modelId="{0C03DD63-29D1-4CCD-AF9D-73F5C9EF96C8}" type="sibTrans" cxnId="{8A10733E-C782-4B66-9C8E-AB9D964144E1}">
      <dgm:prSet/>
      <dgm:spPr/>
      <dgm:t>
        <a:bodyPr/>
        <a:lstStyle/>
        <a:p>
          <a:endParaRPr lang="LID4096"/>
        </a:p>
      </dgm:t>
    </dgm:pt>
    <dgm:pt modelId="{785718B0-6682-4A9B-8CD2-00B0F13AB1AC}">
      <dgm:prSet phldrT="[Text]" phldr="0"/>
      <dgm:spPr/>
      <dgm:t>
        <a:bodyPr/>
        <a:lstStyle/>
        <a:p>
          <a:pPr rtl="1"/>
          <a:r>
            <a:rPr lang="he-IL" dirty="0"/>
            <a:t>המימוש אשם</a:t>
          </a:r>
        </a:p>
      </dgm:t>
    </dgm:pt>
    <dgm:pt modelId="{95EA826B-AF40-452F-96D7-06828AEEB22E}" type="parTrans" cxnId="{7668F86C-DE97-46DA-AE9E-D818B7D0E5BA}">
      <dgm:prSet/>
      <dgm:spPr/>
      <dgm:t>
        <a:bodyPr/>
        <a:lstStyle/>
        <a:p>
          <a:endParaRPr lang="LID4096"/>
        </a:p>
      </dgm:t>
    </dgm:pt>
    <dgm:pt modelId="{CDCAE00F-7C69-4D8F-8BFA-76E2F4D25FEA}" type="sibTrans" cxnId="{7668F86C-DE97-46DA-AE9E-D818B7D0E5BA}">
      <dgm:prSet/>
      <dgm:spPr/>
      <dgm:t>
        <a:bodyPr/>
        <a:lstStyle/>
        <a:p>
          <a:endParaRPr lang="LID4096"/>
        </a:p>
      </dgm:t>
    </dgm:pt>
    <dgm:pt modelId="{8172880B-CC34-4D36-B3DE-54727BB8CD3E}">
      <dgm:prSet phldrT="[Text]" phldr="0"/>
      <dgm:spPr/>
      <dgm:t>
        <a:bodyPr/>
        <a:lstStyle/>
        <a:p>
          <a:r>
            <a:rPr lang="en-US" dirty="0"/>
            <a:t>Defensive Programming</a:t>
          </a:r>
          <a:endParaRPr lang="LID4096" dirty="0"/>
        </a:p>
      </dgm:t>
    </dgm:pt>
    <dgm:pt modelId="{0B56C44A-A7E8-4B6D-BDEA-C41399C972E1}" type="sibTrans" cxnId="{F00AA171-FF2E-4528-9B15-0B4F7616459C}">
      <dgm:prSet/>
      <dgm:spPr/>
      <dgm:t>
        <a:bodyPr/>
        <a:lstStyle/>
        <a:p>
          <a:endParaRPr lang="LID4096"/>
        </a:p>
      </dgm:t>
    </dgm:pt>
    <dgm:pt modelId="{C5A4F0FC-B41F-4A6B-AD14-CECC85941383}" type="parTrans" cxnId="{F00AA171-FF2E-4528-9B15-0B4F7616459C}">
      <dgm:prSet/>
      <dgm:spPr/>
      <dgm:t>
        <a:bodyPr/>
        <a:lstStyle/>
        <a:p>
          <a:endParaRPr lang="LID4096"/>
        </a:p>
      </dgm:t>
    </dgm:pt>
    <dgm:pt modelId="{DE0B5E80-8F7A-474F-8616-471032C12BA2}">
      <dgm:prSet phldrT="[Text]" phldr="0"/>
      <dgm:spPr/>
      <dgm:t>
        <a:bodyPr/>
        <a:lstStyle/>
        <a:p>
          <a:pPr rtl="1"/>
          <a:r>
            <a:rPr lang="he-IL" dirty="0"/>
            <a:t>פחות בטוח</a:t>
          </a:r>
        </a:p>
      </dgm:t>
    </dgm:pt>
    <dgm:pt modelId="{66A431E0-0F08-4C16-8E24-E226E35B6E10}" type="parTrans" cxnId="{EF5EC20A-7BF8-4818-B4CF-08E4F87A5DEC}">
      <dgm:prSet/>
      <dgm:spPr/>
      <dgm:t>
        <a:bodyPr/>
        <a:lstStyle/>
        <a:p>
          <a:endParaRPr lang="LID4096"/>
        </a:p>
      </dgm:t>
    </dgm:pt>
    <dgm:pt modelId="{1509AE87-338B-430B-AB92-A0A438F10FED}" type="sibTrans" cxnId="{EF5EC20A-7BF8-4818-B4CF-08E4F87A5DEC}">
      <dgm:prSet/>
      <dgm:spPr/>
      <dgm:t>
        <a:bodyPr/>
        <a:lstStyle/>
        <a:p>
          <a:endParaRPr lang="LID4096"/>
        </a:p>
      </dgm:t>
    </dgm:pt>
    <dgm:pt modelId="{2687E153-D376-485C-91CC-0553EB399722}" type="pres">
      <dgm:prSet presAssocID="{38FD9EC4-41A2-4250-AE28-546F4155F6D1}" presName="Name0" presStyleCnt="0">
        <dgm:presLayoutVars>
          <dgm:chMax val="2"/>
          <dgm:dir val="rev"/>
          <dgm:animOne val="branch"/>
          <dgm:animLvl val="lvl"/>
          <dgm:resizeHandles val="exact"/>
        </dgm:presLayoutVars>
      </dgm:prSet>
      <dgm:spPr/>
    </dgm:pt>
    <dgm:pt modelId="{95F98ECC-D54E-4B17-BD76-A270823C6FB6}" type="pres">
      <dgm:prSet presAssocID="{38FD9EC4-41A2-4250-AE28-546F4155F6D1}" presName="Background" presStyleLbl="node1" presStyleIdx="0" presStyleCnt="1"/>
      <dgm:spPr/>
    </dgm:pt>
    <dgm:pt modelId="{ECFC0445-A217-40B8-8A93-E2A681C41D5D}" type="pres">
      <dgm:prSet presAssocID="{38FD9EC4-41A2-4250-AE28-546F4155F6D1}" presName="Divider" presStyleLbl="callout" presStyleIdx="0" presStyleCnt="1"/>
      <dgm:spPr/>
    </dgm:pt>
    <dgm:pt modelId="{F44CA691-E0BB-45E5-A0A1-FA0526B3DAAD}" type="pres">
      <dgm:prSet presAssocID="{38FD9EC4-41A2-4250-AE28-546F4155F6D1}" presName="ChildText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C4FD04F-2D77-4113-BEE2-1EF8E24786DD}" type="pres">
      <dgm:prSet presAssocID="{38FD9EC4-41A2-4250-AE28-546F4155F6D1}" presName="ChildText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B863497-D6EC-4184-8E63-700AD447D836}" type="pres">
      <dgm:prSet presAssocID="{38FD9EC4-41A2-4250-AE28-546F4155F6D1}" presName="ParentText1" presStyleLbl="revTx" presStyleIdx="0" presStyleCnt="0">
        <dgm:presLayoutVars>
          <dgm:chMax val="1"/>
          <dgm:chPref val="1"/>
        </dgm:presLayoutVars>
      </dgm:prSet>
      <dgm:spPr/>
    </dgm:pt>
    <dgm:pt modelId="{B42300C3-8A0F-4B15-9FD1-0BC64E7BDEFC}" type="pres">
      <dgm:prSet presAssocID="{38FD9EC4-41A2-4250-AE28-546F4155F6D1}" presName="ParentShape1" presStyleLbl="alignImgPlace1" presStyleIdx="0" presStyleCnt="2">
        <dgm:presLayoutVars/>
      </dgm:prSet>
      <dgm:spPr/>
    </dgm:pt>
    <dgm:pt modelId="{03910D90-A5F2-472A-9504-C188C1FCDE0A}" type="pres">
      <dgm:prSet presAssocID="{38FD9EC4-41A2-4250-AE28-546F4155F6D1}" presName="ParentText2" presStyleLbl="revTx" presStyleIdx="0" presStyleCnt="0">
        <dgm:presLayoutVars>
          <dgm:chMax val="1"/>
          <dgm:chPref val="1"/>
        </dgm:presLayoutVars>
      </dgm:prSet>
      <dgm:spPr/>
    </dgm:pt>
    <dgm:pt modelId="{2E63D013-FFFE-4EF4-9276-C267F73201B7}" type="pres">
      <dgm:prSet presAssocID="{38FD9EC4-41A2-4250-AE28-546F4155F6D1}" presName="ParentShape2" presStyleLbl="alignImgPlace1" presStyleIdx="1" presStyleCnt="2">
        <dgm:presLayoutVars/>
      </dgm:prSet>
      <dgm:spPr/>
    </dgm:pt>
  </dgm:ptLst>
  <dgm:cxnLst>
    <dgm:cxn modelId="{EF5EC20A-7BF8-4818-B4CF-08E4F87A5DEC}" srcId="{653B99BE-DA5B-47C7-A2DC-4DF3434139A8}" destId="{DE0B5E80-8F7A-474F-8616-471032C12BA2}" srcOrd="5" destOrd="0" parTransId="{66A431E0-0F08-4C16-8E24-E226E35B6E10}" sibTransId="{1509AE87-338B-430B-AB92-A0A438F10FED}"/>
    <dgm:cxn modelId="{6CD6E114-DED0-4A88-AC83-6284BFD83DAF}" srcId="{653B99BE-DA5B-47C7-A2DC-4DF3434139A8}" destId="{A5D7FE3C-BBC9-4EC2-9D9C-31DA8487E295}" srcOrd="4" destOrd="0" parTransId="{71177F94-EACF-453E-BF18-EA1739C7B348}" sibTransId="{BD64B3BD-19B9-417E-A208-1784627BAFD4}"/>
    <dgm:cxn modelId="{B4FCA22E-789E-4B10-8313-B332BF011B1F}" type="presOf" srcId="{B453DAB7-1A61-4D7A-937A-9868A9060CB6}" destId="{6C4FD04F-2D77-4113-BEE2-1EF8E24786DD}" srcOrd="0" destOrd="3" presId="urn:microsoft.com/office/officeart/2009/3/layout/OpposingIdeas"/>
    <dgm:cxn modelId="{19160333-177E-47AE-BA4E-0F61B6482EDF}" type="presOf" srcId="{785718B0-6682-4A9B-8CD2-00B0F13AB1AC}" destId="{6C4FD04F-2D77-4113-BEE2-1EF8E24786DD}" srcOrd="0" destOrd="2" presId="urn:microsoft.com/office/officeart/2009/3/layout/OpposingIdeas"/>
    <dgm:cxn modelId="{A06BFD3A-83CC-40A4-BAFF-F50B0E6D238E}" type="presOf" srcId="{DE0B5E80-8F7A-474F-8616-471032C12BA2}" destId="{F44CA691-E0BB-45E5-A0A1-FA0526B3DAAD}" srcOrd="0" destOrd="5" presId="urn:microsoft.com/office/officeart/2009/3/layout/OpposingIdeas"/>
    <dgm:cxn modelId="{CE1E223E-8DBA-4578-A50A-8D342E80DEE5}" srcId="{653B99BE-DA5B-47C7-A2DC-4DF3434139A8}" destId="{169A1E38-5DD6-47F9-B944-F59E86B9913E}" srcOrd="2" destOrd="0" parTransId="{8182A041-72F9-4AF8-9006-B53579C3FEEA}" sibTransId="{77C0EAD0-168F-4F50-ACBF-2480E1A383A8}"/>
    <dgm:cxn modelId="{8A10733E-C782-4B66-9C8E-AB9D964144E1}" srcId="{8172880B-CC34-4D36-B3DE-54727BB8CD3E}" destId="{0F06DA8F-8C4A-4DA0-A2FB-C982A1C40B2B}" srcOrd="5" destOrd="0" parTransId="{26144274-6F50-43AC-B8AD-4750BFBC6D46}" sibTransId="{0C03DD63-29D1-4CCD-AF9D-73F5C9EF96C8}"/>
    <dgm:cxn modelId="{E26D6940-5F47-4113-9479-89A70CB05EFC}" type="presOf" srcId="{B041C5DE-6676-4D7B-9FFD-225646264C39}" destId="{F44CA691-E0BB-45E5-A0A1-FA0526B3DAAD}" srcOrd="0" destOrd="0" presId="urn:microsoft.com/office/officeart/2009/3/layout/OpposingIdeas"/>
    <dgm:cxn modelId="{F628B65D-4C47-4D93-A99F-36A90CC6ADF0}" srcId="{8172880B-CC34-4D36-B3DE-54727BB8CD3E}" destId="{C10FCA86-B916-45D3-9D16-04C1D1C8A34C}" srcOrd="1" destOrd="0" parTransId="{41074858-9289-44FF-AE36-EC37259D89CB}" sibTransId="{31F76115-8D32-4F26-BA30-736960FD2696}"/>
    <dgm:cxn modelId="{93890466-BC55-4A48-B306-54F0E3A779CE}" srcId="{8172880B-CC34-4D36-B3DE-54727BB8CD3E}" destId="{7CA559AD-5608-47CA-9D07-01C23CDC46CF}" srcOrd="4" destOrd="0" parTransId="{8D4F2DBF-FE57-41B0-83EC-3DED3D3E9BBF}" sibTransId="{C06EAD5C-DDE5-4F8C-8BC1-6018CAA4E4AE}"/>
    <dgm:cxn modelId="{FF4FB16C-611D-480A-A0C1-3308C0E17453}" type="presOf" srcId="{653B99BE-DA5B-47C7-A2DC-4DF3434139A8}" destId="{FB863497-D6EC-4184-8E63-700AD447D836}" srcOrd="0" destOrd="0" presId="urn:microsoft.com/office/officeart/2009/3/layout/OpposingIdeas"/>
    <dgm:cxn modelId="{7668F86C-DE97-46DA-AE9E-D818B7D0E5BA}" srcId="{8172880B-CC34-4D36-B3DE-54727BB8CD3E}" destId="{785718B0-6682-4A9B-8CD2-00B0F13AB1AC}" srcOrd="2" destOrd="0" parTransId="{95EA826B-AF40-452F-96D7-06828AEEB22E}" sibTransId="{CDCAE00F-7C69-4D8F-8BFA-76E2F4D25FEA}"/>
    <dgm:cxn modelId="{F00AA171-FF2E-4528-9B15-0B4F7616459C}" srcId="{38FD9EC4-41A2-4250-AE28-546F4155F6D1}" destId="{8172880B-CC34-4D36-B3DE-54727BB8CD3E}" srcOrd="1" destOrd="0" parTransId="{C5A4F0FC-B41F-4A6B-AD14-CECC85941383}" sibTransId="{0B56C44A-A7E8-4B6D-BDEA-C41399C972E1}"/>
    <dgm:cxn modelId="{0461AA57-F659-4CD7-A6AE-7BE36EC8939A}" srcId="{8172880B-CC34-4D36-B3DE-54727BB8CD3E}" destId="{B453DAB7-1A61-4D7A-937A-9868A9060CB6}" srcOrd="3" destOrd="0" parTransId="{37879BC0-34B9-4044-A982-B9672ADA0752}" sibTransId="{11A8FBC1-C4F3-4BA6-9495-45596F768D67}"/>
    <dgm:cxn modelId="{0F435B58-EEB4-4AC1-9633-401AE76FB900}" type="presOf" srcId="{653B99BE-DA5B-47C7-A2DC-4DF3434139A8}" destId="{B42300C3-8A0F-4B15-9FD1-0BC64E7BDEFC}" srcOrd="1" destOrd="0" presId="urn:microsoft.com/office/officeart/2009/3/layout/OpposingIdeas"/>
    <dgm:cxn modelId="{63633A79-83BA-4282-9CA9-77D6F1BDB42D}" type="presOf" srcId="{7CA559AD-5608-47CA-9D07-01C23CDC46CF}" destId="{6C4FD04F-2D77-4113-BEE2-1EF8E24786DD}" srcOrd="0" destOrd="4" presId="urn:microsoft.com/office/officeart/2009/3/layout/OpposingIdeas"/>
    <dgm:cxn modelId="{2AF23B7F-B444-4583-A49F-111BEDB70B6A}" type="presOf" srcId="{0F06DA8F-8C4A-4DA0-A2FB-C982A1C40B2B}" destId="{6C4FD04F-2D77-4113-BEE2-1EF8E24786DD}" srcOrd="0" destOrd="5" presId="urn:microsoft.com/office/officeart/2009/3/layout/OpposingIdeas"/>
    <dgm:cxn modelId="{F6DCA087-B8E0-4833-B88A-FB456748915C}" type="presOf" srcId="{8172880B-CC34-4D36-B3DE-54727BB8CD3E}" destId="{03910D90-A5F2-472A-9504-C188C1FCDE0A}" srcOrd="0" destOrd="0" presId="urn:microsoft.com/office/officeart/2009/3/layout/OpposingIdeas"/>
    <dgm:cxn modelId="{DD418089-FEBD-414E-AA3C-3EE98EAC895C}" type="presOf" srcId="{C10FCA86-B916-45D3-9D16-04C1D1C8A34C}" destId="{6C4FD04F-2D77-4113-BEE2-1EF8E24786DD}" srcOrd="0" destOrd="1" presId="urn:microsoft.com/office/officeart/2009/3/layout/OpposingIdeas"/>
    <dgm:cxn modelId="{83A35C8C-C1E3-4701-B79F-C5DA068FC3DE}" srcId="{38FD9EC4-41A2-4250-AE28-546F4155F6D1}" destId="{653B99BE-DA5B-47C7-A2DC-4DF3434139A8}" srcOrd="0" destOrd="0" parTransId="{B88D86F1-2733-457C-BBC3-C918FB00864C}" sibTransId="{838E5189-01B3-4989-B041-C9A7C83F29BD}"/>
    <dgm:cxn modelId="{B4F65791-5366-4E73-AF98-4FEA866A395E}" type="presOf" srcId="{BAC61257-760A-48F4-900D-2F79FFB8BFB8}" destId="{6C4FD04F-2D77-4113-BEE2-1EF8E24786DD}" srcOrd="0" destOrd="0" presId="urn:microsoft.com/office/officeart/2009/3/layout/OpposingIdeas"/>
    <dgm:cxn modelId="{8028A7A3-7915-4225-BCCB-EB2057214713}" srcId="{653B99BE-DA5B-47C7-A2DC-4DF3434139A8}" destId="{3E8D0555-7695-45F2-8332-FC13B2F4D38C}" srcOrd="3" destOrd="0" parTransId="{79B1B734-DAD2-4C67-9329-A97B42CDDA24}" sibTransId="{8A829041-808B-4D8F-92CD-3629B7344FB1}"/>
    <dgm:cxn modelId="{760586B7-7771-43C3-991D-0AC6CD0C1ECB}" type="presOf" srcId="{169A1E38-5DD6-47F9-B944-F59E86B9913E}" destId="{F44CA691-E0BB-45E5-A0A1-FA0526B3DAAD}" srcOrd="0" destOrd="2" presId="urn:microsoft.com/office/officeart/2009/3/layout/OpposingIdeas"/>
    <dgm:cxn modelId="{7821AFBC-65B4-447E-BE11-2645DD6504BC}" type="presOf" srcId="{A5D7FE3C-BBC9-4EC2-9D9C-31DA8487E295}" destId="{F44CA691-E0BB-45E5-A0A1-FA0526B3DAAD}" srcOrd="0" destOrd="4" presId="urn:microsoft.com/office/officeart/2009/3/layout/OpposingIdeas"/>
    <dgm:cxn modelId="{C5116FC7-0D8D-45C3-B9B5-C06EB12F0A5C}" srcId="{8172880B-CC34-4D36-B3DE-54727BB8CD3E}" destId="{BAC61257-760A-48F4-900D-2F79FFB8BFB8}" srcOrd="0" destOrd="0" parTransId="{380340FD-44D2-4C0F-9E31-ED56A2256433}" sibTransId="{127D6DFD-189B-4716-A695-AE2CE03909F7}"/>
    <dgm:cxn modelId="{CF0AE7CC-7779-426E-BB97-DAFAEB76F106}" srcId="{653B99BE-DA5B-47C7-A2DC-4DF3434139A8}" destId="{8926D4AD-46C8-4BFD-9064-0F5638A64809}" srcOrd="1" destOrd="0" parTransId="{4065385F-725E-498B-A909-FF2E4CDFE6A3}" sibTransId="{6F320FE9-E3AF-48F3-AF3D-17B0194C65E3}"/>
    <dgm:cxn modelId="{0386E1D9-88C8-484C-A1B3-6101BDA5B0AB}" type="presOf" srcId="{8926D4AD-46C8-4BFD-9064-0F5638A64809}" destId="{F44CA691-E0BB-45E5-A0A1-FA0526B3DAAD}" srcOrd="0" destOrd="1" presId="urn:microsoft.com/office/officeart/2009/3/layout/OpposingIdeas"/>
    <dgm:cxn modelId="{2E63BFDE-1A50-4551-8D79-B1033167A8A5}" srcId="{653B99BE-DA5B-47C7-A2DC-4DF3434139A8}" destId="{B041C5DE-6676-4D7B-9FFD-225646264C39}" srcOrd="0" destOrd="0" parTransId="{2256BBE6-E768-472C-A581-BB4EFD20635F}" sibTransId="{B04C8C9E-6424-47BD-A5EA-5803466F02FB}"/>
    <dgm:cxn modelId="{75E603F2-AAA3-481F-884C-A14DEC2D01E5}" type="presOf" srcId="{3E8D0555-7695-45F2-8332-FC13B2F4D38C}" destId="{F44CA691-E0BB-45E5-A0A1-FA0526B3DAAD}" srcOrd="0" destOrd="3" presId="urn:microsoft.com/office/officeart/2009/3/layout/OpposingIdeas"/>
    <dgm:cxn modelId="{87FB51FC-0287-42B9-B24D-F60AEBE3718C}" type="presOf" srcId="{8172880B-CC34-4D36-B3DE-54727BB8CD3E}" destId="{2E63D013-FFFE-4EF4-9276-C267F73201B7}" srcOrd="1" destOrd="0" presId="urn:microsoft.com/office/officeart/2009/3/layout/OpposingIdeas"/>
    <dgm:cxn modelId="{104B8EFE-E8F1-42A3-9981-084316EDF970}" type="presOf" srcId="{38FD9EC4-41A2-4250-AE28-546F4155F6D1}" destId="{2687E153-D376-485C-91CC-0553EB399722}" srcOrd="0" destOrd="0" presId="urn:microsoft.com/office/officeart/2009/3/layout/OpposingIdeas"/>
    <dgm:cxn modelId="{911F072D-353E-4C8D-B5F5-85FC68D84550}" type="presParOf" srcId="{2687E153-D376-485C-91CC-0553EB399722}" destId="{95F98ECC-D54E-4B17-BD76-A270823C6FB6}" srcOrd="0" destOrd="0" presId="urn:microsoft.com/office/officeart/2009/3/layout/OpposingIdeas"/>
    <dgm:cxn modelId="{59D29D44-A00F-4F4C-A22A-ECD298A43AF8}" type="presParOf" srcId="{2687E153-D376-485C-91CC-0553EB399722}" destId="{ECFC0445-A217-40B8-8A93-E2A681C41D5D}" srcOrd="1" destOrd="0" presId="urn:microsoft.com/office/officeart/2009/3/layout/OpposingIdeas"/>
    <dgm:cxn modelId="{78401BA9-DEA6-4971-AD4E-89B7EBC446F4}" type="presParOf" srcId="{2687E153-D376-485C-91CC-0553EB399722}" destId="{F44CA691-E0BB-45E5-A0A1-FA0526B3DAAD}" srcOrd="2" destOrd="0" presId="urn:microsoft.com/office/officeart/2009/3/layout/OpposingIdeas"/>
    <dgm:cxn modelId="{5A05F207-609D-491C-9377-647578B8331B}" type="presParOf" srcId="{2687E153-D376-485C-91CC-0553EB399722}" destId="{6C4FD04F-2D77-4113-BEE2-1EF8E24786DD}" srcOrd="3" destOrd="0" presId="urn:microsoft.com/office/officeart/2009/3/layout/OpposingIdeas"/>
    <dgm:cxn modelId="{5341A15A-4D74-4DAB-A737-0750E72BCF10}" type="presParOf" srcId="{2687E153-D376-485C-91CC-0553EB399722}" destId="{FB863497-D6EC-4184-8E63-700AD447D836}" srcOrd="4" destOrd="0" presId="urn:microsoft.com/office/officeart/2009/3/layout/OpposingIdeas"/>
    <dgm:cxn modelId="{F8D37333-08DD-47FB-9B34-13D542041BE9}" type="presParOf" srcId="{2687E153-D376-485C-91CC-0553EB399722}" destId="{B42300C3-8A0F-4B15-9FD1-0BC64E7BDEFC}" srcOrd="5" destOrd="0" presId="urn:microsoft.com/office/officeart/2009/3/layout/OpposingIdeas"/>
    <dgm:cxn modelId="{97F8F957-CF99-414E-AC61-B0BBE74BA048}" type="presParOf" srcId="{2687E153-D376-485C-91CC-0553EB399722}" destId="{03910D90-A5F2-472A-9504-C188C1FCDE0A}" srcOrd="6" destOrd="0" presId="urn:microsoft.com/office/officeart/2009/3/layout/OpposingIdeas"/>
    <dgm:cxn modelId="{B1650E29-4FF5-4A44-BB56-65CFC4694AD6}" type="presParOf" srcId="{2687E153-D376-485C-91CC-0553EB399722}" destId="{2E63D013-FFFE-4EF4-9276-C267F73201B7}" srcOrd="7" destOrd="0" presId="urn:microsoft.com/office/officeart/2009/3/layout/OpposingIdea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F98ECC-D54E-4B17-BD76-A270823C6FB6}">
      <dsp:nvSpPr>
        <dsp:cNvPr id="0" name=""/>
        <dsp:cNvSpPr/>
      </dsp:nvSpPr>
      <dsp:spPr>
        <a:xfrm>
          <a:off x="967581" y="1003609"/>
          <a:ext cx="5805487" cy="3121992"/>
        </a:xfrm>
        <a:prstGeom prst="round2Diag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FC0445-A217-40B8-8A93-E2A681C41D5D}">
      <dsp:nvSpPr>
        <dsp:cNvPr id="0" name=""/>
        <dsp:cNvSpPr/>
      </dsp:nvSpPr>
      <dsp:spPr>
        <a:xfrm>
          <a:off x="3869550" y="1334730"/>
          <a:ext cx="774" cy="2459751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4CA691-E0BB-45E5-A0A1-FA0526B3DAAD}">
      <dsp:nvSpPr>
        <dsp:cNvPr id="0" name=""/>
        <dsp:cNvSpPr/>
      </dsp:nvSpPr>
      <dsp:spPr>
        <a:xfrm>
          <a:off x="4063841" y="1240124"/>
          <a:ext cx="2515711" cy="264896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200" kern="1200" dirty="0"/>
            <a:t>מניח קלט נכון</a:t>
          </a:r>
          <a:endParaRPr lang="LID4096" sz="2200" kern="1200" dirty="0"/>
        </a:p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200" kern="1200" dirty="0"/>
            <a:t>מגדיר חוזה</a:t>
          </a:r>
          <a:endParaRPr lang="LID4096" sz="2200" kern="1200" dirty="0"/>
        </a:p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200" kern="1200" dirty="0"/>
            <a:t>המשתמש אשם</a:t>
          </a:r>
          <a:endParaRPr lang="LID4096" sz="2200" kern="1200" dirty="0"/>
        </a:p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200" kern="1200" dirty="0"/>
            <a:t>פחות בדיקות</a:t>
          </a:r>
          <a:endParaRPr lang="LID4096" sz="2200" kern="1200" dirty="0"/>
        </a:p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200" kern="1200" dirty="0"/>
            <a:t>דגש על ביצועים</a:t>
          </a:r>
        </a:p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200" kern="1200" dirty="0"/>
            <a:t>פחות בטוח</a:t>
          </a:r>
        </a:p>
      </dsp:txBody>
      <dsp:txXfrm>
        <a:off x="4063841" y="1240124"/>
        <a:ext cx="2515711" cy="2648963"/>
      </dsp:txXfrm>
    </dsp:sp>
    <dsp:sp modelId="{6C4FD04F-2D77-4113-BEE2-1EF8E24786DD}">
      <dsp:nvSpPr>
        <dsp:cNvPr id="0" name=""/>
        <dsp:cNvSpPr/>
      </dsp:nvSpPr>
      <dsp:spPr>
        <a:xfrm>
          <a:off x="1161097" y="1240124"/>
          <a:ext cx="2515711" cy="264896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200" kern="1200" dirty="0"/>
            <a:t>מניח קלט לא אמין</a:t>
          </a:r>
        </a:p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200" kern="1200" dirty="0"/>
            <a:t>לא מגדיר חוזה</a:t>
          </a:r>
        </a:p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200" kern="1200" dirty="0"/>
            <a:t>המימוש אשם</a:t>
          </a:r>
        </a:p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200" kern="1200" dirty="0"/>
            <a:t>יותר בדיקות</a:t>
          </a:r>
        </a:p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200" kern="1200" dirty="0"/>
            <a:t>מכביד על המימוש</a:t>
          </a:r>
        </a:p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200" kern="1200" dirty="0"/>
            <a:t>דגש על בטיחות</a:t>
          </a:r>
        </a:p>
      </dsp:txBody>
      <dsp:txXfrm>
        <a:off x="1161097" y="1240124"/>
        <a:ext cx="2515711" cy="2648963"/>
      </dsp:txXfrm>
    </dsp:sp>
    <dsp:sp modelId="{B42300C3-8A0F-4B15-9FD1-0BC64E7BDEFC}">
      <dsp:nvSpPr>
        <dsp:cNvPr id="0" name=""/>
        <dsp:cNvSpPr/>
      </dsp:nvSpPr>
      <dsp:spPr>
        <a:xfrm rot="5400000">
          <a:off x="5553954" y="1418574"/>
          <a:ext cx="3405810" cy="967581"/>
        </a:xfrm>
        <a:prstGeom prst="lef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Design by Contract</a:t>
          </a:r>
          <a:endParaRPr lang="LID4096" sz="2200" kern="1200" dirty="0"/>
        </a:p>
      </dsp:txBody>
      <dsp:txXfrm>
        <a:off x="5700189" y="1807527"/>
        <a:ext cx="3113340" cy="482145"/>
      </dsp:txXfrm>
    </dsp:sp>
    <dsp:sp modelId="{2E63D013-FFFE-4EF4-9276-C267F73201B7}">
      <dsp:nvSpPr>
        <dsp:cNvPr id="0" name=""/>
        <dsp:cNvSpPr/>
      </dsp:nvSpPr>
      <dsp:spPr>
        <a:xfrm rot="16200000">
          <a:off x="-1219114" y="2743056"/>
          <a:ext cx="3405810" cy="967581"/>
        </a:xfrm>
        <a:prstGeom prst="lef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Defensive Programming</a:t>
          </a:r>
          <a:endParaRPr lang="LID4096" sz="2200" kern="1200" dirty="0"/>
        </a:p>
      </dsp:txBody>
      <dsp:txXfrm>
        <a:off x="-1072879" y="2839539"/>
        <a:ext cx="3113340" cy="4821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OpposingIdeas">
  <dgm:title val=""/>
  <dgm:desc val=""/>
  <dgm:catLst>
    <dgm:cat type="relationship" pri="34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clrData>
  <dgm:layoutNode name="Name0">
    <dgm:varLst>
      <dgm:chMax val="2"/>
      <dgm:dir/>
      <dgm:animOne val="branch"/>
      <dgm:animLvl val="lvl"/>
      <dgm:resizeHandles val="exact"/>
    </dgm:varLst>
    <dgm:choose name="Name1">
      <dgm:if name="Name2" axis="ch" ptType="node" func="cnt" op="lte" val="1">
        <dgm:alg type="composite">
          <dgm:param type="ar" val="0.9928"/>
        </dgm:alg>
      </dgm:if>
      <dgm:else name="Name3">
        <dgm:alg type="composite">
          <dgm:param type="ar" val="1.6364"/>
        </dgm:alg>
      </dgm:else>
    </dgm:choose>
    <dgm:shape xmlns:r="http://schemas.openxmlformats.org/officeDocument/2006/relationships" r:blip="">
      <dgm:adjLst/>
    </dgm:shape>
    <dgm:choose name="Name4">
      <dgm:if name="Name5" func="var" arg="dir" op="equ" val="norm">
        <dgm:choose name="Name6">
          <dgm:if name="Name7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2963"/>
              <dgm:constr type="t" for="ch" forName="ChildText1" refType="h" fact="0.2722"/>
              <dgm:constr type="w" for="ch" forName="ChildText1" refType="w" fact="0.6534"/>
              <dgm:constr type="h" for="ch" forName="ChildText1" refType="h" fact="0.6682"/>
              <dgm:constr type="l" for="ch" forName="Background" refType="w" fact="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l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l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8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l" for="ch" forName="ChildText2" refType="w" fact="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l" for="ch" forName="Background" refType="w" fact="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l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l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l" for="ch" forName="ParentText2" refType="w" fact="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l" for="ch" forName="ParentShape2" refType="w" fact="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l" for="ch" forName="Divider" refType="w" fact="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if>
      <dgm:else name="Name9">
        <dgm:choose name="Name10">
          <dgm:if name="Name11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2455"/>
              <dgm:constr type="t" for="ch" forName="ChildText1" refType="h" fact="0.2651"/>
              <dgm:constr type="w" for="ch" forName="ChildText1" refType="w" fact="0.5351"/>
              <dgm:constr type="h" for="ch" forName="ChildText1" refType="h" fact="0.56"/>
              <dgm:constr type="r" for="ch" forName="Background" refType="w" fact="-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r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r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12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r" for="ch" forName="ChildText2" refType="w" fact="-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r" for="ch" forName="Background" refType="w" fact="-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r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r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r" for="ch" forName="ParentText2" refType="w" fact="-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r" for="ch" forName="ParentShape2" refType="w" fact="-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r" for="ch" forName="Divider" refType="w" fact="-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else>
    </dgm:choose>
    <dgm:choose name="Name13">
      <dgm:if name="Name14" axis="ch" ptType="node" func="cnt" op="gte" val="1">
        <dgm:layoutNode name="Background" styleLbl="node1">
          <dgm:alg type="sp"/>
          <dgm:choose name="Name15">
            <dgm:if name="Name16" func="var" arg="dir" op="equ" val="norm">
              <dgm:shape xmlns:r="http://schemas.openxmlformats.org/officeDocument/2006/relationships" type="round2DiagRect" r:blip="">
                <dgm:adjLst>
                  <dgm:adj idx="1" val="0"/>
                  <dgm:adj idx="2" val="0.1667"/>
                </dgm:adjLst>
              </dgm:shape>
            </dgm:if>
            <dgm:else name="Name17">
              <dgm:shape xmlns:r="http://schemas.openxmlformats.org/officeDocument/2006/relationships" type="round2DiagRect" r:blip="">
                <dgm:adjLst>
                  <dgm:adj idx="1" val="0.1667"/>
                  <dgm:adj idx="2" val="0"/>
                </dgm:adjLst>
              </dgm:shape>
            </dgm:else>
          </dgm:choose>
          <dgm:presOf/>
        </dgm:layoutNode>
        <dgm:choose name="Name18">
          <dgm:if name="Name19" axis="ch" ptType="node" func="cnt" op="gte" val="2">
            <dgm:layoutNode name="Divider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</dgm:if>
          <dgm:else name="Name20"/>
        </dgm:choose>
        <dgm:layoutNode name="ChildText1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ch des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21">
          <dgm:if name="Name22" axis="ch" ptType="node" func="cnt" op="gte" val="2">
            <dgm:layoutNode name="ChildText2" styleLbl="revTx">
              <dgm:varLst>
                <dgm:chMax val="0"/>
                <dgm:chPref val="0"/>
                <dgm:bulletEnabled val="1"/>
              </dgm:varLst>
              <dgm:alg type="tx">
                <dgm:param type="parTxLTRAlign" val="l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ch des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23"/>
        </dgm:choose>
        <dgm:layoutNode name="ParentText1" styleLbl="revTx">
          <dgm:varLst>
            <dgm:chMax val="1"/>
            <dgm:chPref val="1"/>
          </dgm:varLst>
          <dgm:choose name="Name24">
            <dgm:if name="Name25" func="var" arg="dir" op="equ" val="norm">
              <dgm:alg type="tx">
                <dgm:param type="parTxLTRAlign" val="r"/>
                <dgm:param type="shpTxLTRAlignCh" val="r"/>
                <dgm:param type="txAnchorVertCh" val="mid"/>
                <dgm:param type="autoTxRot" val="grav"/>
              </dgm:alg>
            </dgm:if>
            <dgm:else name="Name26">
              <dgm:alg type="tx">
                <dgm:param type="parTxLTRAlign" val="l"/>
                <dgm:param type="shpTxLTRAlignCh" val="r"/>
                <dgm:param type="txAnchorVertCh" val="mid"/>
                <dgm:param type="autoTxRot" val="grav"/>
              </dgm:alg>
            </dgm:else>
          </dgm:choose>
          <dgm:choose name="Name27">
            <dgm:if name="Name28" func="var" arg="dir" op="equ" val="norm">
              <dgm:shape xmlns:r="http://schemas.openxmlformats.org/officeDocument/2006/relationships" rot="-90" type="rightArrow" r:blip="" hideGeom="1">
                <dgm:adjLst>
                  <dgm:adj idx="1" val="0.4983"/>
                  <dgm:adj idx="2" val="0.6066"/>
                </dgm:adjLst>
              </dgm:shape>
            </dgm:if>
            <dgm:else name="Name29">
              <dgm:shape xmlns:r="http://schemas.openxmlformats.org/officeDocument/2006/relationships" rot="90" type="leftArrow" r:blip="" hideGeom="1">
                <dgm:adjLst>
                  <dgm:adj idx="1" val="0.4983"/>
                  <dgm:adj idx="2" val="0.6066"/>
                </dgm:adjLst>
              </dgm:shape>
            </dgm:else>
          </dgm:choose>
          <dgm:presOf axis="ch 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ParentShape1" styleLbl="alignImgPlace1">
          <dgm:varLst/>
          <dgm:alg type="sp"/>
          <dgm:presOf axis="ch self" ptType="node node" st="1 1" cnt="1 0"/>
          <dgm:choose name="Name30">
            <dgm:if name="Name31" func="var" arg="dir" op="equ" val="norm">
              <dgm:shape xmlns:r="http://schemas.openxmlformats.org/officeDocument/2006/relationships" rot="-90" type="rightArrow" r:blip="">
                <dgm:adjLst>
                  <dgm:adj idx="1" val="0.4983"/>
                  <dgm:adj idx="2" val="0.6066"/>
                </dgm:adjLst>
              </dgm:shape>
            </dgm:if>
            <dgm:else name="Name32">
              <dgm:shape xmlns:r="http://schemas.openxmlformats.org/officeDocument/2006/relationships" rot="90" type="leftArrow" r:blip="">
                <dgm:adjLst>
                  <dgm:adj idx="1" val="0.4983"/>
                  <dgm:adj idx="2" val="0.6066"/>
                </dgm:adjLst>
              </dgm:shape>
            </dgm:else>
          </dgm:choose>
        </dgm:layoutNode>
        <dgm:choose name="Name33">
          <dgm:if name="Name34" axis="ch" ptType="node" func="cnt" op="gte" val="2">
            <dgm:layoutNode name="ParentText2" styleLbl="revTx">
              <dgm:varLst>
                <dgm:chMax val="1"/>
                <dgm:chPref val="1"/>
              </dgm:varLst>
              <dgm:choose name="Name35">
                <dgm:if name="Name36" func="var" arg="dir" op="equ" val="norm">
                  <dgm:alg type="tx">
                    <dgm:param type="parTxLTRAlign" val="r"/>
                    <dgm:param type="shpTxLTRAlignCh" val="r"/>
                    <dgm:param type="txAnchorVertCh" val="mid"/>
                    <dgm:param type="autoTxRot" val="grav"/>
                  </dgm:alg>
                </dgm:if>
                <dgm:else name="Name37">
                  <dgm:alg type="tx">
                    <dgm:param type="parTxLTRAlign" val="l"/>
                    <dgm:param type="shpTxLTRAlignCh" val="r"/>
                    <dgm:param type="txAnchorVertCh" val="mid"/>
                    <dgm:param type="autoTxRot" val="grav"/>
                  </dgm:alg>
                </dgm:else>
              </dgm:choose>
              <dgm:choose name="Name38">
                <dgm:if name="Name39" func="var" arg="dir" op="equ" val="norm">
                  <dgm:shape xmlns:r="http://schemas.openxmlformats.org/officeDocument/2006/relationships" rot="90" type="rightArrow" r:blip="" hideGeom="1">
                    <dgm:adjLst>
                      <dgm:adj idx="1" val="0.4983"/>
                      <dgm:adj idx="2" val="0.6066"/>
                    </dgm:adjLst>
                  </dgm:shape>
                </dgm:if>
                <dgm:else name="Name40">
                  <dgm:shape xmlns:r="http://schemas.openxmlformats.org/officeDocument/2006/relationships" rot="-90" type="leftArrow" r:blip="" hideGeom="1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ParentShape2" styleLbl="alignImgPlace1">
              <dgm:varLst/>
              <dgm:alg type="sp"/>
              <dgm:choose name="Name41">
                <dgm:if name="Name42" func="var" arg="dir" op="equ" val="norm">
                  <dgm:shape xmlns:r="http://schemas.openxmlformats.org/officeDocument/2006/relationships" rot="90" type="rightArrow" r:blip="">
                    <dgm:adjLst>
                      <dgm:adj idx="1" val="0.4983"/>
                      <dgm:adj idx="2" val="0.6066"/>
                    </dgm:adjLst>
                  </dgm:shape>
                </dgm:if>
                <dgm:else name="Name43">
                  <dgm:shape xmlns:r="http://schemas.openxmlformats.org/officeDocument/2006/relationships" rot="-90" type="leftArrow" r:blip="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</dgm:layoutNode>
          </dgm:if>
          <dgm:else name="Name44"/>
        </dgm:choose>
      </dgm:if>
      <dgm:else name="Name4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6FBB33-3A7B-FD1A-B843-871C484E72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011B8-0A54-70FB-27EE-859898B6D4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6DF34-C585-4C12-B178-D0C47CBC4446}" type="datetimeFigureOut">
              <a:rPr lang="en-IL" smtClean="0">
                <a:latin typeface="Calibri" panose="020F0502020204030204" pitchFamily="34" charset="0"/>
              </a:rPr>
              <a:t>12/06/2025</a:t>
            </a:fld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E307D-D58C-B4B0-EA84-20C9CE1875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60314-03A1-2682-2FD8-AF8F93F32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66A7A-8D44-413F-979F-54C810EDD798}" type="slidenum">
              <a:rPr lang="en-IL" smtClean="0">
                <a:latin typeface="Calibri" panose="020F0502020204030204" pitchFamily="34" charset="0"/>
              </a:rPr>
              <a:t>‹#›</a:t>
            </a:fld>
            <a:endParaRPr lang="en-IL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19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LID4096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45E4470E-428A-49A2-9F21-2FC2656C022F}" type="datetimeFigureOut">
              <a:rPr lang="LID4096" smtClean="0"/>
              <a:pPr/>
              <a:t>12/06/2025</a:t>
            </a:fld>
            <a:endParaRPr lang="LID4096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23455DA9-2505-44F6-AA4C-A32366DA151B}" type="slidenum">
              <a:rPr lang="LID4096" smtClean="0"/>
              <a:pPr/>
              <a:t>‹#›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4417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2F18ED-7451-038C-1D76-A9F0FDCAE0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4726" y="818971"/>
            <a:ext cx="7067314" cy="554894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3AC67B-A509-166B-C5CC-2EF767155503}"/>
              </a:ext>
            </a:extLst>
          </p:cNvPr>
          <p:cNvSpPr/>
          <p:nvPr userDrawn="1"/>
        </p:nvSpPr>
        <p:spPr>
          <a:xfrm>
            <a:off x="3304148" y="4845696"/>
            <a:ext cx="5245347" cy="923330"/>
          </a:xfrm>
          <a:prstGeom prst="rect">
            <a:avLst/>
          </a:prstGeom>
          <a:noFill/>
        </p:spPr>
        <p:txBody>
          <a:bodyPr wrap="none" lIns="91440" tIns="45720" rIns="91440" bIns="45720" anchor="ctr" anchorCtr="0">
            <a:spAutoFit/>
          </a:bodyPr>
          <a:lstStyle/>
          <a:p>
            <a:pPr algn="ctr"/>
            <a:r>
              <a:rPr lang="he-IL" sz="54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קורס תכנות מערכות</a:t>
            </a:r>
            <a:endParaRPr lang="LID4096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urseTitle" descr="Slide title in Hebrew">
            <a:extLst>
              <a:ext uri="{FF2B5EF4-FFF2-40B4-BE49-F238E27FC236}">
                <a16:creationId xmlns:a16="http://schemas.microsoft.com/office/drawing/2014/main" id="{75400D95-AE9F-826B-7C3A-A9F2F139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960" y="549275"/>
            <a:ext cx="7667536" cy="2789724"/>
          </a:xfrm>
          <a:prstGeom prst="rect">
            <a:avLst/>
          </a:prstGeom>
        </p:spPr>
        <p:txBody>
          <a:bodyPr wrap="none" tIns="0" bIns="0" anchor="ctr" anchorCtr="0">
            <a:normAutofit/>
          </a:bodyPr>
          <a:lstStyle>
            <a:lvl1pPr algn="r" rtl="1">
              <a:defRPr lang="he-IL" sz="96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r" rtl="1"/>
            <a:endParaRPr lang="he-IL" sz="6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14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ebrewTitle" descr="Slide title in Hebrew">
            <a:extLst>
              <a:ext uri="{FF2B5EF4-FFF2-40B4-BE49-F238E27FC236}">
                <a16:creationId xmlns:a16="http://schemas.microsoft.com/office/drawing/2014/main" id="{36E91B60-7897-7630-1583-F7AB58541E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1395" y="458966"/>
            <a:ext cx="7740652" cy="720009"/>
          </a:xfrm>
          <a:prstGeom prst="rect">
            <a:avLst/>
          </a:prstGeom>
        </p:spPr>
        <p:txBody>
          <a:bodyPr wrap="none" tIns="0" bIns="0" anchor="ctr" anchorCtr="0">
            <a:normAutofit/>
          </a:bodyPr>
          <a:lstStyle>
            <a:lvl1pPr algn="r" rtl="1">
              <a:defRPr lang="he-IL" sz="60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r" rtl="1">
              <a:spcBef>
                <a:spcPts val="0"/>
              </a:spcBef>
              <a:buNone/>
            </a:pPr>
            <a:r>
              <a:rPr lang="he-IL" dirty="0"/>
              <a:t>נושא השקופית</a:t>
            </a:r>
          </a:p>
        </p:txBody>
      </p:sp>
      <p:sp>
        <p:nvSpPr>
          <p:cNvPr id="5" name="!!Content">
            <a:extLst>
              <a:ext uri="{FF2B5EF4-FFF2-40B4-BE49-F238E27FC236}">
                <a16:creationId xmlns:a16="http://schemas.microsoft.com/office/drawing/2014/main" id="{A5F67D86-B813-2EB6-2AD8-530BF918B2A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81394" y="1448979"/>
            <a:ext cx="7740652" cy="51296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rtl="1">
              <a:buFont typeface="Arial" panose="020B0604020202020204" pitchFamily="34" charset="0"/>
              <a:buNone/>
              <a:defRPr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he-IL" dirty="0"/>
              <a:t>תוכן</a:t>
            </a:r>
            <a:endParaRPr lang="en-US" dirty="0"/>
          </a:p>
          <a:p>
            <a:pPr lvl="0"/>
            <a:r>
              <a:rPr lang="en-US" dirty="0"/>
              <a:t>content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8584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BlueRectangle">
            <a:extLst>
              <a:ext uri="{FF2B5EF4-FFF2-40B4-BE49-F238E27FC236}">
                <a16:creationId xmlns:a16="http://schemas.microsoft.com/office/drawing/2014/main" id="{C2DBB14B-EEC3-2DB0-F986-1D4CB3A9C521}"/>
              </a:ext>
            </a:extLst>
          </p:cNvPr>
          <p:cNvSpPr/>
          <p:nvPr userDrawn="1"/>
        </p:nvSpPr>
        <p:spPr bwMode="gray">
          <a:xfrm>
            <a:off x="8892048" y="0"/>
            <a:ext cx="251952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8" name="LeftLightBlueRectangle">
            <a:extLst>
              <a:ext uri="{FF2B5EF4-FFF2-40B4-BE49-F238E27FC236}">
                <a16:creationId xmlns:a16="http://schemas.microsoft.com/office/drawing/2014/main" id="{36A35963-74BA-CFBC-ECAA-C9D962DD03BB}"/>
              </a:ext>
            </a:extLst>
          </p:cNvPr>
          <p:cNvSpPr/>
          <p:nvPr userDrawn="1"/>
        </p:nvSpPr>
        <p:spPr bwMode="ltGray">
          <a:xfrm>
            <a:off x="341950" y="0"/>
            <a:ext cx="3600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9" name="LeftBlueRectangle">
            <a:extLst>
              <a:ext uri="{FF2B5EF4-FFF2-40B4-BE49-F238E27FC236}">
                <a16:creationId xmlns:a16="http://schemas.microsoft.com/office/drawing/2014/main" id="{4F015265-AF27-200C-4895-6752E9BFE9A5}"/>
              </a:ext>
            </a:extLst>
          </p:cNvPr>
          <p:cNvSpPr/>
          <p:nvPr userDrawn="1"/>
        </p:nvSpPr>
        <p:spPr bwMode="gray">
          <a:xfrm>
            <a:off x="-4334" y="0"/>
            <a:ext cx="346287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cxnSp>
        <p:nvCxnSpPr>
          <p:cNvPr id="10" name="VerticalLineMidLogo">
            <a:extLst>
              <a:ext uri="{FF2B5EF4-FFF2-40B4-BE49-F238E27FC236}">
                <a16:creationId xmlns:a16="http://schemas.microsoft.com/office/drawing/2014/main" id="{656F6BDD-33C7-67F9-B411-2DDC5AA97049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34195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orizontalLineAboveLogo">
            <a:extLst>
              <a:ext uri="{FF2B5EF4-FFF2-40B4-BE49-F238E27FC236}">
                <a16:creationId xmlns:a16="http://schemas.microsoft.com/office/drawing/2014/main" id="{8B92081E-31C5-CAF2-9A81-0FF4B3064B25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548968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orizontalLineBelowLogo">
            <a:extLst>
              <a:ext uri="{FF2B5EF4-FFF2-40B4-BE49-F238E27FC236}">
                <a16:creationId xmlns:a16="http://schemas.microsoft.com/office/drawing/2014/main" id="{37FEAC9E-A90B-0495-D4E9-530C0C874AA0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1549232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175CC09-1E32-D0CD-29D9-E2E1C1E1E15D}"/>
              </a:ext>
            </a:extLst>
          </p:cNvPr>
          <p:cNvSpPr txBox="1"/>
          <p:nvPr userDrawn="1"/>
        </p:nvSpPr>
        <p:spPr>
          <a:xfrm>
            <a:off x="806090" y="6550223"/>
            <a:ext cx="885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Tal Raveh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44330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8D00-06F6-E602-6C47-76C2BA23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פרק </a:t>
            </a:r>
            <a:r>
              <a:rPr lang="en-US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9</a:t>
            </a:r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:</a:t>
            </a:r>
            <a:b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תכנון לפי חוזה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1CB35B-095F-4677-0CAC-099D1BC04859}"/>
              </a:ext>
            </a:extLst>
          </p:cNvPr>
          <p:cNvSpPr txBox="1"/>
          <p:nvPr/>
        </p:nvSpPr>
        <p:spPr>
          <a:xfrm>
            <a:off x="881960" y="3384231"/>
            <a:ext cx="76675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תכנות לפי חוזה, תכנות הגנתי, בדיקות יחידה</a:t>
            </a:r>
            <a:endParaRPr lang="LID4096" sz="32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tx2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98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BCCB6-39DE-35D1-4E0B-8E41CAEFE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D766D-E294-A129-1705-3671D8954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תכנון על פי חוזה (</a:t>
            </a:r>
            <a:r>
              <a:rPr lang="en-US" dirty="0" err="1"/>
              <a:t>DbC</a:t>
            </a:r>
            <a:r>
              <a:rPr lang="he-IL" dirty="0"/>
              <a:t>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5E0EB-BFD7-C9A1-8CAE-8C054552E1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09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>
                <a:latin typeface="+mn-lt"/>
              </a:rPr>
              <a:t>חוזה ברור בין מחלקה למשתמש: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נדרשים תנאי קדם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נדרשים תנאים פנימיים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מובטחים תנאי סיום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dirty="0">
                <a:latin typeface="+mn-lt"/>
              </a:rPr>
              <a:t>למשל במתודה </a:t>
            </a:r>
            <a:r>
              <a:rPr lang="en-US" dirty="0">
                <a:latin typeface="+mn-lt"/>
              </a:rPr>
              <a:t>crop</a:t>
            </a:r>
            <a:r>
              <a:rPr lang="he-IL" dirty="0">
                <a:latin typeface="+mn-lt"/>
              </a:rPr>
              <a:t> שבמחלקה </a:t>
            </a:r>
            <a:r>
              <a:rPr lang="en-US" dirty="0">
                <a:latin typeface="+mn-lt"/>
              </a:rPr>
              <a:t>Image</a:t>
            </a:r>
            <a:r>
              <a:rPr lang="he-IL" dirty="0">
                <a:latin typeface="+mn-lt"/>
              </a:rPr>
              <a:t>: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_w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_h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byte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[]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_bytes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    void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crop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x,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y,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w,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h)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   </a:t>
            </a:r>
            <a:r>
              <a:rPr lang="en-IL" sz="1800" dirty="0"/>
              <a:t>⋮</a:t>
            </a:r>
            <a:endParaRPr lang="en-US" sz="1800" dirty="0"/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342900" indent="-342900" algn="r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מה יכולים להיות תנאי הקדם?</a:t>
            </a:r>
          </a:p>
          <a:p>
            <a:pPr marL="342900" indent="-342900" algn="r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מה יכולים להיות התנאים פנימיים?</a:t>
            </a:r>
          </a:p>
          <a:p>
            <a:pPr marL="342900" indent="-342900" algn="r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מה יכולים להיות תנאי הסיום?</a:t>
            </a:r>
          </a:p>
          <a:p>
            <a:pPr marL="342900" indent="-342900" algn="r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he-I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547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62132-4365-2A0A-DC38-DECA3DC2C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5200E-89A1-BA7C-4337-138089F9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תנאי קדם (</a:t>
            </a:r>
            <a:r>
              <a:rPr lang="en-US" dirty="0"/>
              <a:t>preconditions</a:t>
            </a:r>
            <a:r>
              <a:rPr lang="he-IL" dirty="0"/>
              <a:t>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9D24-128D-AD98-A42F-F8FFBCBBBEE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092324"/>
          </a:xfrm>
        </p:spPr>
        <p:txBody>
          <a:bodyPr>
            <a:noAutofit/>
          </a:bodyPr>
          <a:lstStyle/>
          <a:p>
            <a:endParaRPr lang="he-I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דרישות שחייבות להתקיים בקריאה לפעולה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אחרת ההתנהגות של הפעולה אינה מובטחת (</a:t>
            </a:r>
            <a:r>
              <a:rPr lang="en-US" dirty="0"/>
              <a:t>UB</a:t>
            </a:r>
            <a:r>
              <a:rPr lang="he-IL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הפרה = באג של המשתמש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מותר להגדיר תנאים במונחים אבסטרקטים (ברמת החוזה)</a:t>
            </a:r>
          </a:p>
          <a:p>
            <a:endParaRPr lang="he-IL" dirty="0"/>
          </a:p>
          <a:p>
            <a:r>
              <a:rPr lang="he-IL" dirty="0"/>
              <a:t>למשל ב </a:t>
            </a:r>
            <a:r>
              <a:rPr lang="en-US" dirty="0"/>
              <a:t>crop</a:t>
            </a:r>
            <a:r>
              <a:rPr lang="he-IL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x, y, w, h</a:t>
            </a:r>
            <a:r>
              <a:rPr lang="he-IL" dirty="0"/>
              <a:t> חייבים להיות אי-שליליים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האזור המבוקש חייב להתאים לגבולות התמונה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41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77416-F16A-28BB-1151-399E07230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7EA58-6913-4723-E68B-82F53F70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תנאי פנימיים (</a:t>
            </a:r>
            <a:r>
              <a:rPr lang="en-US" dirty="0"/>
              <a:t>invariants</a:t>
            </a:r>
            <a:r>
              <a:rPr lang="he-IL" dirty="0"/>
              <a:t>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60523-96F9-08E3-37BE-51B6B96A559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092324"/>
          </a:xfrm>
        </p:spPr>
        <p:txBody>
          <a:bodyPr>
            <a:noAutofit/>
          </a:bodyPr>
          <a:lstStyle/>
          <a:p>
            <a:endParaRPr lang="he-I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חייבים להיות נכונים בכל מצב שהאובייקט נגיש למשתמש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חייבים להיות נכונים בתחילת וסיום כל פעולה ציבורית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שומרים על עקביות המבנה הפנימי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הפרה = באג במימוש</a:t>
            </a:r>
          </a:p>
          <a:p>
            <a:endParaRPr lang="he-IL" dirty="0"/>
          </a:p>
          <a:p>
            <a:r>
              <a:rPr lang="he-IL" dirty="0"/>
              <a:t>למשל ב </a:t>
            </a:r>
            <a:r>
              <a:rPr lang="en-US" dirty="0"/>
              <a:t>Image</a:t>
            </a:r>
            <a:r>
              <a:rPr lang="he-IL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מידות התמונה חייבות להיות אי-שליליות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גודל ה </a:t>
            </a:r>
            <a:r>
              <a:rPr lang="en-US" dirty="0"/>
              <a:t>data</a:t>
            </a:r>
            <a:r>
              <a:rPr lang="he-IL" dirty="0"/>
              <a:t> חייב להתאים לרוחב והגובה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45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61948-48AA-50D9-4349-2E6A29CC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9BB2-815E-3644-9514-9F4FC68D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תנאי סיום (</a:t>
            </a:r>
            <a:r>
              <a:rPr lang="en-US" dirty="0"/>
              <a:t>postconditions</a:t>
            </a:r>
            <a:r>
              <a:rPr lang="he-IL" dirty="0"/>
              <a:t>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9158E-02A0-C41F-66AB-8744E4EF42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092324"/>
          </a:xfrm>
        </p:spPr>
        <p:txBody>
          <a:bodyPr>
            <a:noAutofit/>
          </a:bodyPr>
          <a:lstStyle/>
          <a:p>
            <a:endParaRPr lang="he-I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מובטחים אחרי ביצוע הפעולה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מתארים את מצב האובייקט לאחר השינוי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לא תלויים בדפוס שימוש ספציפי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מבטיחים תוצאה עקבית של פעולה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מגדירים התחייבות ברורה למשתמש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הפרה = באג במימוש </a:t>
            </a:r>
          </a:p>
          <a:p>
            <a:endParaRPr lang="he-IL" dirty="0"/>
          </a:p>
          <a:p>
            <a:r>
              <a:rPr lang="he-IL" dirty="0"/>
              <a:t>למשל ב </a:t>
            </a:r>
            <a:r>
              <a:rPr lang="en-US" dirty="0"/>
              <a:t>crop</a:t>
            </a:r>
            <a:r>
              <a:rPr lang="he-IL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הרוחב והגובה של התמונה חייבים להיות שווים למה שביקשו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הפיקסלים בתמונה חייבים להיות שווים למה שיש באזור שביקשו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030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8A7B9-97E5-D385-49E7-DB0FDBC7A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01B7B-86CE-708E-11AB-C90D00F66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בדיקות יחידה (</a:t>
            </a:r>
            <a:r>
              <a:rPr lang="en-US" dirty="0"/>
              <a:t>unit tests</a:t>
            </a:r>
            <a:r>
              <a:rPr lang="he-IL" dirty="0"/>
              <a:t>)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E98EEA-9E5A-47AE-1BFA-B01B0EFD084B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881395" y="1358978"/>
                <a:ext cx="7740652" cy="5092324"/>
              </a:xfrm>
            </p:spPr>
            <p:txBody>
              <a:bodyPr>
                <a:noAutofit/>
              </a:bodyPr>
              <a:lstStyle/>
              <a:p>
                <a:pPr marL="342900" indent="-342900">
                  <a:lnSpc>
                    <a:spcPct val="100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he-IL" dirty="0"/>
                  <a:t>החוזה מגדיר מה אמור לקרות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he-IL" dirty="0"/>
                  <a:t>הבדיקות מאמתות שהחוזה מתקיים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he-IL" dirty="0"/>
                  <a:t>שימוש ב </a:t>
                </a:r>
                <a:r>
                  <a:rPr lang="en-US" dirty="0"/>
                  <a:t>asserts</a:t>
                </a:r>
                <a:r>
                  <a:rPr lang="he-IL" dirty="0"/>
                  <a:t> (בדיקה שמופעלת רק בזמן פיתוח)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he-IL" dirty="0"/>
                  <a:t>תנאי קדם נבדקים:</a:t>
                </a:r>
              </a:p>
              <a:p>
                <a:pPr marL="1028700" lvl="1" indent="-342900" algn="r" rt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he-IL" sz="2000" dirty="0"/>
                  <a:t>מצבי שגיאה</a:t>
                </a:r>
              </a:p>
              <a:p>
                <a:pPr marL="1028700" lvl="1" indent="-342900" algn="r" rt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he-IL" sz="2000" dirty="0"/>
                  <a:t>מצבי קיצון</a:t>
                </a:r>
              </a:p>
              <a:p>
                <a:pPr marL="1028700" lvl="1" indent="-342900" algn="r" rt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he-IL" sz="2000" dirty="0"/>
                  <a:t>מצבים "רגילים"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he-IL" dirty="0"/>
                  <a:t>תנאי סיום נבדקים על התוצאות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he-IL" dirty="0"/>
                  <a:t>תנאים פנימיים נבדקים על האובייקט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he-IL" dirty="0"/>
                  <a:t>למשל ב </a:t>
                </a:r>
                <a:r>
                  <a:rPr lang="en-US" dirty="0"/>
                  <a:t>crop</a:t>
                </a:r>
                <a:r>
                  <a:rPr lang="he-IL" dirty="0"/>
                  <a:t>: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he-IL" dirty="0"/>
                  <a:t>בדיקה שקלט לא תקין זורק חריגה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he-IL" dirty="0"/>
                  <a:t>בדיקה שהתמונה בגודל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he-IL" dirty="0"/>
                  <a:t> אחרי הקריאה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he-IL" dirty="0"/>
                  <a:t>בדיקה שהתוכן תואם את אזור החיתוך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E98EEA-9E5A-47AE-1BFA-B01B0EFD08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881395" y="1358978"/>
                <a:ext cx="7740652" cy="5092324"/>
              </a:xfrm>
              <a:blipFill>
                <a:blip r:embed="rId2"/>
                <a:stretch>
                  <a:fillRect t="-838" r="-110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585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D40D5-1736-3247-00B1-9C4FFAB16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4BF5-1F00-9CAD-5E84-37DBF7A2B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לעומת תכנות הגנתי</a:t>
            </a:r>
            <a:endParaRPr lang="LID4096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A11B9D-70F5-2644-6199-0B7513A33F44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594222355"/>
              </p:ext>
            </p:extLst>
          </p:nvPr>
        </p:nvGraphicFramePr>
        <p:xfrm>
          <a:off x="881063" y="1449388"/>
          <a:ext cx="7740650" cy="5129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8EB0CED-B86D-E355-87BE-F45F6CD60D38}"/>
              </a:ext>
            </a:extLst>
          </p:cNvPr>
          <p:cNvSpPr txBox="1"/>
          <p:nvPr/>
        </p:nvSpPr>
        <p:spPr>
          <a:xfrm>
            <a:off x="2501977" y="5589024"/>
            <a:ext cx="4575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1"/>
            <a:r>
              <a:rPr lang="he-IL" sz="2400" dirty="0"/>
              <a:t>(אבל אין סתירה ביניהם)</a:t>
            </a:r>
          </a:p>
        </p:txBody>
      </p:sp>
    </p:spTree>
    <p:extLst>
      <p:ext uri="{BB962C8B-B14F-4D97-AF65-F5344CB8AC3E}">
        <p14:creationId xmlns:p14="http://schemas.microsoft.com/office/powerpoint/2010/main" val="1233869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9806</TotalTime>
  <Words>368</Words>
  <Application>Microsoft Office PowerPoint</Application>
  <PresentationFormat>On-screen Show (4:3)</PresentationFormat>
  <Paragraphs>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Consolas</vt:lpstr>
      <vt:lpstr>Office Theme</vt:lpstr>
      <vt:lpstr>פרק 9: תכנון לפי חוזה</vt:lpstr>
      <vt:lpstr>תכנון על פי חוזה (DbC)</vt:lpstr>
      <vt:lpstr>תנאי קדם (preconditions)</vt:lpstr>
      <vt:lpstr>תנאי פנימיים (invariants)</vt:lpstr>
      <vt:lpstr>תנאי סיום (postconditions)</vt:lpstr>
      <vt:lpstr>בדיקות יחידה (unit tests)</vt:lpstr>
      <vt:lpstr>לעומת תכנות הגנתי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Tal R.</dc:creator>
  <cp:lastModifiedBy>Tal R.</cp:lastModifiedBy>
  <cp:revision>202</cp:revision>
  <dcterms:created xsi:type="dcterms:W3CDTF">2023-11-25T13:14:24Z</dcterms:created>
  <dcterms:modified xsi:type="dcterms:W3CDTF">2025-12-06T19:47:01Z</dcterms:modified>
</cp:coreProperties>
</file>