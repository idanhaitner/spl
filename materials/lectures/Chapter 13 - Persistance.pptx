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541" r:id="rId2"/>
    <p:sldId id="840" r:id="rId3"/>
    <p:sldId id="841" r:id="rId4"/>
    <p:sldId id="842" r:id="rId5"/>
    <p:sldId id="845" r:id="rId6"/>
    <p:sldId id="846" r:id="rId7"/>
    <p:sldId id="847" r:id="rId8"/>
    <p:sldId id="851" r:id="rId9"/>
    <p:sldId id="852" r:id="rId10"/>
    <p:sldId id="854" r:id="rId11"/>
    <p:sldId id="853" r:id="rId12"/>
    <p:sldId id="855" r:id="rId13"/>
    <p:sldId id="856" r:id="rId14"/>
    <p:sldId id="857" r:id="rId15"/>
    <p:sldId id="858" r:id="rId16"/>
    <p:sldId id="859" r:id="rId17"/>
    <p:sldId id="860" r:id="rId18"/>
    <p:sldId id="861" r:id="rId19"/>
    <p:sldId id="862" r:id="rId20"/>
    <p:sldId id="863" r:id="rId21"/>
    <p:sldId id="864" r:id="rId22"/>
    <p:sldId id="865" r:id="rId23"/>
    <p:sldId id="867" r:id="rId24"/>
    <p:sldId id="868" r:id="rId25"/>
    <p:sldId id="870" r:id="rId26"/>
    <p:sldId id="871" r:id="rId27"/>
    <p:sldId id="872" r:id="rId28"/>
    <p:sldId id="873" r:id="rId29"/>
    <p:sldId id="874" r:id="rId30"/>
    <p:sldId id="875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8DAB71-D721-45FE-914F-CBC181A9F776}" v="3778" dt="2026-01-17T17:25:02.258"/>
    <p1510:client id="{F8E14AF8-ED9E-4C35-A846-ACF945F12823}" v="4929" dt="2026-01-17T06:48:54.2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864" autoAdjust="0"/>
    <p:restoredTop sz="62513" autoAdjust="0"/>
  </p:normalViewPr>
  <p:slideViewPr>
    <p:cSldViewPr>
      <p:cViewPr varScale="1">
        <p:scale>
          <a:sx n="82" d="100"/>
          <a:sy n="82" d="100"/>
        </p:scale>
        <p:origin x="100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320"/>
    </p:cViewPr>
  </p:sorterViewPr>
  <p:notesViewPr>
    <p:cSldViewPr>
      <p:cViewPr varScale="1">
        <p:scale>
          <a:sx n="65" d="100"/>
          <a:sy n="65" d="100"/>
        </p:scale>
        <p:origin x="4052" y="64"/>
      </p:cViewPr>
      <p:guideLst/>
    </p:cSldViewPr>
  </p:notesViewPr>
  <p:gridSpacing cx="90001" cy="9000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l R." userId="03e9e69c0e8a7741" providerId="LiveId" clId="{012321CB-D30F-40A1-894C-E46D43B30E68}"/>
    <pc:docChg chg="undo custSel addSld delSld modSld">
      <pc:chgData name="Tal R." userId="03e9e69c0e8a7741" providerId="LiveId" clId="{012321CB-D30F-40A1-894C-E46D43B30E68}" dt="2026-01-17T19:17:00.493" v="4743" actId="20577"/>
      <pc:docMkLst>
        <pc:docMk/>
      </pc:docMkLst>
      <pc:sldChg chg="modSp mod">
        <pc:chgData name="Tal R." userId="03e9e69c0e8a7741" providerId="LiveId" clId="{012321CB-D30F-40A1-894C-E46D43B30E68}" dt="2026-01-17T19:17:00.493" v="4743" actId="20577"/>
        <pc:sldMkLst>
          <pc:docMk/>
          <pc:sldMk cId="467981463" sldId="541"/>
        </pc:sldMkLst>
        <pc:spChg chg="mod">
          <ac:chgData name="Tal R." userId="03e9e69c0e8a7741" providerId="LiveId" clId="{012321CB-D30F-40A1-894C-E46D43B30E68}" dt="2026-01-17T19:17:00.493" v="4743" actId="20577"/>
          <ac:spMkLst>
            <pc:docMk/>
            <pc:sldMk cId="467981463" sldId="541"/>
            <ac:spMk id="2" creationId="{63C98D00-06F6-E602-6C47-76C2BA233264}"/>
          </ac:spMkLst>
        </pc:spChg>
      </pc:sldChg>
      <pc:sldChg chg="modSp mod">
        <pc:chgData name="Tal R." userId="03e9e69c0e8a7741" providerId="LiveId" clId="{012321CB-D30F-40A1-894C-E46D43B30E68}" dt="2026-01-17T17:18:50.711" v="4436" actId="14100"/>
        <pc:sldMkLst>
          <pc:docMk/>
          <pc:sldMk cId="1212846060" sldId="855"/>
        </pc:sldMkLst>
        <pc:graphicFrameChg chg="modGraphic">
          <ac:chgData name="Tal R." userId="03e9e69c0e8a7741" providerId="LiveId" clId="{012321CB-D30F-40A1-894C-E46D43B30E68}" dt="2026-01-17T16:32:51.071" v="3356" actId="14734"/>
          <ac:graphicFrameMkLst>
            <pc:docMk/>
            <pc:sldMk cId="1212846060" sldId="855"/>
            <ac:graphicFrameMk id="4" creationId="{9A5302EB-4136-9457-C9A2-F250B75B1D2A}"/>
          </ac:graphicFrameMkLst>
        </pc:graphicFrameChg>
        <pc:graphicFrameChg chg="modGraphic">
          <ac:chgData name="Tal R." userId="03e9e69c0e8a7741" providerId="LiveId" clId="{012321CB-D30F-40A1-894C-E46D43B30E68}" dt="2026-01-17T16:31:05.948" v="3310" actId="122"/>
          <ac:graphicFrameMkLst>
            <pc:docMk/>
            <pc:sldMk cId="1212846060" sldId="855"/>
            <ac:graphicFrameMk id="5" creationId="{D57C78C8-62A1-D066-670C-119E21AFEB81}"/>
          </ac:graphicFrameMkLst>
        </pc:graphicFrameChg>
        <pc:graphicFrameChg chg="mod modGraphic">
          <ac:chgData name="Tal R." userId="03e9e69c0e8a7741" providerId="LiveId" clId="{012321CB-D30F-40A1-894C-E46D43B30E68}" dt="2026-01-17T16:31:08.244" v="3311" actId="122"/>
          <ac:graphicFrameMkLst>
            <pc:docMk/>
            <pc:sldMk cId="1212846060" sldId="855"/>
            <ac:graphicFrameMk id="8" creationId="{ED375872-67A4-BCE2-736A-545B85167C16}"/>
          </ac:graphicFrameMkLst>
        </pc:graphicFrameChg>
        <pc:graphicFrameChg chg="modGraphic">
          <ac:chgData name="Tal R." userId="03e9e69c0e8a7741" providerId="LiveId" clId="{012321CB-D30F-40A1-894C-E46D43B30E68}" dt="2026-01-17T16:31:01.330" v="3307" actId="122"/>
          <ac:graphicFrameMkLst>
            <pc:docMk/>
            <pc:sldMk cId="1212846060" sldId="855"/>
            <ac:graphicFrameMk id="9" creationId="{A0CD977F-5F57-2659-D672-03AA097E41E2}"/>
          </ac:graphicFrameMkLst>
        </pc:graphicFrameChg>
        <pc:cxnChg chg="mod">
          <ac:chgData name="Tal R." userId="03e9e69c0e8a7741" providerId="LiveId" clId="{012321CB-D30F-40A1-894C-E46D43B30E68}" dt="2026-01-17T17:18:50.711" v="4436" actId="14100"/>
          <ac:cxnSpMkLst>
            <pc:docMk/>
            <pc:sldMk cId="1212846060" sldId="855"/>
            <ac:cxnSpMk id="17" creationId="{FA418ECB-B784-6464-BA82-9734C6C3817C}"/>
          </ac:cxnSpMkLst>
        </pc:cxnChg>
        <pc:cxnChg chg="mod">
          <ac:chgData name="Tal R." userId="03e9e69c0e8a7741" providerId="LiveId" clId="{012321CB-D30F-40A1-894C-E46D43B30E68}" dt="2026-01-17T16:31:16.097" v="3313" actId="14100"/>
          <ac:cxnSpMkLst>
            <pc:docMk/>
            <pc:sldMk cId="1212846060" sldId="855"/>
            <ac:cxnSpMk id="19" creationId="{257A4684-A24A-D02D-242C-B1D165BF5C0B}"/>
          </ac:cxnSpMkLst>
        </pc:cxnChg>
        <pc:cxnChg chg="mod">
          <ac:chgData name="Tal R." userId="03e9e69c0e8a7741" providerId="LiveId" clId="{012321CB-D30F-40A1-894C-E46D43B30E68}" dt="2026-01-17T16:31:19.298" v="3314" actId="14100"/>
          <ac:cxnSpMkLst>
            <pc:docMk/>
            <pc:sldMk cId="1212846060" sldId="855"/>
            <ac:cxnSpMk id="21" creationId="{3019B521-6A17-021A-5FA2-0BAA24E5888E}"/>
          </ac:cxnSpMkLst>
        </pc:cxnChg>
      </pc:sldChg>
      <pc:sldChg chg="modSp mod">
        <pc:chgData name="Tal R." userId="03e9e69c0e8a7741" providerId="LiveId" clId="{012321CB-D30F-40A1-894C-E46D43B30E68}" dt="2026-01-17T10:05:45.712" v="796" actId="20577"/>
        <pc:sldMkLst>
          <pc:docMk/>
          <pc:sldMk cId="2428060778" sldId="857"/>
        </pc:sldMkLst>
        <pc:spChg chg="mod">
          <ac:chgData name="Tal R." userId="03e9e69c0e8a7741" providerId="LiveId" clId="{012321CB-D30F-40A1-894C-E46D43B30E68}" dt="2026-01-17T10:03:48.259" v="648" actId="6549"/>
          <ac:spMkLst>
            <pc:docMk/>
            <pc:sldMk cId="2428060778" sldId="857"/>
            <ac:spMk id="2" creationId="{009DAE50-2E24-E1BB-49B0-760CDED7170A}"/>
          </ac:spMkLst>
        </pc:spChg>
        <pc:spChg chg="mod">
          <ac:chgData name="Tal R." userId="03e9e69c0e8a7741" providerId="LiveId" clId="{012321CB-D30F-40A1-894C-E46D43B30E68}" dt="2026-01-17T10:05:45.712" v="796" actId="20577"/>
          <ac:spMkLst>
            <pc:docMk/>
            <pc:sldMk cId="2428060778" sldId="857"/>
            <ac:spMk id="3" creationId="{3E9E9FB4-A31D-D315-762B-3ADA63B38FA7}"/>
          </ac:spMkLst>
        </pc:spChg>
      </pc:sldChg>
      <pc:sldChg chg="modSp">
        <pc:chgData name="Tal R." userId="03e9e69c0e8a7741" providerId="LiveId" clId="{012321CB-D30F-40A1-894C-E46D43B30E68}" dt="2026-01-17T10:04:00.359" v="649"/>
        <pc:sldMkLst>
          <pc:docMk/>
          <pc:sldMk cId="1737347781" sldId="858"/>
        </pc:sldMkLst>
        <pc:spChg chg="mod">
          <ac:chgData name="Tal R." userId="03e9e69c0e8a7741" providerId="LiveId" clId="{012321CB-D30F-40A1-894C-E46D43B30E68}" dt="2026-01-17T10:04:00.359" v="649"/>
          <ac:spMkLst>
            <pc:docMk/>
            <pc:sldMk cId="1737347781" sldId="858"/>
            <ac:spMk id="2" creationId="{88E21477-1AA9-34EC-E2F1-C03D4C46F047}"/>
          </ac:spMkLst>
        </pc:spChg>
      </pc:sldChg>
      <pc:sldChg chg="modSp">
        <pc:chgData name="Tal R." userId="03e9e69c0e8a7741" providerId="LiveId" clId="{012321CB-D30F-40A1-894C-E46D43B30E68}" dt="2026-01-17T10:04:00.359" v="649"/>
        <pc:sldMkLst>
          <pc:docMk/>
          <pc:sldMk cId="1719644519" sldId="859"/>
        </pc:sldMkLst>
        <pc:spChg chg="mod">
          <ac:chgData name="Tal R." userId="03e9e69c0e8a7741" providerId="LiveId" clId="{012321CB-D30F-40A1-894C-E46D43B30E68}" dt="2026-01-17T10:04:00.359" v="649"/>
          <ac:spMkLst>
            <pc:docMk/>
            <pc:sldMk cId="1719644519" sldId="859"/>
            <ac:spMk id="2" creationId="{90B34894-B65F-441C-0672-C4F5D14201AE}"/>
          </ac:spMkLst>
        </pc:spChg>
      </pc:sldChg>
      <pc:sldChg chg="modSp">
        <pc:chgData name="Tal R." userId="03e9e69c0e8a7741" providerId="LiveId" clId="{012321CB-D30F-40A1-894C-E46D43B30E68}" dt="2026-01-17T10:04:00.359" v="649"/>
        <pc:sldMkLst>
          <pc:docMk/>
          <pc:sldMk cId="3063611713" sldId="860"/>
        </pc:sldMkLst>
        <pc:spChg chg="mod">
          <ac:chgData name="Tal R." userId="03e9e69c0e8a7741" providerId="LiveId" clId="{012321CB-D30F-40A1-894C-E46D43B30E68}" dt="2026-01-17T10:04:00.359" v="649"/>
          <ac:spMkLst>
            <pc:docMk/>
            <pc:sldMk cId="3063611713" sldId="860"/>
            <ac:spMk id="2" creationId="{611ED597-DF0E-7E6B-44AF-9E94EE5AFD97}"/>
          </ac:spMkLst>
        </pc:spChg>
      </pc:sldChg>
      <pc:sldChg chg="modSp modAnim">
        <pc:chgData name="Tal R." userId="03e9e69c0e8a7741" providerId="LiveId" clId="{012321CB-D30F-40A1-894C-E46D43B30E68}" dt="2026-01-17T10:04:00.359" v="649"/>
        <pc:sldMkLst>
          <pc:docMk/>
          <pc:sldMk cId="486098627" sldId="861"/>
        </pc:sldMkLst>
        <pc:spChg chg="mod">
          <ac:chgData name="Tal R." userId="03e9e69c0e8a7741" providerId="LiveId" clId="{012321CB-D30F-40A1-894C-E46D43B30E68}" dt="2026-01-17T10:04:00.359" v="649"/>
          <ac:spMkLst>
            <pc:docMk/>
            <pc:sldMk cId="486098627" sldId="861"/>
            <ac:spMk id="2" creationId="{4FA211C0-B20E-2AC5-D938-CE38A73BFFEE}"/>
          </ac:spMkLst>
        </pc:spChg>
        <pc:spChg chg="mod">
          <ac:chgData name="Tal R." userId="03e9e69c0e8a7741" providerId="LiveId" clId="{012321CB-D30F-40A1-894C-E46D43B30E68}" dt="2026-01-17T09:58:22.837" v="415" actId="6549"/>
          <ac:spMkLst>
            <pc:docMk/>
            <pc:sldMk cId="486098627" sldId="861"/>
            <ac:spMk id="3" creationId="{672C09BF-88BF-FB15-A325-FC30890D09EE}"/>
          </ac:spMkLst>
        </pc:spChg>
      </pc:sldChg>
      <pc:sldChg chg="modSp mod modAnim">
        <pc:chgData name="Tal R." userId="03e9e69c0e8a7741" providerId="LiveId" clId="{012321CB-D30F-40A1-894C-E46D43B30E68}" dt="2026-01-17T10:04:00.359" v="649"/>
        <pc:sldMkLst>
          <pc:docMk/>
          <pc:sldMk cId="3119521281" sldId="862"/>
        </pc:sldMkLst>
        <pc:spChg chg="mod">
          <ac:chgData name="Tal R." userId="03e9e69c0e8a7741" providerId="LiveId" clId="{012321CB-D30F-40A1-894C-E46D43B30E68}" dt="2026-01-17T10:04:00.359" v="649"/>
          <ac:spMkLst>
            <pc:docMk/>
            <pc:sldMk cId="3119521281" sldId="862"/>
            <ac:spMk id="2" creationId="{99234D58-4F55-0BF4-F0C2-8464517E83AF}"/>
          </ac:spMkLst>
        </pc:spChg>
        <pc:spChg chg="mod">
          <ac:chgData name="Tal R." userId="03e9e69c0e8a7741" providerId="LiveId" clId="{012321CB-D30F-40A1-894C-E46D43B30E68}" dt="2026-01-17T10:02:50.223" v="608" actId="108"/>
          <ac:spMkLst>
            <pc:docMk/>
            <pc:sldMk cId="3119521281" sldId="862"/>
            <ac:spMk id="3" creationId="{5C6CF86A-841F-D2E4-470C-B67DC7E614AF}"/>
          </ac:spMkLst>
        </pc:spChg>
      </pc:sldChg>
      <pc:sldChg chg="modSp add mod addAnim delAnim modAnim">
        <pc:chgData name="Tal R." userId="03e9e69c0e8a7741" providerId="LiveId" clId="{012321CB-D30F-40A1-894C-E46D43B30E68}" dt="2026-01-17T17:19:32.372" v="4438" actId="20577"/>
        <pc:sldMkLst>
          <pc:docMk/>
          <pc:sldMk cId="2628456288" sldId="863"/>
        </pc:sldMkLst>
        <pc:spChg chg="mod">
          <ac:chgData name="Tal R." userId="03e9e69c0e8a7741" providerId="LiveId" clId="{012321CB-D30F-40A1-894C-E46D43B30E68}" dt="2026-01-17T10:04:15.692" v="670" actId="20577"/>
          <ac:spMkLst>
            <pc:docMk/>
            <pc:sldMk cId="2628456288" sldId="863"/>
            <ac:spMk id="2" creationId="{B7E97456-1E1F-36EF-76A2-E131D272E5D1}"/>
          </ac:spMkLst>
        </pc:spChg>
        <pc:spChg chg="mod">
          <ac:chgData name="Tal R." userId="03e9e69c0e8a7741" providerId="LiveId" clId="{012321CB-D30F-40A1-894C-E46D43B30E68}" dt="2026-01-17T17:19:32.372" v="4438" actId="20577"/>
          <ac:spMkLst>
            <pc:docMk/>
            <pc:sldMk cId="2628456288" sldId="863"/>
            <ac:spMk id="3" creationId="{591398ED-8B1E-DF77-7746-94E5AED4086D}"/>
          </ac:spMkLst>
        </pc:spChg>
      </pc:sldChg>
      <pc:sldChg chg="modSp add modTransition modAnim">
        <pc:chgData name="Tal R." userId="03e9e69c0e8a7741" providerId="LiveId" clId="{012321CB-D30F-40A1-894C-E46D43B30E68}" dt="2026-01-17T16:36:06.455" v="3414"/>
        <pc:sldMkLst>
          <pc:docMk/>
          <pc:sldMk cId="2819626927" sldId="864"/>
        </pc:sldMkLst>
        <pc:spChg chg="mod">
          <ac:chgData name="Tal R." userId="03e9e69c0e8a7741" providerId="LiveId" clId="{012321CB-D30F-40A1-894C-E46D43B30E68}" dt="2026-01-17T16:36:06.455" v="3414"/>
          <ac:spMkLst>
            <pc:docMk/>
            <pc:sldMk cId="2819626927" sldId="864"/>
            <ac:spMk id="3" creationId="{9805E6EB-B215-9D2D-C184-72E64CBD45B6}"/>
          </ac:spMkLst>
        </pc:spChg>
      </pc:sldChg>
      <pc:sldChg chg="addSp delSp modSp add mod addAnim delAnim modAnim">
        <pc:chgData name="Tal R." userId="03e9e69c0e8a7741" providerId="LiveId" clId="{012321CB-D30F-40A1-894C-E46D43B30E68}" dt="2026-01-17T17:19:45.763" v="4439" actId="20577"/>
        <pc:sldMkLst>
          <pc:docMk/>
          <pc:sldMk cId="3159669684" sldId="865"/>
        </pc:sldMkLst>
        <pc:spChg chg="mod">
          <ac:chgData name="Tal R." userId="03e9e69c0e8a7741" providerId="LiveId" clId="{012321CB-D30F-40A1-894C-E46D43B30E68}" dt="2026-01-17T17:19:45.763" v="4439" actId="20577"/>
          <ac:spMkLst>
            <pc:docMk/>
            <pc:sldMk cId="3159669684" sldId="865"/>
            <ac:spMk id="3" creationId="{C1C0D972-7EF5-163F-F4E2-44ECA1206B39}"/>
          </ac:spMkLst>
        </pc:spChg>
        <pc:graphicFrameChg chg="add del mod">
          <ac:chgData name="Tal R." userId="03e9e69c0e8a7741" providerId="LiveId" clId="{012321CB-D30F-40A1-894C-E46D43B30E68}" dt="2026-01-17T16:46:03.007" v="3535" actId="478"/>
          <ac:graphicFrameMkLst>
            <pc:docMk/>
            <pc:sldMk cId="3159669684" sldId="865"/>
            <ac:graphicFrameMk id="4" creationId="{7BAFAB4F-C249-E145-1132-97C8E5991C33}"/>
          </ac:graphicFrameMkLst>
        </pc:graphicFrameChg>
        <pc:graphicFrameChg chg="add del mod">
          <ac:chgData name="Tal R." userId="03e9e69c0e8a7741" providerId="LiveId" clId="{012321CB-D30F-40A1-894C-E46D43B30E68}" dt="2026-01-17T16:46:05.052" v="3536" actId="478"/>
          <ac:graphicFrameMkLst>
            <pc:docMk/>
            <pc:sldMk cId="3159669684" sldId="865"/>
            <ac:graphicFrameMk id="5" creationId="{B8DA1B86-9EC6-9DAE-7DA4-CE8A6B5E9436}"/>
          </ac:graphicFrameMkLst>
        </pc:graphicFrameChg>
      </pc:sldChg>
      <pc:sldChg chg="modSp add del mod modAnim">
        <pc:chgData name="Tal R." userId="03e9e69c0e8a7741" providerId="LiveId" clId="{012321CB-D30F-40A1-894C-E46D43B30E68}" dt="2026-01-17T10:37:15.007" v="2292" actId="47"/>
        <pc:sldMkLst>
          <pc:docMk/>
          <pc:sldMk cId="2647138616" sldId="866"/>
        </pc:sldMkLst>
        <pc:spChg chg="mod">
          <ac:chgData name="Tal R." userId="03e9e69c0e8a7741" providerId="LiveId" clId="{012321CB-D30F-40A1-894C-E46D43B30E68}" dt="2026-01-17T10:37:05.772" v="2291" actId="20577"/>
          <ac:spMkLst>
            <pc:docMk/>
            <pc:sldMk cId="2647138616" sldId="866"/>
            <ac:spMk id="3" creationId="{1C497703-1568-6B35-D846-F2E82D2B1CC5}"/>
          </ac:spMkLst>
        </pc:spChg>
      </pc:sldChg>
      <pc:sldChg chg="modSp add mod modAnim">
        <pc:chgData name="Tal R." userId="03e9e69c0e8a7741" providerId="LiveId" clId="{012321CB-D30F-40A1-894C-E46D43B30E68}" dt="2026-01-17T16:47:21.460" v="3557" actId="20577"/>
        <pc:sldMkLst>
          <pc:docMk/>
          <pc:sldMk cId="1793159215" sldId="867"/>
        </pc:sldMkLst>
        <pc:spChg chg="mod">
          <ac:chgData name="Tal R." userId="03e9e69c0e8a7741" providerId="LiveId" clId="{012321CB-D30F-40A1-894C-E46D43B30E68}" dt="2026-01-17T16:47:21.460" v="3557" actId="20577"/>
          <ac:spMkLst>
            <pc:docMk/>
            <pc:sldMk cId="1793159215" sldId="867"/>
            <ac:spMk id="3" creationId="{124041A7-553A-B3CD-FE20-169C0826A20B}"/>
          </ac:spMkLst>
        </pc:spChg>
      </pc:sldChg>
      <pc:sldChg chg="modSp add mod">
        <pc:chgData name="Tal R." userId="03e9e69c0e8a7741" providerId="LiveId" clId="{012321CB-D30F-40A1-894C-E46D43B30E68}" dt="2026-01-17T16:48:00.221" v="3575"/>
        <pc:sldMkLst>
          <pc:docMk/>
          <pc:sldMk cId="3129069516" sldId="868"/>
        </pc:sldMkLst>
        <pc:spChg chg="mod">
          <ac:chgData name="Tal R." userId="03e9e69c0e8a7741" providerId="LiveId" clId="{012321CB-D30F-40A1-894C-E46D43B30E68}" dt="2026-01-17T16:48:00.221" v="3575"/>
          <ac:spMkLst>
            <pc:docMk/>
            <pc:sldMk cId="3129069516" sldId="868"/>
            <ac:spMk id="3" creationId="{6E0D6D2E-6D28-D555-5E60-4B80A221AD9B}"/>
          </ac:spMkLst>
        </pc:spChg>
      </pc:sldChg>
      <pc:sldChg chg="modSp add del mod">
        <pc:chgData name="Tal R." userId="03e9e69c0e8a7741" providerId="LiveId" clId="{012321CB-D30F-40A1-894C-E46D43B30E68}" dt="2026-01-17T11:03:41.254" v="2926" actId="47"/>
        <pc:sldMkLst>
          <pc:docMk/>
          <pc:sldMk cId="11523340" sldId="869"/>
        </pc:sldMkLst>
        <pc:spChg chg="mod">
          <ac:chgData name="Tal R." userId="03e9e69c0e8a7741" providerId="LiveId" clId="{012321CB-D30F-40A1-894C-E46D43B30E68}" dt="2026-01-17T11:03:00.698" v="2902" actId="6549"/>
          <ac:spMkLst>
            <pc:docMk/>
            <pc:sldMk cId="11523340" sldId="869"/>
            <ac:spMk id="3" creationId="{16338C7F-9958-F451-A74D-17B3EA03C35B}"/>
          </ac:spMkLst>
        </pc:spChg>
      </pc:sldChg>
      <pc:sldChg chg="add del">
        <pc:chgData name="Tal R." userId="03e9e69c0e8a7741" providerId="LiveId" clId="{012321CB-D30F-40A1-894C-E46D43B30E68}" dt="2026-01-17T10:53:35.550" v="2601" actId="2890"/>
        <pc:sldMkLst>
          <pc:docMk/>
          <pc:sldMk cId="3218509620" sldId="869"/>
        </pc:sldMkLst>
      </pc:sldChg>
      <pc:sldChg chg="modSp add mod">
        <pc:chgData name="Tal R." userId="03e9e69c0e8a7741" providerId="LiveId" clId="{012321CB-D30F-40A1-894C-E46D43B30E68}" dt="2026-01-17T17:21:53.063" v="4487" actId="14100"/>
        <pc:sldMkLst>
          <pc:docMk/>
          <pc:sldMk cId="1506288946" sldId="870"/>
        </pc:sldMkLst>
        <pc:spChg chg="mod">
          <ac:chgData name="Tal R." userId="03e9e69c0e8a7741" providerId="LiveId" clId="{012321CB-D30F-40A1-894C-E46D43B30E68}" dt="2026-01-17T17:21:53.063" v="4487" actId="14100"/>
          <ac:spMkLst>
            <pc:docMk/>
            <pc:sldMk cId="1506288946" sldId="870"/>
            <ac:spMk id="3" creationId="{24D5D677-45CD-2A4F-4B9E-C5A438DFCD4C}"/>
          </ac:spMkLst>
        </pc:spChg>
      </pc:sldChg>
      <pc:sldChg chg="add del">
        <pc:chgData name="Tal R." userId="03e9e69c0e8a7741" providerId="LiveId" clId="{012321CB-D30F-40A1-894C-E46D43B30E68}" dt="2026-01-17T11:03:44.775" v="2928" actId="2890"/>
        <pc:sldMkLst>
          <pc:docMk/>
          <pc:sldMk cId="987020899" sldId="871"/>
        </pc:sldMkLst>
      </pc:sldChg>
      <pc:sldChg chg="addSp delSp modSp add mod setBg">
        <pc:chgData name="Tal R." userId="03e9e69c0e8a7741" providerId="LiveId" clId="{012321CB-D30F-40A1-894C-E46D43B30E68}" dt="2026-01-17T17:21:57.028" v="4488" actId="20577"/>
        <pc:sldMkLst>
          <pc:docMk/>
          <pc:sldMk cId="1188932082" sldId="871"/>
        </pc:sldMkLst>
        <pc:spChg chg="mod">
          <ac:chgData name="Tal R." userId="03e9e69c0e8a7741" providerId="LiveId" clId="{012321CB-D30F-40A1-894C-E46D43B30E68}" dt="2026-01-17T16:48:42.121" v="3585"/>
          <ac:spMkLst>
            <pc:docMk/>
            <pc:sldMk cId="1188932082" sldId="871"/>
            <ac:spMk id="2" creationId="{00FD015B-03E7-10F8-054B-0887C8A01C6E}"/>
          </ac:spMkLst>
        </pc:spChg>
        <pc:spChg chg="mod">
          <ac:chgData name="Tal R." userId="03e9e69c0e8a7741" providerId="LiveId" clId="{012321CB-D30F-40A1-894C-E46D43B30E68}" dt="2026-01-17T17:21:57.028" v="4488" actId="20577"/>
          <ac:spMkLst>
            <pc:docMk/>
            <pc:sldMk cId="1188932082" sldId="871"/>
            <ac:spMk id="3" creationId="{FC2904A5-9E89-734D-7CC4-49E7FC22EDF0}"/>
          </ac:spMkLst>
        </pc:spChg>
        <pc:graphicFrameChg chg="add del mod modGraphic">
          <ac:chgData name="Tal R." userId="03e9e69c0e8a7741" providerId="LiveId" clId="{012321CB-D30F-40A1-894C-E46D43B30E68}" dt="2026-01-17T16:22:01.579" v="3093" actId="478"/>
          <ac:graphicFrameMkLst>
            <pc:docMk/>
            <pc:sldMk cId="1188932082" sldId="871"/>
            <ac:graphicFrameMk id="4" creationId="{2FCE5949-7333-7C46-A538-91E1BA582BD6}"/>
          </ac:graphicFrameMkLst>
        </pc:graphicFrameChg>
        <pc:graphicFrameChg chg="add mod">
          <ac:chgData name="Tal R." userId="03e9e69c0e8a7741" providerId="LiveId" clId="{012321CB-D30F-40A1-894C-E46D43B30E68}" dt="2026-01-17T16:22:12.476" v="3094"/>
          <ac:graphicFrameMkLst>
            <pc:docMk/>
            <pc:sldMk cId="1188932082" sldId="871"/>
            <ac:graphicFrameMk id="5" creationId="{E7608CD2-23B2-60CA-A16A-5B41CFD0FCEF}"/>
          </ac:graphicFrameMkLst>
        </pc:graphicFrameChg>
        <pc:graphicFrameChg chg="add mod">
          <ac:chgData name="Tal R." userId="03e9e69c0e8a7741" providerId="LiveId" clId="{012321CB-D30F-40A1-894C-E46D43B30E68}" dt="2026-01-17T16:22:12.476" v="3094"/>
          <ac:graphicFrameMkLst>
            <pc:docMk/>
            <pc:sldMk cId="1188932082" sldId="871"/>
            <ac:graphicFrameMk id="6" creationId="{C676DCC2-1846-69D3-B5CD-989E69FA0124}"/>
          </ac:graphicFrameMkLst>
        </pc:graphicFrameChg>
        <pc:graphicFrameChg chg="add mod">
          <ac:chgData name="Tal R." userId="03e9e69c0e8a7741" providerId="LiveId" clId="{012321CB-D30F-40A1-894C-E46D43B30E68}" dt="2026-01-17T16:22:12.476" v="3094"/>
          <ac:graphicFrameMkLst>
            <pc:docMk/>
            <pc:sldMk cId="1188932082" sldId="871"/>
            <ac:graphicFrameMk id="7" creationId="{928F0127-0131-B664-BD2F-55FEFC3A7822}"/>
          </ac:graphicFrameMkLst>
        </pc:graphicFrameChg>
        <pc:graphicFrameChg chg="add mod">
          <ac:chgData name="Tal R." userId="03e9e69c0e8a7741" providerId="LiveId" clId="{012321CB-D30F-40A1-894C-E46D43B30E68}" dt="2026-01-17T16:22:12.476" v="3094"/>
          <ac:graphicFrameMkLst>
            <pc:docMk/>
            <pc:sldMk cId="1188932082" sldId="871"/>
            <ac:graphicFrameMk id="8" creationId="{F5D10AFD-1AC6-5EA8-18E6-1AE7A7CA7CA3}"/>
          </ac:graphicFrameMkLst>
        </pc:graphicFrameChg>
      </pc:sldChg>
      <pc:sldChg chg="addSp delSp modSp add mod">
        <pc:chgData name="Tal R." userId="03e9e69c0e8a7741" providerId="LiveId" clId="{012321CB-D30F-40A1-894C-E46D43B30E68}" dt="2026-01-17T17:20:04.918" v="4451" actId="20577"/>
        <pc:sldMkLst>
          <pc:docMk/>
          <pc:sldMk cId="2125083977" sldId="872"/>
        </pc:sldMkLst>
        <pc:spChg chg="del mod">
          <ac:chgData name="Tal R." userId="03e9e69c0e8a7741" providerId="LiveId" clId="{012321CB-D30F-40A1-894C-E46D43B30E68}" dt="2026-01-17T16:25:27.156" v="3151" actId="478"/>
          <ac:spMkLst>
            <pc:docMk/>
            <pc:sldMk cId="2125083977" sldId="872"/>
            <ac:spMk id="3" creationId="{41B6A0EC-590E-7A5E-7BB6-02A511535127}"/>
          </ac:spMkLst>
        </pc:spChg>
        <pc:spChg chg="add mod">
          <ac:chgData name="Tal R." userId="03e9e69c0e8a7741" providerId="LiveId" clId="{012321CB-D30F-40A1-894C-E46D43B30E68}" dt="2026-01-17T17:20:04.918" v="4451" actId="20577"/>
          <ac:spMkLst>
            <pc:docMk/>
            <pc:sldMk cId="2125083977" sldId="872"/>
            <ac:spMk id="9" creationId="{956DD10C-07D0-EE73-8F26-7CCD97369FC9}"/>
          </ac:spMkLst>
        </pc:spChg>
        <pc:spChg chg="add mod">
          <ac:chgData name="Tal R." userId="03e9e69c0e8a7741" providerId="LiveId" clId="{012321CB-D30F-40A1-894C-E46D43B30E68}" dt="2026-01-17T16:25:34.723" v="3153"/>
          <ac:spMkLst>
            <pc:docMk/>
            <pc:sldMk cId="2125083977" sldId="872"/>
            <ac:spMk id="10" creationId="{986A39A5-34EB-E928-E318-2F91DD747483}"/>
          </ac:spMkLst>
        </pc:spChg>
        <pc:graphicFrameChg chg="add del mod">
          <ac:chgData name="Tal R." userId="03e9e69c0e8a7741" providerId="LiveId" clId="{012321CB-D30F-40A1-894C-E46D43B30E68}" dt="2026-01-17T16:25:21.681" v="3150" actId="478"/>
          <ac:graphicFrameMkLst>
            <pc:docMk/>
            <pc:sldMk cId="2125083977" sldId="872"/>
            <ac:graphicFrameMk id="4" creationId="{1713E627-09DC-D9EF-B0B2-4EE26FC67673}"/>
          </ac:graphicFrameMkLst>
        </pc:graphicFrameChg>
        <pc:graphicFrameChg chg="add del mod">
          <ac:chgData name="Tal R." userId="03e9e69c0e8a7741" providerId="LiveId" clId="{012321CB-D30F-40A1-894C-E46D43B30E68}" dt="2026-01-17T16:25:21.681" v="3150" actId="478"/>
          <ac:graphicFrameMkLst>
            <pc:docMk/>
            <pc:sldMk cId="2125083977" sldId="872"/>
            <ac:graphicFrameMk id="5" creationId="{919C9A95-4CAB-4D70-3A13-7C5BCE6F17D5}"/>
          </ac:graphicFrameMkLst>
        </pc:graphicFrameChg>
        <pc:graphicFrameChg chg="add del mod">
          <ac:chgData name="Tal R." userId="03e9e69c0e8a7741" providerId="LiveId" clId="{012321CB-D30F-40A1-894C-E46D43B30E68}" dt="2026-01-17T16:25:21.681" v="3150" actId="478"/>
          <ac:graphicFrameMkLst>
            <pc:docMk/>
            <pc:sldMk cId="2125083977" sldId="872"/>
            <ac:graphicFrameMk id="6" creationId="{5FFE602F-0DB6-0ED9-2543-EA71E1E22A97}"/>
          </ac:graphicFrameMkLst>
        </pc:graphicFrameChg>
        <pc:graphicFrameChg chg="add del mod">
          <ac:chgData name="Tal R." userId="03e9e69c0e8a7741" providerId="LiveId" clId="{012321CB-D30F-40A1-894C-E46D43B30E68}" dt="2026-01-17T16:25:21.681" v="3150" actId="478"/>
          <ac:graphicFrameMkLst>
            <pc:docMk/>
            <pc:sldMk cId="2125083977" sldId="872"/>
            <ac:graphicFrameMk id="7" creationId="{7B660623-8B54-22BB-A301-9BB17932020B}"/>
          </ac:graphicFrameMkLst>
        </pc:graphicFrameChg>
      </pc:sldChg>
      <pc:sldChg chg="modSp add mod">
        <pc:chgData name="Tal R." userId="03e9e69c0e8a7741" providerId="LiveId" clId="{012321CB-D30F-40A1-894C-E46D43B30E68}" dt="2026-01-17T17:26:29.891" v="4740" actId="20577"/>
        <pc:sldMkLst>
          <pc:docMk/>
          <pc:sldMk cId="2339508716" sldId="873"/>
        </pc:sldMkLst>
        <pc:spChg chg="mod">
          <ac:chgData name="Tal R." userId="03e9e69c0e8a7741" providerId="LiveId" clId="{012321CB-D30F-40A1-894C-E46D43B30E68}" dt="2026-01-17T17:26:29.891" v="4740" actId="20577"/>
          <ac:spMkLst>
            <pc:docMk/>
            <pc:sldMk cId="2339508716" sldId="873"/>
            <ac:spMk id="9" creationId="{7163C713-66A2-01A0-CD16-48828D963E00}"/>
          </ac:spMkLst>
        </pc:spChg>
      </pc:sldChg>
      <pc:sldChg chg="new del">
        <pc:chgData name="Tal R." userId="03e9e69c0e8a7741" providerId="LiveId" clId="{012321CB-D30F-40A1-894C-E46D43B30E68}" dt="2026-01-17T16:58:55.141" v="4019" actId="680"/>
        <pc:sldMkLst>
          <pc:docMk/>
          <pc:sldMk cId="1203073718" sldId="874"/>
        </pc:sldMkLst>
      </pc:sldChg>
      <pc:sldChg chg="modSp add mod">
        <pc:chgData name="Tal R." userId="03e9e69c0e8a7741" providerId="LiveId" clId="{012321CB-D30F-40A1-894C-E46D43B30E68}" dt="2026-01-17T17:26:26.174" v="4735" actId="20577"/>
        <pc:sldMkLst>
          <pc:docMk/>
          <pc:sldMk cId="2250614197" sldId="874"/>
        </pc:sldMkLst>
        <pc:spChg chg="mod">
          <ac:chgData name="Tal R." userId="03e9e69c0e8a7741" providerId="LiveId" clId="{012321CB-D30F-40A1-894C-E46D43B30E68}" dt="2026-01-17T17:26:26.174" v="4735" actId="20577"/>
          <ac:spMkLst>
            <pc:docMk/>
            <pc:sldMk cId="2250614197" sldId="874"/>
            <ac:spMk id="9" creationId="{74F9A65D-54F1-4721-776D-B6482CD665BA}"/>
          </ac:spMkLst>
        </pc:spChg>
      </pc:sldChg>
      <pc:sldChg chg="modSp add mod">
        <pc:chgData name="Tal R." userId="03e9e69c0e8a7741" providerId="LiveId" clId="{012321CB-D30F-40A1-894C-E46D43B30E68}" dt="2026-01-17T17:26:20.543" v="4730" actId="20577"/>
        <pc:sldMkLst>
          <pc:docMk/>
          <pc:sldMk cId="1079814744" sldId="875"/>
        </pc:sldMkLst>
        <pc:spChg chg="mod">
          <ac:chgData name="Tal R." userId="03e9e69c0e8a7741" providerId="LiveId" clId="{012321CB-D30F-40A1-894C-E46D43B30E68}" dt="2026-01-17T17:26:20.543" v="4730" actId="20577"/>
          <ac:spMkLst>
            <pc:docMk/>
            <pc:sldMk cId="1079814744" sldId="875"/>
            <ac:spMk id="9" creationId="{2F56F633-64CB-FE64-1032-B4AD2CB1A28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6FBB33-3A7B-FD1A-B843-871C484E72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011B8-0A54-70FB-27EE-859898B6D4D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F6DF34-C585-4C12-B178-D0C47CBC4446}" type="datetimeFigureOut">
              <a:rPr lang="en-IL" smtClean="0">
                <a:latin typeface="Calibri" panose="020F0502020204030204" pitchFamily="34" charset="0"/>
              </a:rPr>
              <a:t>01/17/2026</a:t>
            </a:fld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2E307D-D58C-B4B0-EA84-20C9CE18753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Calibri" panose="020F050202020403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E60314-03A1-2682-2FD8-AF8F93F3211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66A7A-8D44-413F-979F-54C810EDD798}" type="slidenum">
              <a:rPr lang="en-IL" smtClean="0">
                <a:latin typeface="Calibri" panose="020F0502020204030204" pitchFamily="34" charset="0"/>
              </a:rPr>
              <a:t>‹#›</a:t>
            </a:fld>
            <a:endParaRPr lang="en-IL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194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45E4470E-428A-49A2-9F21-2FC2656C022F}" type="datetimeFigureOut">
              <a:rPr lang="LID4096" smtClean="0"/>
              <a:pPr/>
              <a:t>01/17/2026</a:t>
            </a:fld>
            <a:endParaRPr lang="LID4096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LID4096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23455DA9-2505-44F6-AA4C-A32366DA151B}" type="slidenum">
              <a:rPr lang="LID4096" smtClean="0"/>
              <a:pPr/>
              <a:t>‹#›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744179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3AC67B-A509-166B-C5CC-2EF767155503}"/>
              </a:ext>
            </a:extLst>
          </p:cNvPr>
          <p:cNvSpPr/>
          <p:nvPr userDrawn="1"/>
        </p:nvSpPr>
        <p:spPr>
          <a:xfrm>
            <a:off x="3304148" y="4845696"/>
            <a:ext cx="5245347" cy="923330"/>
          </a:xfrm>
          <a:prstGeom prst="rect">
            <a:avLst/>
          </a:prstGeom>
          <a:noFill/>
        </p:spPr>
        <p:txBody>
          <a:bodyPr wrap="none" lIns="91440" tIns="45720" rIns="91440" bIns="45720" anchor="ctr" anchorCtr="0">
            <a:spAutoFit/>
          </a:bodyPr>
          <a:lstStyle/>
          <a:p>
            <a:pPr algn="ctr"/>
            <a:r>
              <a:rPr lang="he-IL" sz="5400" b="0" i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Calibri" panose="020F0502020204030204" pitchFamily="34" charset="0"/>
              </a:rPr>
              <a:t>קורס תכנות מערכות</a:t>
            </a:r>
            <a:endParaRPr lang="LID4096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CourseTitle" descr="Slide title in Hebrew">
            <a:extLst>
              <a:ext uri="{FF2B5EF4-FFF2-40B4-BE49-F238E27FC236}">
                <a16:creationId xmlns:a16="http://schemas.microsoft.com/office/drawing/2014/main" id="{75400D95-AE9F-826B-7C3A-A9F2F139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60" y="549275"/>
            <a:ext cx="7667536" cy="2789724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96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 algn="r" rtl="1"/>
            <a:endParaRPr lang="he-IL" sz="60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14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HebrewTitle" descr="Slide title in Hebrew">
            <a:extLst>
              <a:ext uri="{FF2B5EF4-FFF2-40B4-BE49-F238E27FC236}">
                <a16:creationId xmlns:a16="http://schemas.microsoft.com/office/drawing/2014/main" id="{36E91B60-7897-7630-1583-F7AB58541E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1395" y="458966"/>
            <a:ext cx="7740652" cy="720009"/>
          </a:xfrm>
          <a:prstGeom prst="rect">
            <a:avLst/>
          </a:prstGeom>
        </p:spPr>
        <p:txBody>
          <a:bodyPr wrap="none" tIns="0" bIns="0" anchor="ctr" anchorCtr="0">
            <a:normAutofit/>
          </a:bodyPr>
          <a:lstStyle>
            <a:lvl1pPr algn="r" rtl="1">
              <a:defRPr lang="he-IL" sz="6000" b="1" kern="1200" dirty="0">
                <a:ln w="12700">
                  <a:solidFill>
                    <a:srgbClr val="525252">
                      <a:alpha val="99000"/>
                    </a:srgbClr>
                  </a:solidFill>
                  <a:prstDash val="solid"/>
                </a:ln>
                <a:pattFill prst="narHorz">
                  <a:fgClr>
                    <a:schemeClr val="accent1"/>
                  </a:fgClr>
                  <a:bgClr>
                    <a:srgbClr val="DBDBDB"/>
                  </a:bgClr>
                </a:pattFill>
                <a:effectLst>
                  <a:innerShdw blurRad="177800">
                    <a:schemeClr val="bg1">
                      <a:lumMod val="50000"/>
                    </a:schemeClr>
                  </a:inn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marL="0" lvl="0" indent="0" algn="r" rtl="1">
              <a:spcBef>
                <a:spcPts val="0"/>
              </a:spcBef>
              <a:buNone/>
            </a:pPr>
            <a:r>
              <a:rPr lang="he-IL" dirty="0"/>
              <a:t>נושא השקופית</a:t>
            </a:r>
          </a:p>
        </p:txBody>
      </p:sp>
      <p:sp>
        <p:nvSpPr>
          <p:cNvPr id="5" name="!!Content">
            <a:extLst>
              <a:ext uri="{FF2B5EF4-FFF2-40B4-BE49-F238E27FC236}">
                <a16:creationId xmlns:a16="http://schemas.microsoft.com/office/drawing/2014/main" id="{A5F67D86-B813-2EB6-2AD8-530BF918B2A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81394" y="1448979"/>
            <a:ext cx="7740652" cy="512962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r" rtl="1">
              <a:buFontTx/>
              <a:buChar char="-"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lvl2pPr algn="r" rtl="1">
              <a:buFont typeface="Calibri" panose="020F0502020204030204" pitchFamily="34" charset="0"/>
              <a:buChar char="‐"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2pPr>
            <a:lvl3pPr algn="r" rtl="1">
              <a:buFont typeface="Calibri" panose="020F0502020204030204" pitchFamily="34" charset="0"/>
              <a:buChar char="‐"/>
              <a:defRPr sz="22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3pPr>
          </a:lstStyle>
          <a:p>
            <a:pPr lvl="0"/>
            <a:r>
              <a:rPr lang="he-IL" dirty="0"/>
              <a:t>תוכן</a:t>
            </a:r>
            <a:endParaRPr lang="en-US" dirty="0"/>
          </a:p>
          <a:p>
            <a:pPr lvl="0"/>
            <a:r>
              <a:rPr lang="en-US" dirty="0"/>
              <a:t>content</a:t>
            </a:r>
            <a:r>
              <a:rPr lang="he-IL" dirty="0"/>
              <a:t> </a:t>
            </a:r>
            <a:r>
              <a:rPr lang="en-US" dirty="0"/>
              <a:t>bullets</a:t>
            </a:r>
          </a:p>
          <a:p>
            <a:pPr lvl="1"/>
            <a:r>
              <a:rPr lang="he-IL" dirty="0" err="1"/>
              <a:t>בולטס</a:t>
            </a:r>
            <a:r>
              <a:rPr lang="he-IL" dirty="0"/>
              <a:t> </a:t>
            </a:r>
            <a:r>
              <a:rPr lang="en-US" dirty="0"/>
              <a:t>bullets</a:t>
            </a:r>
          </a:p>
          <a:p>
            <a:pPr lvl="2"/>
            <a:r>
              <a:rPr lang="he-IL" dirty="0" err="1"/>
              <a:t>בולטס</a:t>
            </a:r>
            <a:r>
              <a:rPr lang="he-IL" dirty="0"/>
              <a:t> </a:t>
            </a:r>
            <a:r>
              <a:rPr lang="en-US" dirty="0"/>
              <a:t>bullets</a:t>
            </a:r>
            <a:endParaRPr lang="he-IL" dirty="0"/>
          </a:p>
          <a:p>
            <a:pPr lvl="0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858413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BlueRectangle">
            <a:extLst>
              <a:ext uri="{FF2B5EF4-FFF2-40B4-BE49-F238E27FC236}">
                <a16:creationId xmlns:a16="http://schemas.microsoft.com/office/drawing/2014/main" id="{C2DBB14B-EEC3-2DB0-F986-1D4CB3A9C521}"/>
              </a:ext>
            </a:extLst>
          </p:cNvPr>
          <p:cNvSpPr/>
          <p:nvPr userDrawn="1"/>
        </p:nvSpPr>
        <p:spPr bwMode="gray">
          <a:xfrm>
            <a:off x="8892048" y="0"/>
            <a:ext cx="251952" cy="6858000"/>
          </a:xfrm>
          <a:prstGeom prst="rect">
            <a:avLst/>
          </a:pr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lvl="0"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8" name="LeftLightBlueRectangle">
            <a:extLst>
              <a:ext uri="{FF2B5EF4-FFF2-40B4-BE49-F238E27FC236}">
                <a16:creationId xmlns:a16="http://schemas.microsoft.com/office/drawing/2014/main" id="{36A35963-74BA-CFBC-ECAA-C9D962DD03BB}"/>
              </a:ext>
            </a:extLst>
          </p:cNvPr>
          <p:cNvSpPr/>
          <p:nvPr userDrawn="1"/>
        </p:nvSpPr>
        <p:spPr bwMode="ltGray">
          <a:xfrm>
            <a:off x="341950" y="0"/>
            <a:ext cx="36000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sp>
        <p:nvSpPr>
          <p:cNvPr id="9" name="LeftBlueRectangle">
            <a:extLst>
              <a:ext uri="{FF2B5EF4-FFF2-40B4-BE49-F238E27FC236}">
                <a16:creationId xmlns:a16="http://schemas.microsoft.com/office/drawing/2014/main" id="{4F015265-AF27-200C-4895-6752E9BFE9A5}"/>
              </a:ext>
            </a:extLst>
          </p:cNvPr>
          <p:cNvSpPr/>
          <p:nvPr userDrawn="1"/>
        </p:nvSpPr>
        <p:spPr bwMode="gray">
          <a:xfrm>
            <a:off x="-4334" y="0"/>
            <a:ext cx="346287" cy="6858000"/>
          </a:xfrm>
          <a:prstGeom prst="rect">
            <a:avLst/>
          </a:prstGeom>
          <a:solidFill>
            <a:schemeClr val="accent1">
              <a:lumMod val="75000"/>
              <a:alpha val="87843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99" tIns="60949" rIns="121899" bIns="60949" rtlCol="0" anchor="ctr"/>
          <a:lstStyle/>
          <a:p>
            <a:pPr algn="ctr"/>
            <a:endParaRPr sz="1800" dirty="0">
              <a:latin typeface="Calibri" panose="020F0502020204030204" pitchFamily="34" charset="0"/>
            </a:endParaRPr>
          </a:p>
        </p:txBody>
      </p:sp>
      <p:cxnSp>
        <p:nvCxnSpPr>
          <p:cNvPr id="10" name="VerticalLineMidLogo">
            <a:extLst>
              <a:ext uri="{FF2B5EF4-FFF2-40B4-BE49-F238E27FC236}">
                <a16:creationId xmlns:a16="http://schemas.microsoft.com/office/drawing/2014/main" id="{656F6BDD-33C7-67F9-B411-2DDC5AA97049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341953" y="0"/>
            <a:ext cx="0" cy="685800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HorizontalLineAboveLogo">
            <a:extLst>
              <a:ext uri="{FF2B5EF4-FFF2-40B4-BE49-F238E27FC236}">
                <a16:creationId xmlns:a16="http://schemas.microsoft.com/office/drawing/2014/main" id="{8B92081E-31C5-CAF2-9A81-0FF4B3064B25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548968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HorizontalLineBelowLogo">
            <a:extLst>
              <a:ext uri="{FF2B5EF4-FFF2-40B4-BE49-F238E27FC236}">
                <a16:creationId xmlns:a16="http://schemas.microsoft.com/office/drawing/2014/main" id="{37FEAC9E-A90B-0495-D4E9-530C0C874AA0}"/>
              </a:ext>
            </a:extLst>
          </p:cNvPr>
          <p:cNvCxnSpPr>
            <a:cxnSpLocks/>
          </p:cNvCxnSpPr>
          <p:nvPr userDrawn="1"/>
        </p:nvCxnSpPr>
        <p:spPr bwMode="white">
          <a:xfrm>
            <a:off x="-4774" y="1549232"/>
            <a:ext cx="706729" cy="0"/>
          </a:xfrm>
          <a:prstGeom prst="line">
            <a:avLst/>
          </a:prstGeom>
          <a:blipFill>
            <a:blip r:embed="rId4"/>
            <a:stretch>
              <a:fillRect/>
            </a:stretch>
          </a:blipFill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2175CC09-1E32-D0CD-29D9-E2E1C1E1E15D}"/>
              </a:ext>
            </a:extLst>
          </p:cNvPr>
          <p:cNvSpPr txBox="1"/>
          <p:nvPr userDrawn="1"/>
        </p:nvSpPr>
        <p:spPr>
          <a:xfrm>
            <a:off x="806090" y="6550223"/>
            <a:ext cx="88587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/>
              <a:t>Tal Raveh</a:t>
            </a:r>
            <a:endParaRPr lang="en-IL" sz="1400" dirty="0"/>
          </a:p>
        </p:txBody>
      </p:sp>
    </p:spTree>
    <p:extLst>
      <p:ext uri="{BB962C8B-B14F-4D97-AF65-F5344CB8AC3E}">
        <p14:creationId xmlns:p14="http://schemas.microsoft.com/office/powerpoint/2010/main" val="443307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Calibri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Calibr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98D00-06F6-E602-6C47-76C2BA233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פרק </a:t>
            </a:r>
            <a:r>
              <a:rPr lang="en-US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13</a:t>
            </a:r>
            <a:r>
              <a:rPr lang="he-IL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:</a:t>
            </a:r>
            <a:b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</a:br>
            <a:r>
              <a:rPr lang="he-IL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אחסון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679814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D8EC-5FB4-E369-B32D-C1585BF5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C3CE9D-DF27-61FC-4B1F-34F6F118B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מוטיבציה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BD386-B644-8EBF-FCBB-0E489351C86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שמירת נתונים בזיכרון נדיף (</a:t>
            </a:r>
            <a:r>
              <a:rPr lang="en-US" dirty="0"/>
              <a:t>RAM</a:t>
            </a:r>
            <a:r>
              <a:rPr lang="he-IL" dirty="0"/>
              <a:t>):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מידע זמני:</a:t>
            </a:r>
            <a:r>
              <a:rPr lang="en-US" dirty="0"/>
              <a:t> </a:t>
            </a:r>
            <a:endParaRPr lang="he-IL" dirty="0"/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/>
              <a:t>תלוי בחשמל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/>
              <a:t>מתאפס באתחול המחשב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/>
              <a:t>נמחק אוטומטית כשהתוכנית מסתיימת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עלות גבוהה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מוגבל במקום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שמירה בדיסק: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נשמר באופן קבוע (עד שמוחקים אותו)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עלות הרבה יותר נמוכה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הרבה פחות מוגבל במקום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098117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A158A-2CCF-24F1-A5D9-B4D1948439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A15E1-B8AA-E55D-6454-876356317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מוטיבציה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10499-627B-38E7-CF4C-83EE322F90C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פתרון אפשרי: סיריאליזציה / דה-סיריאליזציה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חסרונות: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שליפה דורשת המרה לאובייקטים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אין דרך מהירה לחיפוש (איטי, לא נוח)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עדכון הנתונים מורכב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תמיכה במקביליות דורשת ניהול ידני של נעילות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אין תמיכה </a:t>
            </a:r>
            <a:r>
              <a:rPr lang="he-IL" dirty="0" err="1"/>
              <a:t>בטרנזאקציות</a:t>
            </a:r>
            <a:r>
              <a:rPr lang="he-IL" dirty="0"/>
              <a:t> (</a:t>
            </a:r>
            <a:r>
              <a:rPr lang="en-US" dirty="0"/>
              <a:t>transactions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צריך לנהל הרשאות ואבטחה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תלות בשפת התכנות / מערכת ההפעלה (אין אבסטרקציה)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25177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4DAB5-7664-6C16-E8C5-B6C71C213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2A1D-A024-BBE2-B607-CFC1D082C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מוטיבציה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56286-E115-93A7-AD4E-7C7398B7B1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092324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נרצה </a:t>
            </a:r>
            <a:r>
              <a:rPr lang="he-IL" u="sng" dirty="0"/>
              <a:t>"סביבת ריצה" לטיפול במידע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 algn="l" rtl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DBMS</a:t>
            </a:r>
            <a:r>
              <a:rPr lang="he-IL" dirty="0"/>
              <a:t>: </a:t>
            </a:r>
            <a:r>
              <a:rPr lang="en-US" dirty="0"/>
              <a:t>Database Management System</a:t>
            </a:r>
            <a:endParaRPr lang="he-IL" dirty="0"/>
          </a:p>
          <a:p>
            <a:pPr algn="r"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 algn="r"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מימושים קיימים (למשל):</a:t>
            </a:r>
          </a:p>
          <a:p>
            <a:pPr algn="l" rtl="0">
              <a:lnSpc>
                <a:spcPct val="100000"/>
              </a:lnSpc>
              <a:spcBef>
                <a:spcPts val="300"/>
              </a:spcBef>
            </a:pPr>
            <a:r>
              <a:rPr lang="en-US" dirty="0"/>
              <a:t>MS SQL Serer, MySQL, Oracle, </a:t>
            </a:r>
            <a:r>
              <a:rPr lang="he-IL" dirty="0"/>
              <a:t> </a:t>
            </a:r>
            <a:r>
              <a:rPr lang="en-US" dirty="0"/>
              <a:t>SQLite</a:t>
            </a:r>
            <a:endParaRPr lang="he-IL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שכבות: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גישה לדיסק </a:t>
            </a:r>
            <a:r>
              <a:rPr lang="he-IL" dirty="0">
                <a:sym typeface="Wingdings" panose="05000000000000000000" pitchFamily="2" charset="2"/>
              </a:rPr>
              <a:t> גישה לקבצים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sym typeface="Wingdings" panose="05000000000000000000" pitchFamily="2" charset="2"/>
              </a:rPr>
              <a:t>פעולות על נתונים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>
                <a:sym typeface="Wingdings" panose="05000000000000000000" pitchFamily="2" charset="2"/>
              </a:rPr>
              <a:t>שליפת נתונים (ביצוע שאילתות)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ניהול </a:t>
            </a:r>
            <a:r>
              <a:rPr lang="he-IL" dirty="0" err="1"/>
              <a:t>טקנזאקציות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אבטחה / הרשאות</a:t>
            </a:r>
          </a:p>
        </p:txBody>
      </p:sp>
    </p:spTree>
    <p:extLst>
      <p:ext uri="{BB962C8B-B14F-4D97-AF65-F5344CB8AC3E}">
        <p14:creationId xmlns:p14="http://schemas.microsoft.com/office/powerpoint/2010/main" val="33064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D415D-CD83-525B-EB7D-E6D407FEE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F0A26-D7F0-3546-CB04-D987E80EF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מודל 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37FC7-9D88-BCB7-5ED8-BE7A2A20161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38978"/>
            <a:ext cx="7740652" cy="491232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מגדיר באופן מופשט: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הנתונים במערכת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הפעולות שניתן לעשות עליהן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/>
              <a:t>מודל נתונים: </a:t>
            </a:r>
            <a:r>
              <a:rPr lang="en-US" dirty="0"/>
              <a:t>No-SQL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מודל מבוסס מפתח-ערך (</a:t>
            </a:r>
            <a:r>
              <a:rPr lang="en-US" dirty="0"/>
              <a:t>key-value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דומה ל </a:t>
            </a:r>
            <a:r>
              <a:rPr lang="en-US" dirty="0" err="1"/>
              <a:t>Hashtable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מתאים במיוחד ל </a:t>
            </a:r>
            <a:r>
              <a:rPr lang="en-US" dirty="0"/>
              <a:t>big data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דוגמאות: </a:t>
            </a:r>
            <a:r>
              <a:rPr lang="en-US" dirty="0"/>
              <a:t>MongoDB, Redis, Google </a:t>
            </a:r>
            <a:r>
              <a:rPr lang="en-US" dirty="0" err="1"/>
              <a:t>BigQuery</a:t>
            </a:r>
            <a:endParaRPr lang="en-US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/>
              <a:t>מודל נתונים: </a:t>
            </a:r>
            <a:r>
              <a:rPr lang="en-US" dirty="0"/>
              <a:t>ORM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en-US" dirty="0"/>
              <a:t>ORM: Object Relational Mapping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גישה לאובייקטים בדיסק באופן שקוף למתכנת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דוגמה:</a:t>
            </a:r>
            <a:r>
              <a:rPr lang="en-US" dirty="0"/>
              <a:t> </a:t>
            </a:r>
            <a:r>
              <a:rPr lang="he-IL" dirty="0"/>
              <a:t> </a:t>
            </a:r>
            <a:r>
              <a:rPr lang="en-US" dirty="0"/>
              <a:t>Hibernate</a:t>
            </a:r>
            <a:endParaRPr lang="he-IL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530965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9799F-9518-89BD-A7AB-218128672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AE8A1-A1D3-CBB4-8848-39240067F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בסיס נתונים רילציוני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015FF-7DD9-9413-A592-EAFE2EF8593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22005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השיטה הקלאסית: </a:t>
            </a:r>
            <a:r>
              <a:rPr lang="he-IL" b="1" dirty="0"/>
              <a:t>בסיס נתונים רילציוני 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/>
              <a:t>(</a:t>
            </a:r>
            <a:r>
              <a:rPr lang="en-US" dirty="0"/>
              <a:t>Relational Database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Tx/>
              <a:buChar char="-"/>
            </a:pPr>
            <a:r>
              <a:rPr lang="he-IL" dirty="0"/>
              <a:t>יחידת המידע הבסיסית:</a:t>
            </a:r>
            <a:r>
              <a:rPr lang="en-US" dirty="0"/>
              <a:t> </a:t>
            </a:r>
            <a:r>
              <a:rPr lang="he-IL" dirty="0"/>
              <a:t>רשומה בטבלה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כל טבלה: אוסף של שדות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שדה: שם, טיפוס (סוג הנתונים)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תכונות נוספות: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/>
              <a:t>ייחודיות (</a:t>
            </a:r>
            <a:r>
              <a:rPr lang="en-US" sz="2200" dirty="0"/>
              <a:t>uniqueness</a:t>
            </a:r>
            <a:r>
              <a:rPr lang="he-IL" sz="2200" dirty="0"/>
              <a:t>)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/>
              <a:t>לא ריק (</a:t>
            </a:r>
            <a:r>
              <a:rPr lang="en-US" sz="2200" dirty="0"/>
              <a:t>non-null</a:t>
            </a:r>
            <a:r>
              <a:rPr lang="he-IL" sz="2200" dirty="0"/>
              <a:t>)</a:t>
            </a:r>
            <a:endParaRPr lang="he-IL" dirty="0"/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/>
              <a:t>הגדרת שדה כאינדקס</a:t>
            </a:r>
          </a:p>
          <a:p>
            <a:pPr marL="1028700" lvl="1" indent="-342900" algn="r" rtl="1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/>
              <a:t>קשרים לטבלאות אחרות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חייב להיות "מפתח": שדה* שמוגדר </a:t>
            </a:r>
            <a:r>
              <a:rPr lang="he-IL" b="1" dirty="0"/>
              <a:t>כאינדקס ייחודי ולא ריק</a:t>
            </a:r>
          </a:p>
          <a:p>
            <a:pPr lvl="1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נקרא: מפתח ראשי (</a:t>
            </a:r>
            <a:r>
              <a:rPr lang="en-US" dirty="0"/>
              <a:t>PK / Primary Key</a:t>
            </a:r>
            <a:r>
              <a:rPr lang="he-IL" dirty="0"/>
              <a:t>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he-IL" sz="2000" i="1" dirty="0"/>
              <a:t>*  מפתח ראשי יכול להיות גם קב' שדות שממלאות את התנאים </a:t>
            </a:r>
            <a:r>
              <a:rPr lang="he-IL" sz="2000" i="1" u="sng" dirty="0"/>
              <a:t>ביחד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334395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67893-883D-21C7-F135-6C725870A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36A1B-B47C-260E-B947-19796C1FB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בסיס נתונים רילציוני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F82D21-28D7-E648-6192-C2F570B1888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51961" y="1358977"/>
            <a:ext cx="7470085" cy="5130058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u="sng" dirty="0"/>
              <a:t>תבנית עיצוב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מחלקה = טבלה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endParaRPr lang="he-IL" dirty="0"/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class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Student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{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String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login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Department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department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List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Course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&gt;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courses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algn="l" rtl="0">
              <a:lnSpc>
                <a:spcPts val="1425"/>
              </a:lnSpc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}</a:t>
            </a:r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1DB1933F-43BA-CB8E-A419-0C7BCDD7FC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472010" y="3158997"/>
            <a:ext cx="2161300" cy="254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3325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28D313-9D2D-2EDD-A7B4-9985C4C7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CA6D8-7946-0031-B4C6-CE90DD28F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בסיס נתונים רילציוני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172CE-3BA8-E566-3DFF-CA2B6F846E3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51961" y="1358977"/>
            <a:ext cx="7470085" cy="51300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u="sng" dirty="0"/>
              <a:t>תבנית עיצוב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dirty="0"/>
              <a:t>מחלקה = טבלה</a:t>
            </a:r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endParaRPr lang="he-IL" dirty="0"/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D2C58983-855E-02DD-C9BD-181F9C8B31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51962" y="1898983"/>
            <a:ext cx="2161300" cy="254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2435A43D-E3C4-48B1-F1EF-3997B1051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255" y="3919491"/>
            <a:ext cx="3780042" cy="210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E41CB432-0B71-097D-F923-BCDEF5CC6C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0045" y="2468702"/>
            <a:ext cx="3441885" cy="169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392894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CFF824-1AD0-E8EA-A46A-3449CBFFE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356B4-0491-CF57-12ED-8F1AA4A28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בסיס נתונים רילציוני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5D1318-5B82-488F-0C92-C4A09C225A9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51961" y="1358978"/>
            <a:ext cx="7470085" cy="51300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u="sng" dirty="0"/>
              <a:t>תבנית עיצוב</a:t>
            </a:r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r>
              <a:rPr lang="he-IL" dirty="0"/>
              <a:t>מצביע / הפניה = מפתח זר (</a:t>
            </a:r>
            <a:r>
              <a:rPr lang="en-US" dirty="0"/>
              <a:t>FK / Foreign Key</a:t>
            </a:r>
            <a:r>
              <a:rPr lang="he-IL" dirty="0"/>
              <a:t>)</a:t>
            </a:r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sz="3200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r>
              <a:rPr lang="he-IL" dirty="0"/>
              <a:t>מפתח זר חייב להיות </a:t>
            </a:r>
            <a:r>
              <a:rPr lang="he-IL" u="sng" dirty="0"/>
              <a:t>ייחודי</a:t>
            </a:r>
            <a:r>
              <a:rPr lang="he-IL" dirty="0"/>
              <a:t> (בדרך כלל ה </a:t>
            </a:r>
            <a:r>
              <a:rPr lang="en-US" dirty="0"/>
              <a:t>PK</a:t>
            </a:r>
            <a:r>
              <a:rPr lang="he-IL" dirty="0"/>
              <a:t> או לפחות אינדקס)</a:t>
            </a:r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040574AB-4469-E0F6-BEA5-AF14BE51D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51962" y="1898983"/>
            <a:ext cx="2161300" cy="254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F2219801-621E-3545-57FC-6AC7031934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255" y="3919491"/>
            <a:ext cx="3780042" cy="210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12AECF24-8162-8C82-83F9-A13214E5E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66233" y="2468702"/>
            <a:ext cx="3429508" cy="169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36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DF7A82-D0FC-E38B-1CD2-C9B198371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F7EC2-E145-1E68-C5CF-37C80791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בסיס נתונים רילציוני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B178A-3197-39CF-B00B-35A4B5D657B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51961" y="1358978"/>
            <a:ext cx="7470085" cy="51300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u="sng" dirty="0"/>
              <a:t>תבנית עיצוב</a:t>
            </a:r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r>
              <a:rPr lang="he-IL" dirty="0"/>
              <a:t>מה עם רשימה / מערך?</a:t>
            </a:r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he-IL" sz="3200" dirty="0"/>
          </a:p>
          <a:p>
            <a:pPr>
              <a:lnSpc>
                <a:spcPct val="100000"/>
              </a:lnSpc>
              <a:spcBef>
                <a:spcPts val="300"/>
              </a:spcBef>
            </a:pPr>
            <a:endParaRPr lang="he-IL" dirty="0"/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  <p:pic>
        <p:nvPicPr>
          <p:cNvPr id="4" name="Picture 12">
            <a:extLst>
              <a:ext uri="{FF2B5EF4-FFF2-40B4-BE49-F238E27FC236}">
                <a16:creationId xmlns:a16="http://schemas.microsoft.com/office/drawing/2014/main" id="{42EC4B5A-6A77-FB47-ED62-85FA246EAE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151962" y="1898983"/>
            <a:ext cx="2161300" cy="2540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8">
            <a:extLst>
              <a:ext uri="{FF2B5EF4-FFF2-40B4-BE49-F238E27FC236}">
                <a16:creationId xmlns:a16="http://schemas.microsoft.com/office/drawing/2014/main" id="{90A8DEEA-3E01-DD0E-3B72-8DCD9DA2AB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255" y="3919491"/>
            <a:ext cx="3780042" cy="2100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0">
            <a:extLst>
              <a:ext uri="{FF2B5EF4-FFF2-40B4-BE49-F238E27FC236}">
                <a16:creationId xmlns:a16="http://schemas.microsoft.com/office/drawing/2014/main" id="{B1553AA3-AAD8-BBEA-9D2C-68FB197C04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766233" y="2468702"/>
            <a:ext cx="3429508" cy="1696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211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B2C2-ECB6-EF38-43FB-FE7A0AF43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E36CA-F4E3-AF06-5756-A4098924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בסיס נתונים רילציוני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BC332-DE2F-08B8-C866-9DBA5829A9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51961" y="1358978"/>
            <a:ext cx="7470085" cy="513005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b="1" u="sng" dirty="0"/>
              <a:t>תבנית עיצוב</a:t>
            </a:r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r>
              <a:rPr lang="he-IL" dirty="0"/>
              <a:t>רשימה / מערך = טבלה נוספת</a:t>
            </a:r>
            <a:br>
              <a:rPr lang="en-US" dirty="0"/>
            </a:br>
            <a:r>
              <a:rPr lang="he-IL" dirty="0"/>
              <a:t>(משותפת לכל הרשומות בטבלה)</a:t>
            </a: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en-US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endParaRPr lang="en-US" sz="4000" dirty="0"/>
          </a:p>
          <a:p>
            <a:pPr marL="342900" indent="-342900">
              <a:lnSpc>
                <a:spcPct val="100000"/>
              </a:lnSpc>
              <a:spcBef>
                <a:spcPts val="2400"/>
              </a:spcBef>
              <a:buFontTx/>
              <a:buChar char="-"/>
            </a:pPr>
            <a:r>
              <a:rPr lang="he-IL" dirty="0"/>
              <a:t>השדות </a:t>
            </a:r>
            <a:r>
              <a:rPr lang="en-US" dirty="0"/>
              <a:t>student id</a:t>
            </a:r>
            <a:r>
              <a:rPr lang="he-IL" dirty="0"/>
              <a:t> ו </a:t>
            </a:r>
            <a:r>
              <a:rPr lang="en-US" dirty="0"/>
              <a:t>course id</a:t>
            </a:r>
            <a:r>
              <a:rPr lang="he-IL" dirty="0"/>
              <a:t> הם </a:t>
            </a:r>
            <a:r>
              <a:rPr lang="en-US" dirty="0"/>
              <a:t>foreign key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/>
              <a:t>הצמד </a:t>
            </a:r>
            <a:r>
              <a:rPr lang="en-US" dirty="0"/>
              <a:t>student id + course id</a:t>
            </a:r>
            <a:r>
              <a:rPr lang="he-IL" dirty="0"/>
              <a:t> </a:t>
            </a:r>
            <a:r>
              <a:rPr lang="he-IL" u="sng" dirty="0"/>
              <a:t>ביחד</a:t>
            </a:r>
            <a:r>
              <a:rPr lang="he-IL" dirty="0"/>
              <a:t> הוא </a:t>
            </a:r>
            <a:r>
              <a:rPr lang="en-US" dirty="0"/>
              <a:t>primary key</a:t>
            </a:r>
            <a:endParaRPr lang="he-IL" dirty="0"/>
          </a:p>
          <a:p>
            <a:pPr marL="342900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endParaRPr lang="he-IL" dirty="0"/>
          </a:p>
          <a:p>
            <a:pPr algn="l" rtl="0">
              <a:lnSpc>
                <a:spcPts val="1425"/>
              </a:lnSpc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A0571B15-C4B6-64F8-3A09-253A28D1F4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962" y="2798993"/>
            <a:ext cx="7155256" cy="230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6476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89183-2D85-955D-3076-C8333248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64AA4-11D3-8622-A633-736132C45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בסיס נתונים רילציוני</a:t>
            </a:r>
            <a:endParaRPr lang="LID4096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2CDA9276-F550-CD5C-A37D-C40DA602B9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962" y="940851"/>
            <a:ext cx="7155256" cy="2308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5302EB-4136-9457-C9A2-F250B75B1D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606247"/>
              </p:ext>
            </p:extLst>
          </p:nvPr>
        </p:nvGraphicFramePr>
        <p:xfrm>
          <a:off x="1481854" y="3261800"/>
          <a:ext cx="3071497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818">
                  <a:extLst>
                    <a:ext uri="{9D8B030D-6E8A-4147-A177-3AD203B41FA5}">
                      <a16:colId xmlns:a16="http://schemas.microsoft.com/office/drawing/2014/main" val="1277570706"/>
                    </a:ext>
                  </a:extLst>
                </a:gridCol>
                <a:gridCol w="886143">
                  <a:extLst>
                    <a:ext uri="{9D8B030D-6E8A-4147-A177-3AD203B41FA5}">
                      <a16:colId xmlns:a16="http://schemas.microsoft.com/office/drawing/2014/main" val="781479542"/>
                    </a:ext>
                  </a:extLst>
                </a:gridCol>
                <a:gridCol w="892493">
                  <a:extLst>
                    <a:ext uri="{9D8B030D-6E8A-4147-A177-3AD203B41FA5}">
                      <a16:colId xmlns:a16="http://schemas.microsoft.com/office/drawing/2014/main" val="2591224620"/>
                    </a:ext>
                  </a:extLst>
                </a:gridCol>
                <a:gridCol w="594043">
                  <a:extLst>
                    <a:ext uri="{9D8B030D-6E8A-4147-A177-3AD203B41FA5}">
                      <a16:colId xmlns:a16="http://schemas.microsoft.com/office/drawing/2014/main" val="1754004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dep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5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3984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Alice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alice12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94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2485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bob12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26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4932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Charlie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char12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956408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57C78C8-62A1-D066-670C-119E21AFE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083983"/>
              </p:ext>
            </p:extLst>
          </p:nvPr>
        </p:nvGraphicFramePr>
        <p:xfrm>
          <a:off x="5472010" y="3434486"/>
          <a:ext cx="2259222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068">
                  <a:extLst>
                    <a:ext uri="{9D8B030D-6E8A-4147-A177-3AD203B41FA5}">
                      <a16:colId xmlns:a16="http://schemas.microsoft.com/office/drawing/2014/main" val="1277570706"/>
                    </a:ext>
                  </a:extLst>
                </a:gridCol>
                <a:gridCol w="886143">
                  <a:extLst>
                    <a:ext uri="{9D8B030D-6E8A-4147-A177-3AD203B41FA5}">
                      <a16:colId xmlns:a16="http://schemas.microsoft.com/office/drawing/2014/main" val="781479542"/>
                    </a:ext>
                  </a:extLst>
                </a:gridCol>
                <a:gridCol w="960011">
                  <a:extLst>
                    <a:ext uri="{9D8B030D-6E8A-4147-A177-3AD203B41FA5}">
                      <a16:colId xmlns:a16="http://schemas.microsoft.com/office/drawing/2014/main" val="2591224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building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5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science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37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94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finance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38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267597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D375872-67A4-BCE2-736A-545B85167C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240628"/>
              </p:ext>
            </p:extLst>
          </p:nvPr>
        </p:nvGraphicFramePr>
        <p:xfrm>
          <a:off x="5447285" y="5029736"/>
          <a:ext cx="2308671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068">
                  <a:extLst>
                    <a:ext uri="{9D8B030D-6E8A-4147-A177-3AD203B41FA5}">
                      <a16:colId xmlns:a16="http://schemas.microsoft.com/office/drawing/2014/main" val="1277570706"/>
                    </a:ext>
                  </a:extLst>
                </a:gridCol>
                <a:gridCol w="966978">
                  <a:extLst>
                    <a:ext uri="{9D8B030D-6E8A-4147-A177-3AD203B41FA5}">
                      <a16:colId xmlns:a16="http://schemas.microsoft.com/office/drawing/2014/main" val="781479542"/>
                    </a:ext>
                  </a:extLst>
                </a:gridCol>
                <a:gridCol w="928625">
                  <a:extLst>
                    <a:ext uri="{9D8B030D-6E8A-4147-A177-3AD203B41FA5}">
                      <a16:colId xmlns:a16="http://schemas.microsoft.com/office/drawing/2014/main" val="2591224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teacher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5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prog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Gil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94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systems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Bill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26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Jill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95640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CD977F-5F57-2659-D672-03AA097E4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2117145"/>
              </p:ext>
            </p:extLst>
          </p:nvPr>
        </p:nvGraphicFramePr>
        <p:xfrm>
          <a:off x="1511966" y="5052585"/>
          <a:ext cx="2333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070">
                  <a:extLst>
                    <a:ext uri="{9D8B030D-6E8A-4147-A177-3AD203B41FA5}">
                      <a16:colId xmlns:a16="http://schemas.microsoft.com/office/drawing/2014/main" val="781479542"/>
                    </a:ext>
                  </a:extLst>
                </a:gridCol>
                <a:gridCol w="1142330">
                  <a:extLst>
                    <a:ext uri="{9D8B030D-6E8A-4147-A177-3AD203B41FA5}">
                      <a16:colId xmlns:a16="http://schemas.microsoft.com/office/drawing/2014/main" val="25912246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student id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course id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0549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3984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9453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3984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267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2485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9956408"/>
                  </a:ext>
                </a:extLst>
              </a:tr>
            </a:tbl>
          </a:graphicData>
        </a:graphic>
      </p:graphicFrame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6562C56-E5E5-DF64-AA78-60A7CFF6B04A}"/>
              </a:ext>
            </a:extLst>
          </p:cNvPr>
          <p:cNvCxnSpPr/>
          <p:nvPr/>
        </p:nvCxnSpPr>
        <p:spPr>
          <a:xfrm>
            <a:off x="4391998" y="3789004"/>
            <a:ext cx="990011" cy="2017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807B0EE-BB38-3841-CB13-2FD209C106A7}"/>
              </a:ext>
            </a:extLst>
          </p:cNvPr>
          <p:cNvCxnSpPr>
            <a:cxnSpLocks/>
          </p:cNvCxnSpPr>
          <p:nvPr/>
        </p:nvCxnSpPr>
        <p:spPr>
          <a:xfrm flipV="1">
            <a:off x="4391998" y="4140019"/>
            <a:ext cx="990011" cy="45899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BE4F01F-4C64-3102-838D-0E67778CCB0E}"/>
              </a:ext>
            </a:extLst>
          </p:cNvPr>
          <p:cNvCxnSpPr/>
          <p:nvPr/>
        </p:nvCxnSpPr>
        <p:spPr>
          <a:xfrm>
            <a:off x="4391997" y="4167774"/>
            <a:ext cx="990011" cy="20174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A418ECB-B784-6464-BA82-9734C6C3817C}"/>
              </a:ext>
            </a:extLst>
          </p:cNvPr>
          <p:cNvCxnSpPr>
            <a:cxnSpLocks/>
          </p:cNvCxnSpPr>
          <p:nvPr/>
        </p:nvCxnSpPr>
        <p:spPr>
          <a:xfrm>
            <a:off x="3431569" y="5599416"/>
            <a:ext cx="1915842" cy="71360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57A4684-A24A-D02D-242C-B1D165BF5C0B}"/>
              </a:ext>
            </a:extLst>
          </p:cNvPr>
          <p:cNvCxnSpPr>
            <a:cxnSpLocks/>
          </p:cNvCxnSpPr>
          <p:nvPr/>
        </p:nvCxnSpPr>
        <p:spPr>
          <a:xfrm flipV="1">
            <a:off x="3482939" y="5558319"/>
            <a:ext cx="1910994" cy="40069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019B521-6A17-021A-5FA2-0BAA24E5888E}"/>
              </a:ext>
            </a:extLst>
          </p:cNvPr>
          <p:cNvCxnSpPr>
            <a:cxnSpLocks/>
          </p:cNvCxnSpPr>
          <p:nvPr/>
        </p:nvCxnSpPr>
        <p:spPr>
          <a:xfrm>
            <a:off x="3493213" y="6339155"/>
            <a:ext cx="1869897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Arc 2">
            <a:extLst>
              <a:ext uri="{FF2B5EF4-FFF2-40B4-BE49-F238E27FC236}">
                <a16:creationId xmlns:a16="http://schemas.microsoft.com/office/drawing/2014/main" id="{A60C915C-F59A-0CB3-7575-064282263A19}"/>
              </a:ext>
            </a:extLst>
          </p:cNvPr>
          <p:cNvSpPr/>
          <p:nvPr/>
        </p:nvSpPr>
        <p:spPr>
          <a:xfrm flipH="1" flipV="1">
            <a:off x="810817" y="3790952"/>
            <a:ext cx="1151154" cy="1827121"/>
          </a:xfrm>
          <a:prstGeom prst="arc">
            <a:avLst>
              <a:gd name="adj1" fmla="val 16200000"/>
              <a:gd name="adj2" fmla="val 5340223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4916E135-0421-10FD-1E72-E4BC08E74F68}"/>
              </a:ext>
            </a:extLst>
          </p:cNvPr>
          <p:cNvSpPr/>
          <p:nvPr/>
        </p:nvSpPr>
        <p:spPr>
          <a:xfrm flipH="1" flipV="1">
            <a:off x="775410" y="3789003"/>
            <a:ext cx="1193873" cy="2187096"/>
          </a:xfrm>
          <a:prstGeom prst="arc">
            <a:avLst>
              <a:gd name="adj1" fmla="val 16200000"/>
              <a:gd name="adj2" fmla="val 5340223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Arc 6">
            <a:extLst>
              <a:ext uri="{FF2B5EF4-FFF2-40B4-BE49-F238E27FC236}">
                <a16:creationId xmlns:a16="http://schemas.microsoft.com/office/drawing/2014/main" id="{E1A7781D-2DE3-96AD-EA64-B4A42080CDDD}"/>
              </a:ext>
            </a:extLst>
          </p:cNvPr>
          <p:cNvSpPr/>
          <p:nvPr/>
        </p:nvSpPr>
        <p:spPr>
          <a:xfrm flipH="1" flipV="1">
            <a:off x="775410" y="4177128"/>
            <a:ext cx="1193873" cy="2187096"/>
          </a:xfrm>
          <a:prstGeom prst="arc">
            <a:avLst>
              <a:gd name="adj1" fmla="val 16200000"/>
              <a:gd name="adj2" fmla="val 5340223"/>
            </a:avLst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212846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206D3-AAAD-360B-22CB-D886FB87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7F921-F94C-D889-B355-4E4912877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שפת </a:t>
            </a:r>
            <a:r>
              <a:rPr lang="en-US" dirty="0"/>
              <a:t>SQL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F5AD2-297F-8DC8-D1D3-828B814007D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04005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en-US" dirty="0">
                <a:latin typeface="+mn-lt"/>
              </a:rPr>
              <a:t>Structured Query Language</a:t>
            </a:r>
            <a:endParaRPr lang="he-IL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300"/>
              </a:spcBef>
            </a:pPr>
            <a:r>
              <a:rPr lang="he-IL" dirty="0">
                <a:latin typeface="+mn-lt"/>
              </a:rPr>
              <a:t>השפה הנפוצה ביותר עבור בסיס נתונים רילציוני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/>
              <a:t>שפה גינרית – נתמכת בפועל בכל בסיס נתונים*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/>
              <a:t>לא תלויה במימוש מבנה הנתונים*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he-IL" sz="2000" i="1" dirty="0">
                <a:latin typeface="+mn-lt"/>
              </a:rPr>
              <a:t>* לפחות בגרסה ה"קלאסית" של </a:t>
            </a:r>
            <a:r>
              <a:rPr lang="en-US" sz="2000" i="1" dirty="0">
                <a:latin typeface="+mn-lt"/>
              </a:rPr>
              <a:t>SQL</a:t>
            </a:r>
            <a:endParaRPr lang="he-IL" sz="2000" i="1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he-IL" sz="2000" i="1" dirty="0">
                <a:latin typeface="+mn-lt"/>
              </a:rPr>
              <a:t>(במשך הזמן התפתחו ווריאציות עם כל מיני הרחבות)</a:t>
            </a:r>
            <a:endParaRPr lang="en-US" sz="2000" i="1" dirty="0">
              <a:latin typeface="+mn-lt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/>
              <a:t>מאפשרת ניהול של </a:t>
            </a:r>
            <a:r>
              <a:rPr lang="he-IL" u="sng" dirty="0"/>
              <a:t>מבנה</a:t>
            </a:r>
            <a:r>
              <a:rPr lang="he-IL" dirty="0"/>
              <a:t> בסיס הנתונים ושל </a:t>
            </a:r>
            <a:r>
              <a:rPr lang="he-IL" u="sng" dirty="0"/>
              <a:t>הנתונים</a:t>
            </a:r>
            <a:r>
              <a:rPr lang="he-IL" dirty="0"/>
              <a:t> עצמם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he-IL" dirty="0"/>
              <a:t>מאפשרת להגדיר </a:t>
            </a:r>
            <a:r>
              <a:rPr lang="he-IL" u="sng" dirty="0"/>
              <a:t>יחסים</a:t>
            </a:r>
            <a:r>
              <a:rPr lang="he-IL" dirty="0"/>
              <a:t> בין נתונים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Tx/>
              <a:buChar char="-"/>
            </a:pPr>
            <a:r>
              <a:rPr lang="he-IL" dirty="0">
                <a:latin typeface="+mn-lt"/>
              </a:rPr>
              <a:t>הפרדה בין ניהול המבנה לניהול הנתונים:</a:t>
            </a:r>
          </a:p>
          <a:p>
            <a:pPr marL="1028700" lvl="1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מבנה: </a:t>
            </a:r>
            <a:r>
              <a:rPr lang="en-US" sz="2200" dirty="0"/>
              <a:t>DDL (Data Definition Language)</a:t>
            </a:r>
            <a:br>
              <a:rPr lang="en-US" sz="2200" dirty="0"/>
            </a:br>
            <a:r>
              <a:rPr lang="he-IL" sz="2200" dirty="0"/>
              <a:t>(</a:t>
            </a:r>
            <a:r>
              <a:rPr lang="he-IL" dirty="0"/>
              <a:t>יצירת / שינוי / מחיקת טבלאות והקשרים ביניהן)</a:t>
            </a:r>
            <a:endParaRPr lang="en-US" sz="2200" dirty="0"/>
          </a:p>
          <a:p>
            <a:pPr marL="1028700" lvl="1" indent="-342900">
              <a:lnSpc>
                <a:spcPct val="100000"/>
              </a:lnSpc>
              <a:spcBef>
                <a:spcPts val="300"/>
              </a:spcBef>
              <a:buFontTx/>
              <a:buChar char="-"/>
            </a:pPr>
            <a:r>
              <a:rPr lang="he-IL" sz="2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נתונים: </a:t>
            </a:r>
            <a:r>
              <a:rPr lang="en-US" sz="2200" dirty="0"/>
              <a:t>DML (Data Manipulation Language)</a:t>
            </a:r>
            <a:br>
              <a:rPr lang="en-US" sz="2200" dirty="0"/>
            </a:br>
            <a:r>
              <a:rPr lang="he-IL" sz="2000" dirty="0"/>
              <a:t>(יצירת / שינוי / מחיקת נתונים)</a:t>
            </a:r>
            <a:endParaRPr lang="he-IL" sz="2000" dirty="0">
              <a:latin typeface="+mn-lt"/>
            </a:endParaRP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endParaRPr lang="he-IL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6347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AE215-C9B4-7195-163A-2B165AAAD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DAE50-2E24-E1BB-49B0-760CDED7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מבנה בסיס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9FB4-A31D-D315-762B-3ADA63B38FA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38978"/>
            <a:ext cx="7740652" cy="495005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latin typeface="+mn-lt"/>
              </a:rPr>
              <a:t>החלק ב </a:t>
            </a:r>
            <a:r>
              <a:rPr lang="en-US" dirty="0">
                <a:latin typeface="+mn-lt"/>
              </a:rPr>
              <a:t>SQL</a:t>
            </a:r>
            <a:r>
              <a:rPr lang="he-IL" dirty="0">
                <a:latin typeface="+mn-lt"/>
              </a:rPr>
              <a:t> שמטפל בניהול מבנה בסיס הנתונים: </a:t>
            </a:r>
            <a:r>
              <a:rPr lang="en-US" dirty="0">
                <a:latin typeface="+mn-lt"/>
              </a:rPr>
              <a:t>DDL</a:t>
            </a:r>
            <a:br>
              <a:rPr lang="en-US" dirty="0">
                <a:latin typeface="+mn-lt"/>
              </a:rPr>
            </a:br>
            <a:r>
              <a:rPr lang="he-IL" dirty="0">
                <a:latin typeface="+mn-lt"/>
              </a:rPr>
              <a:t>(</a:t>
            </a:r>
            <a:r>
              <a:rPr lang="en-US" dirty="0">
                <a:latin typeface="+mn-lt"/>
              </a:rPr>
              <a:t>Data Definition Language</a:t>
            </a:r>
            <a:r>
              <a:rPr lang="he-IL" dirty="0">
                <a:latin typeface="+mn-lt"/>
              </a:rPr>
              <a:t>)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latin typeface="+mn-lt"/>
              </a:rPr>
              <a:t>משמש ליצירת / שינוי / מחיקת הטבלאות והקשרים ביניהם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TABLE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Students (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Id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PRIMARY KEY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NOT NULL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Login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UNIQUE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DeptId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FOREIGN KEY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DeptId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REFERENCE Departments (Id)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);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INDEX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idx_users_name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Students 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4280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7DF5-655A-1B2E-C481-E5679BB85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21477-1AA9-34EC-E2F1-C03D4C46F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מבנה בסיס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EB8F8-3D98-D392-8DB8-7BD3CA36147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38978"/>
            <a:ext cx="7740652" cy="495005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he-IL" dirty="0">
                <a:latin typeface="+mn-lt"/>
              </a:rPr>
              <a:t>משמשת ליצירת / שינוי / מחיקת הטבלאות והקשרים ביניהם.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TABLE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Students (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Id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PRIMARY KEY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NOT NULL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Login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10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UNIQUE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DeptId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FOREIGN KEY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DeptId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REFERENCE Departments (Id)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);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INDEX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idx_users_name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Students 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1200"/>
              </a:spcBef>
              <a:buNone/>
            </a:pPr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3734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A1B24-CD49-B3C0-4F11-9EC3A03C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4894-B65F-441C-0672-C4F5D1420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מבנה בסיס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ED53F-DBBF-556D-F070-5B4D51BC91E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718981"/>
            <a:ext cx="7740652" cy="4770052"/>
          </a:xfrm>
        </p:spPr>
        <p:txBody>
          <a:bodyPr>
            <a:no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TABLE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Departments (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Id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A0982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Building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INTEGER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 marL="0" indent="0" algn="l" rtl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idx_departments_name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Departments (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 marL="0" indent="0" algn="l" rtl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TABLE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Courses (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Id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INTEGER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PRIMARY KEY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VARCHAR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800" b="0" dirty="0">
                <a:solidFill>
                  <a:srgbClr val="AA0982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UNIQUE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NOT NULL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INTEGER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);</a:t>
            </a:r>
          </a:p>
          <a:p>
            <a:pPr marL="0" indent="0" algn="l" rtl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idx_courses_name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Courses (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1719644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3FEC1-2A67-4F66-56CB-CAD857D2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ED597-DF0E-7E6B-44AF-9E94EE5A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מבנה בסיס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A3F06-C1BB-89D0-4268-5C2A482E58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898983"/>
            <a:ext cx="7740652" cy="4590050"/>
          </a:xfrm>
        </p:spPr>
        <p:txBody>
          <a:bodyPr>
            <a:noAutofit/>
          </a:bodyPr>
          <a:lstStyle/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TABLE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StudentsCourses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CourseId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Grade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INTEGER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PRIMARY KEY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CourseId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FOREIGN KEY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REFERENCE Students (Id),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FOREIGN KEY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CourseId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 REFERENCE Courses (Id)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);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INDEX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idx_studentscourses_year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StudentsCourses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(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year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063611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A2972-A830-FC80-6CC6-E6FE1747A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211C0-B20E-2AC5-D938-CE38A73BF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מבנה בסיס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C09BF-88BF-FB15-A325-FC30890D09E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38979"/>
            <a:ext cx="7740652" cy="4950054"/>
          </a:xfrm>
        </p:spPr>
        <p:txBody>
          <a:bodyPr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he-IL" b="1" u="sng" dirty="0">
                <a:solidFill>
                  <a:srgbClr val="403F53"/>
                </a:solidFill>
                <a:latin typeface="Consolas" panose="020B0609020204030204" pitchFamily="49" charset="0"/>
              </a:rPr>
              <a:t>סכימה (</a:t>
            </a:r>
            <a:r>
              <a:rPr lang="en-US" b="1" u="sng" dirty="0">
                <a:solidFill>
                  <a:srgbClr val="403F53"/>
                </a:solidFill>
                <a:latin typeface="Consolas" panose="020B0609020204030204" pitchFamily="49" charset="0"/>
              </a:rPr>
              <a:t>schema</a:t>
            </a:r>
            <a:r>
              <a:rPr lang="he-IL" b="1" u="sng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algn="r"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מרחב-שמות (</a:t>
            </a:r>
            <a: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  <a:t>namespace</a:t>
            </a: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) המכיל טבלאות וקשרים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ניתן ליצור כמה כאלה בבסיס נתונים אחד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משמש להפרדת נושאים / הרשאות וכו'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endParaRPr lang="he-IL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יצירת סכימה: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SCHEMA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University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  <a:b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הסרת סכימה: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DROP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SCHEMA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4876D6"/>
                </a:solidFill>
                <a:latin typeface="Consolas" panose="020B0609020204030204" pitchFamily="49" charset="0"/>
              </a:rPr>
              <a:t>University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  <a:endParaRPr lang="he-IL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endParaRPr lang="he-IL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יצירת טבלה בתוך הסכימה: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TABLE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876D6"/>
                </a:solidFill>
                <a:latin typeface="Consolas" panose="020B0609020204030204" pitchFamily="49" charset="0"/>
              </a:rPr>
              <a:t>University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.Faculty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...</a:t>
            </a:r>
          </a:p>
          <a:p>
            <a:pPr>
              <a:lnSpc>
                <a:spcPts val="1425"/>
              </a:lnSpc>
              <a:buNone/>
            </a:pPr>
            <a:br>
              <a:rPr lang="en-US" dirty="0">
                <a:solidFill>
                  <a:srgbClr val="403F53"/>
                </a:solidFill>
                <a:latin typeface="Consolas" panose="020B0609020204030204" pitchFamily="49" charset="0"/>
              </a:rPr>
            </a:br>
            <a:endParaRPr lang="en-US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endParaRPr lang="he-IL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098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1F0D9-E91B-5036-2E4C-7005546AA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34D58-4F55-0BF4-F0C2-8464517E8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ניהול מבנה בסיס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6CF86A-841F-D2E4-470C-B67DC7E614A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38979"/>
            <a:ext cx="7740652" cy="4950054"/>
          </a:xfrm>
        </p:spPr>
        <p:txBody>
          <a:bodyPr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he-IL" b="1" u="sng" dirty="0">
                <a:solidFill>
                  <a:srgbClr val="403F53"/>
                </a:solidFill>
                <a:latin typeface="Consolas" panose="020B0609020204030204" pitchFamily="49" charset="0"/>
              </a:rPr>
              <a:t>פקודות </a:t>
            </a:r>
            <a:r>
              <a:rPr lang="en-US" b="1" u="sng" dirty="0">
                <a:solidFill>
                  <a:srgbClr val="403F53"/>
                </a:solidFill>
                <a:latin typeface="Consolas" panose="020B0609020204030204" pitchFamily="49" charset="0"/>
              </a:rPr>
              <a:t>DDL</a:t>
            </a:r>
            <a:r>
              <a:rPr lang="he-IL" b="1" u="sng" dirty="0">
                <a:solidFill>
                  <a:srgbClr val="403F53"/>
                </a:solidFill>
                <a:latin typeface="Consolas" panose="020B0609020204030204" pitchFamily="49" charset="0"/>
              </a:rPr>
              <a:t> נוספות</a:t>
            </a:r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הסרת טבלה: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DROP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TABLE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Students;</a:t>
            </a:r>
          </a:p>
          <a:p>
            <a:pPr marL="0" lv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הסרת אינדקס: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endParaRPr lang="he-IL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DROP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INDEX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idx_studentscourses_year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;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endParaRPr lang="he-IL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הוספת עמודה בטבלה:</a:t>
            </a:r>
            <a:endParaRPr lang="en-US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ALTER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TABLE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Students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ADD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COLUMN Email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50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);</a:t>
            </a:r>
            <a:endParaRPr lang="he-IL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he-IL" dirty="0">
                <a:solidFill>
                  <a:srgbClr val="403F53"/>
                </a:solidFill>
                <a:latin typeface="Consolas" panose="020B0609020204030204" pitchFamily="49" charset="0"/>
              </a:rPr>
              <a:t>הסרת עמודה בטבלה:</a:t>
            </a:r>
            <a:endParaRPr lang="en-US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ALTER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TABLE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Students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DROP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COLUMN Email;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b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</a:b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52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02A2B-A4E3-806C-0B06-CCDE19E60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97456-1E1F-36EF-76A2-E131D272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398ED-8B1E-DF77-7746-94E5AED4086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7"/>
            <a:ext cx="7740652" cy="5040055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החלק ב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SQL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שמטפל בפעולות על נתונים: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DML</a:t>
            </a:r>
            <a:br>
              <a:rPr lang="en-US" dirty="0">
                <a:solidFill>
                  <a:prstClr val="black"/>
                </a:solidFill>
                <a:latin typeface="Calibri" panose="020F0502020204030204"/>
              </a:rPr>
            </a:b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(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Data Manipulation Language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)</a:t>
            </a:r>
          </a:p>
          <a:p>
            <a:pPr lv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משמש ליצירת / שינוי / מחיקת רשומות</a:t>
            </a: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r">
              <a:lnSpc>
                <a:spcPct val="100000"/>
              </a:lnSpc>
              <a:spcBef>
                <a:spcPts val="600"/>
              </a:spcBef>
              <a:buNone/>
            </a:pPr>
            <a:r>
              <a:rPr lang="he-IL" b="1" u="sng" dirty="0">
                <a:solidFill>
                  <a:prstClr val="black"/>
                </a:solidFill>
                <a:latin typeface="Calibri" panose="020F0502020204030204"/>
              </a:rPr>
              <a:t>הוספת רשומות</a:t>
            </a:r>
            <a:endParaRPr lang="en-US" b="1" u="sng" dirty="0">
              <a:solidFill>
                <a:prstClr val="black"/>
              </a:solidFill>
              <a:latin typeface="Calibri" panose="020F0502020204030204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Departments (Id,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Building)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science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37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Students (Id,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Login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DeptId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3984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Alice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alice12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he-IL" sz="2000" i="1" dirty="0">
                <a:solidFill>
                  <a:prstClr val="black"/>
                </a:solidFill>
                <a:latin typeface="Calibri" panose="020F0502020204030204"/>
              </a:rPr>
              <a:t>* הערה: צריכה להיות מחלקה עם 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/>
              </a:rPr>
              <a:t>id=1</a:t>
            </a:r>
            <a:r>
              <a:rPr lang="he-IL" sz="2000" i="1" dirty="0">
                <a:solidFill>
                  <a:prstClr val="black"/>
                </a:solidFill>
                <a:latin typeface="Calibri" panose="020F0502020204030204"/>
              </a:rPr>
              <a:t> כדי שה-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/>
              </a:rPr>
              <a:t>insert</a:t>
            </a:r>
            <a:r>
              <a:rPr lang="he-IL" sz="2000" i="1" dirty="0">
                <a:solidFill>
                  <a:prstClr val="black"/>
                </a:solidFill>
                <a:latin typeface="Calibri" panose="020F0502020204030204"/>
              </a:rPr>
              <a:t> ל 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/>
              </a:rPr>
              <a:t>Students</a:t>
            </a:r>
            <a:r>
              <a:rPr lang="he-IL" sz="2000" i="1" dirty="0">
                <a:solidFill>
                  <a:prstClr val="black"/>
                </a:solidFill>
                <a:latin typeface="Calibri" panose="020F0502020204030204"/>
              </a:rPr>
              <a:t> יצליח</a:t>
            </a:r>
            <a:endParaRPr lang="en-US" sz="1600" i="1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r">
              <a:lnSpc>
                <a:spcPct val="100000"/>
              </a:lnSpc>
              <a:spcBef>
                <a:spcPts val="0"/>
              </a:spcBef>
              <a:buNone/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45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A298F-9E13-9A1D-5DC3-59FDC6B69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C8BC9-52C9-3997-DA3F-D8765F0A01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5E6EB-B215-9D2D-C184-72E64CBD45B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38979"/>
            <a:ext cx="7740652" cy="4950054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he-IL" b="1" u="sng" dirty="0">
                <a:solidFill>
                  <a:prstClr val="black"/>
                </a:solidFill>
                <a:latin typeface="Calibri" panose="020F0502020204030204"/>
              </a:rPr>
              <a:t>הוספת רשומות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הפעולה הבאה תכשל כי ב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Students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השדה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Name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הוא "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Not-Null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":</a:t>
            </a: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endParaRPr lang="he-IL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Students (Id,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DeptId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2485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algn="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- הפעולה הבאה תצליח למרות שלא העברנו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Login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(כי הוא </a:t>
            </a:r>
            <a:r>
              <a:rPr lang="he-IL" u="sng" dirty="0">
                <a:solidFill>
                  <a:prstClr val="black"/>
                </a:solidFill>
                <a:latin typeface="Calibri" panose="020F0502020204030204"/>
              </a:rPr>
              <a:t>לא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"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Not-Null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"):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Students (Id,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Name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DeptId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2485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Bob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lvl="0" indent="0" algn="r">
              <a:lnSpc>
                <a:spcPct val="100000"/>
              </a:lnSpc>
              <a:spcBef>
                <a:spcPts val="1200"/>
              </a:spcBef>
              <a:buNone/>
            </a:pPr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819626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F3EFC-121D-423A-7A6F-9B555B424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97E75-2028-1FE8-F8C4-36D1AFEBD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0D972-7EF5-163F-F4E2-44ECA1206B3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538979"/>
            <a:ext cx="7740652" cy="4950054"/>
          </a:xfrm>
        </p:spPr>
        <p:txBody>
          <a:bodyPr>
            <a:noAutofit/>
          </a:bodyPr>
          <a:lstStyle/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מותר להשמיט שמות שדות אם סדר העמודות בטבלה זהה</a:t>
            </a:r>
          </a:p>
          <a:p>
            <a:pPr lvl="0"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אבל זה לא מומלץ (כי אז שינוי הסכימה ישבור את הקוד)</a:t>
            </a:r>
          </a:p>
          <a:p>
            <a:pPr marL="0" indent="0" algn="l" rtl="0">
              <a:lnSpc>
                <a:spcPct val="100000"/>
              </a:lnSpc>
              <a:spcBef>
                <a:spcPts val="600"/>
              </a:spcBef>
              <a:buNone/>
            </a:pPr>
            <a:endParaRPr lang="he-IL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Courses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(1,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prog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Gil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')</a:t>
            </a:r>
          </a:p>
          <a:p>
            <a:pPr marL="0" indent="0"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Courses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(2,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systems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Bill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')</a:t>
            </a:r>
          </a:p>
          <a:p>
            <a:pPr marL="0" indent="0"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Courses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(3,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design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 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Jill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')</a:t>
            </a:r>
          </a:p>
          <a:p>
            <a:pPr marL="0" indent="0" algn="l" rtl="0">
              <a:lnSpc>
                <a:spcPct val="100000"/>
              </a:lnSpc>
              <a:spcBef>
                <a:spcPts val="600"/>
              </a:spcBef>
              <a:buNone/>
            </a:pP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StudentsCourses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3984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StudentsCourses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3984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1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  <a:p>
            <a:pPr marL="0" indent="0" algn="l" rtl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INSERT INTO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StudentsCourses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VALUES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2485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3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5966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F40EB-3B10-89B8-7A5E-0BECFBE3C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AE0B1-5BF8-660D-A3D6-F4E78636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041A7-553A-B3CD-FE20-169C0826A20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04005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e-IL" b="1" u="sng" dirty="0">
                <a:solidFill>
                  <a:prstClr val="black"/>
                </a:solidFill>
                <a:latin typeface="Calibri" panose="020F0502020204030204"/>
              </a:rPr>
              <a:t>עדכון רשומות</a:t>
            </a:r>
            <a:endParaRPr lang="en-US" b="1" u="sng" dirty="0">
              <a:solidFill>
                <a:prstClr val="black"/>
              </a:solidFill>
              <a:latin typeface="Calibri" panose="020F0502020204030204"/>
            </a:endParaRPr>
          </a:p>
          <a:p>
            <a:pPr lvl="0">
              <a:lnSpc>
                <a:spcPct val="100000"/>
              </a:lnSpc>
              <a:spcBef>
                <a:spcPts val="600"/>
              </a:spcBef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עדכון רשומה </a:t>
            </a:r>
            <a:r>
              <a:rPr lang="he-IL" u="sng" dirty="0">
                <a:solidFill>
                  <a:prstClr val="black"/>
                </a:solidFill>
                <a:latin typeface="Calibri" panose="020F0502020204030204"/>
              </a:rPr>
              <a:t>אחת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*: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UPDATE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   Students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SET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Login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bob12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WHERE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2485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e-IL" sz="2000" i="1" dirty="0">
                <a:solidFill>
                  <a:prstClr val="black"/>
                </a:solidFill>
                <a:latin typeface="Calibri" panose="020F0502020204030204"/>
              </a:rPr>
              <a:t>* רשומה אחת כי השדה 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/>
              </a:rPr>
              <a:t>Id</a:t>
            </a:r>
            <a:r>
              <a:rPr lang="he-IL" sz="2000" i="1" dirty="0">
                <a:solidFill>
                  <a:prstClr val="black"/>
                </a:solidFill>
                <a:latin typeface="Calibri" panose="020F0502020204030204"/>
              </a:rPr>
              <a:t> הוא </a:t>
            </a:r>
            <a:r>
              <a:rPr lang="en-US" sz="2000" i="1" dirty="0">
                <a:solidFill>
                  <a:prstClr val="black"/>
                </a:solidFill>
                <a:latin typeface="Calibri" panose="020F0502020204030204"/>
              </a:rPr>
              <a:t>unique</a:t>
            </a:r>
            <a:endParaRPr lang="he-IL" sz="2000" i="1" dirty="0">
              <a:solidFill>
                <a:prstClr val="black"/>
              </a:solidFill>
              <a:latin typeface="Calibri" panose="020F0502020204030204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עדכון </a:t>
            </a:r>
            <a:r>
              <a:rPr lang="he-IL" u="sng" dirty="0">
                <a:solidFill>
                  <a:prstClr val="black"/>
                </a:solidFill>
                <a:latin typeface="Calibri" panose="020F0502020204030204"/>
              </a:rPr>
              <a:t>כל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הרשומות בטבלה: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UPDATE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Students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SET Login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NULL</a:t>
            </a:r>
          </a:p>
          <a:p>
            <a:pPr lv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הפעולה הבאה </a:t>
            </a:r>
            <a:r>
              <a:rPr lang="he-IL" u="sng" dirty="0">
                <a:solidFill>
                  <a:prstClr val="black"/>
                </a:solidFill>
                <a:latin typeface="Calibri" panose="020F0502020204030204"/>
              </a:rPr>
              <a:t>תכשל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(כי השדה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Id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הוא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unique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):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UPDATE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Students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Login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C96765"/>
                </a:solidFill>
                <a:latin typeface="Consolas" panose="020B0609020204030204" pitchFamily="49" charset="0"/>
              </a:rPr>
              <a:t>char12</a:t>
            </a:r>
            <a:r>
              <a:rPr lang="en-US" sz="1800" dirty="0">
                <a:solidFill>
                  <a:srgbClr val="111111"/>
                </a:solidFill>
                <a:latin typeface="Consolas" panose="020B0609020204030204" pitchFamily="49" charset="0"/>
              </a:rPr>
              <a:t>'</a:t>
            </a:r>
            <a:endParaRPr lang="en-US" sz="1800" dirty="0">
              <a:solidFill>
                <a:prstClr val="black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3159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E4A80-080F-845C-F68C-3DD50DAF7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B1A9C-9327-B519-D788-5DDBCEC16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D6D2E-6D28-D555-5E60-4B80A221AD9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448978"/>
            <a:ext cx="7740652" cy="5040055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e-IL" b="1" u="sng" dirty="0">
                <a:solidFill>
                  <a:prstClr val="black"/>
                </a:solidFill>
                <a:latin typeface="Calibri" panose="020F0502020204030204"/>
              </a:rPr>
              <a:t>מחיקת רשומות</a:t>
            </a:r>
            <a:endParaRPr lang="en-US" sz="1800" b="0" dirty="0">
              <a:solidFill>
                <a:srgbClr val="994CC3"/>
              </a:solidFill>
              <a:effectLst/>
              <a:latin typeface="Consolas" panose="020B0609020204030204" pitchFamily="49" charset="0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Tx/>
              <a:buSzTx/>
              <a:buFontTx/>
              <a:buChar char="-"/>
              <a:tabLst/>
              <a:defRPr/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מחיקת </a:t>
            </a: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רשומה </a:t>
            </a:r>
            <a:r>
              <a:rPr kumimoji="0" lang="he-IL" sz="22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אחת</a:t>
            </a: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Students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WHERE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Id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AA0982"/>
                </a:solidFill>
                <a:latin typeface="Consolas" panose="020B0609020204030204" pitchFamily="49" charset="0"/>
              </a:rPr>
              <a:t>2485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lvl="0" algn="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מחיקת רשומות לפי קריטריון: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Students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WHERE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A0982"/>
                </a:solidFill>
                <a:effectLst/>
                <a:latin typeface="Consolas" panose="020B0609020204030204" pitchFamily="49" charset="0"/>
              </a:rPr>
              <a:t>3000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מחיקת כל הרשומות: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DELETE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    Students</a:t>
            </a:r>
          </a:p>
        </p:txBody>
      </p:sp>
    </p:spTree>
    <p:extLst>
      <p:ext uri="{BB962C8B-B14F-4D97-AF65-F5344CB8AC3E}">
        <p14:creationId xmlns:p14="http://schemas.microsoft.com/office/powerpoint/2010/main" val="3129069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03C75-DAC0-2D35-7962-3A45AE07E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D3F0F-6101-DDC5-942E-4A7AFB73F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5D677-45CD-2A4F-4B9E-C5A438DFCD4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358978"/>
            <a:ext cx="7740652" cy="5130056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e-IL" b="1" u="sng" dirty="0">
                <a:solidFill>
                  <a:prstClr val="black"/>
                </a:solidFill>
                <a:latin typeface="Calibri" panose="020F0502020204030204"/>
              </a:rPr>
              <a:t>שליפת נתונים מטבלה אחת</a:t>
            </a:r>
            <a:endParaRPr lang="en-US" sz="1800" b="0" dirty="0">
              <a:solidFill>
                <a:srgbClr val="994CC3"/>
              </a:solidFill>
              <a:effectLst/>
              <a:latin typeface="Consolas" panose="020B0609020204030204" pitchFamily="49" charset="0"/>
            </a:endParaRP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None/>
              <a:tabLst/>
              <a:defRPr/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מבנה כללי: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SELECT – FROM - WHERE</a:t>
            </a:r>
            <a:endParaRPr lang="he-IL" dirty="0">
              <a:solidFill>
                <a:prstClr val="black"/>
              </a:solidFill>
              <a:latin typeface="Calibri" panose="020F0502020204030204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buFontTx/>
              <a:buChar char="-"/>
              <a:tabLst/>
              <a:defRPr/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שליפת כל הרשומות עם כל השדות:</a:t>
            </a:r>
            <a:endParaRPr lang="en-US" sz="1800" dirty="0">
              <a:solidFill>
                <a:srgbClr val="994CC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C969B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Students</a:t>
            </a:r>
            <a:endParaRPr lang="he-IL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defRPr/>
            </a:pP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שליפת כל הרשומות עם חלק מהשדות: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Id,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Students</a:t>
            </a: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שליפת 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רשומה אחת עם כל השדות</a:t>
            </a: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94CC3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0C969B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Students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Id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A0982"/>
                </a:solidFill>
                <a:effectLst/>
                <a:latin typeface="Consolas" panose="020B0609020204030204" pitchFamily="49" charset="0"/>
              </a:rPr>
              <a:t>2485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342900" marR="0" lvl="0" indent="-342900" algn="r" defTabSz="914400" rtl="1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1200"/>
              </a:spcAft>
              <a:buClrTx/>
              <a:buSzTx/>
              <a:buFontTx/>
              <a:buChar char="-"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שליפת רשומות לפי קריטריון עם חלק מהשדות: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994CC3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Id, </a:t>
            </a:r>
            <a:r>
              <a:rPr lang="en-US" sz="1800" dirty="0">
                <a:solidFill>
                  <a:srgbClr val="403F53"/>
                </a:solidFill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Students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WHERE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Id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AA0982"/>
                </a:solidFill>
                <a:effectLst/>
                <a:latin typeface="Consolas" panose="020B0609020204030204" pitchFamily="49" charset="0"/>
              </a:rPr>
              <a:t>3000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403F53"/>
              </a:solidFill>
              <a:effectLst/>
              <a:uLnTx/>
              <a:uFillTx/>
              <a:latin typeface="Consolas" panose="020B0609020204030204" pitchFamily="49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ts val="1425"/>
              </a:lnSpc>
              <a:buNone/>
            </a:pPr>
            <a:endParaRPr lang="en-US" sz="14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6288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199C252-18D9-2C93-8022-3642C5185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015B-03E7-10F8-054B-0887C8A01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904A5-9E89-734D-7CC4-49E7FC22EDF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5" y="1268976"/>
            <a:ext cx="7740652" cy="522005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he-IL" b="1" u="sng" dirty="0">
                <a:solidFill>
                  <a:prstClr val="black"/>
                </a:solidFill>
                <a:latin typeface="Calibri" panose="020F0502020204030204"/>
              </a:rPr>
              <a:t>שליפת נתונים מכמה טבלאות יחד</a:t>
            </a:r>
          </a:p>
          <a:p>
            <a:pPr mar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 mar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Students.Name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dirty="0" err="1">
                <a:solidFill>
                  <a:srgbClr val="403F53"/>
                </a:solidFill>
                <a:latin typeface="Consolas" panose="020B0609020204030204" pitchFamily="49" charset="0"/>
              </a:rPr>
              <a:t>Courses.Name</a:t>
            </a:r>
            <a:endParaRPr lang="en-US" sz="1800" dirty="0">
              <a:solidFill>
                <a:srgbClr val="403F53"/>
              </a:solidFill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 </a:t>
            </a:r>
          </a:p>
          <a:p>
            <a:pPr marL="0" indent="0" algn="l" rtl="0">
              <a:lnSpc>
                <a:spcPct val="15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Students, Courses</a:t>
            </a:r>
          </a:p>
          <a:p>
            <a:pPr marR="0" lvl="0" algn="r" defTabSz="914400" rtl="1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Tx/>
              <a:buSzTx/>
              <a:tabLst/>
              <a:defRPr/>
            </a:pP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התוצאה: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מכפלה </a:t>
            </a:r>
            <a:r>
              <a:rPr kumimoji="0" lang="he-IL" sz="2200" b="0" i="0" u="sng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קרטזית</a:t>
            </a:r>
            <a:r>
              <a:rPr kumimoji="0" lang="he-IL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 של כל הרשומות</a:t>
            </a: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Alice, prog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Alice, systems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Calibri" panose="020F0502020204030204" pitchFamily="34" charset="0"/>
                <a:cs typeface="Calibri" panose="020F0502020204030204" pitchFamily="34" charset="0"/>
              </a:rPr>
              <a:t>Alice, design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Bob, prog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IL" dirty="0"/>
              <a:t>⋮</a:t>
            </a:r>
            <a:endParaRPr lang="en-US" dirty="0">
              <a:solidFill>
                <a:prstClr val="black"/>
              </a:solidFill>
              <a:latin typeface="Calibri" panose="020F0502020204030204"/>
            </a:endParaRPr>
          </a:p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buClrTx/>
              <a:buSzTx/>
              <a:buNone/>
              <a:tabLst/>
              <a:defRPr/>
            </a:pPr>
            <a:r>
              <a:rPr lang="he-IL" dirty="0" err="1">
                <a:solidFill>
                  <a:prstClr val="black"/>
                </a:solidFill>
                <a:latin typeface="Calibri" panose="020F0502020204030204"/>
              </a:rPr>
              <a:t>הפיתרון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: שימוש ב </a:t>
            </a: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JOIN</a:t>
            </a:r>
            <a:r>
              <a:rPr lang="he-IL" dirty="0">
                <a:solidFill>
                  <a:prstClr val="black"/>
                </a:solidFill>
                <a:latin typeface="Calibri" panose="020F0502020204030204"/>
              </a:rPr>
              <a:t> – חיבור טבלאות לפי מפתחות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932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9CEC40-E04E-5891-4D35-FA9328A7D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43699-CFAA-2355-3E60-D8AA97594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56DD10C-07D0-EE73-8F26-7CCD97369FC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718981"/>
            <a:ext cx="7740652" cy="4859620"/>
          </a:xfrm>
        </p:spPr>
        <p:txBody>
          <a:bodyPr/>
          <a:lstStyle/>
          <a:p>
            <a:pPr marL="0" indent="0">
              <a:buNone/>
            </a:pPr>
            <a:r>
              <a:rPr lang="en-US" b="1" u="sng" dirty="0"/>
              <a:t>Inner Join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Students S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StudentsCourses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SC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student_id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INNER JOIN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Courses C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course_id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algn="r"/>
            <a:r>
              <a:rPr lang="he-IL" dirty="0"/>
              <a:t>התוצאה היא חיתוך:</a:t>
            </a:r>
          </a:p>
          <a:p>
            <a:pPr marL="0" indent="0" algn="l" rtl="0">
              <a:buNone/>
            </a:pPr>
            <a:r>
              <a:rPr lang="en-US" dirty="0"/>
              <a:t>Alice, prog</a:t>
            </a:r>
          </a:p>
          <a:p>
            <a:pPr marL="0" indent="0" algn="l" rtl="0">
              <a:buNone/>
            </a:pPr>
            <a:r>
              <a:rPr lang="en-US" dirty="0"/>
              <a:t>Alice, design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Bob, design</a:t>
            </a:r>
            <a:endParaRPr lang="he-IL" dirty="0">
              <a:sym typeface="Wingdings" panose="05000000000000000000" pitchFamily="2" charset="2"/>
            </a:endParaRPr>
          </a:p>
          <a:p>
            <a:pPr algn="r">
              <a:spcBef>
                <a:spcPts val="1800"/>
              </a:spcBef>
              <a:buFont typeface="Wingdings" panose="05000000000000000000" pitchFamily="2" charset="2"/>
              <a:buChar char="ß"/>
            </a:pPr>
            <a:r>
              <a:rPr lang="he-IL" dirty="0">
                <a:sym typeface="Wingdings" panose="05000000000000000000" pitchFamily="2" charset="2"/>
              </a:rPr>
              <a:t>ברירת המחדל – אפשר להשמיט את המילה </a:t>
            </a:r>
            <a:r>
              <a:rPr lang="en-US" dirty="0">
                <a:sym typeface="Wingdings" panose="05000000000000000000" pitchFamily="2" charset="2"/>
              </a:rPr>
              <a:t>Inner</a:t>
            </a:r>
            <a:endParaRPr lang="he-IL" dirty="0">
              <a:sym typeface="Wingdings" panose="05000000000000000000" pitchFamily="2" charset="2"/>
            </a:endParaRPr>
          </a:p>
          <a:p>
            <a:pPr marL="0" indent="0" algn="r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125083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85DFA-8214-DF21-22DC-583F52DB0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2EA0B-E7ED-EE58-C416-DA52F2A8E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163C713-66A2-01A0-CD16-48828D963E0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/>
              <a:t>Left Outer </a:t>
            </a:r>
            <a:r>
              <a:rPr lang="en-US" b="1" u="sng" dirty="0"/>
              <a:t>Join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Students S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LEFT JOIN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StudentsCourses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SC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student_id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LEFT JOIN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Courses C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course_id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r"/>
            <a:r>
              <a:rPr lang="he-IL" dirty="0"/>
              <a:t>התוצאה תהיה:</a:t>
            </a:r>
          </a:p>
          <a:p>
            <a:pPr marL="0" indent="0" algn="l" rtl="0">
              <a:buNone/>
            </a:pPr>
            <a:r>
              <a:rPr lang="en-US" dirty="0"/>
              <a:t>Alice, prog</a:t>
            </a:r>
          </a:p>
          <a:p>
            <a:pPr marL="0" indent="0" algn="l" rtl="0">
              <a:buNone/>
            </a:pPr>
            <a:r>
              <a:rPr lang="en-US" dirty="0"/>
              <a:t>Alice, design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Bob, design</a:t>
            </a:r>
          </a:p>
          <a:p>
            <a:pPr marL="0" indent="0" algn="l" rtl="0">
              <a:buNone/>
            </a:pPr>
            <a:r>
              <a:rPr lang="en-US" dirty="0"/>
              <a:t>Charlie, NULL</a:t>
            </a:r>
          </a:p>
          <a:p>
            <a:pPr algn="r"/>
            <a:r>
              <a:rPr lang="he-IL" dirty="0"/>
              <a:t>כל הרשומות של צד שמאל (של המילה </a:t>
            </a:r>
            <a:r>
              <a:rPr lang="en-US" dirty="0"/>
              <a:t>JOIN</a:t>
            </a:r>
            <a:r>
              <a:rPr lang="he-IL" dirty="0"/>
              <a:t>)</a:t>
            </a:r>
          </a:p>
          <a:p>
            <a:pPr algn="r"/>
            <a:r>
              <a:rPr lang="he-IL" dirty="0"/>
              <a:t>אם אין התאמה </a:t>
            </a:r>
            <a:r>
              <a:rPr lang="he-IL" dirty="0">
                <a:sym typeface="Wingdings" panose="05000000000000000000" pitchFamily="2" charset="2"/>
              </a:rPr>
              <a:t> </a:t>
            </a:r>
            <a:r>
              <a:rPr lang="en-US" dirty="0">
                <a:sym typeface="Wingdings" panose="05000000000000000000" pitchFamily="2" charset="2"/>
              </a:rPr>
              <a:t>NULL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3950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5A819-26BD-D473-08C5-EC6814B9C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5B52C-A1B9-D739-7E08-2EEFF0F62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4F9A65D-54F1-4721-776D-B6482CD665B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Right Outer Join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Students S</a:t>
            </a: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RIGHT JOIN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StudentsCourses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SC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student_id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800" dirty="0">
                <a:solidFill>
                  <a:srgbClr val="994CC3"/>
                </a:solidFill>
                <a:latin typeface="Consolas" panose="020B0609020204030204" pitchFamily="49" charset="0"/>
              </a:rPr>
              <a:t>RIGHT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 JOIN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Courses C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8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course_id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8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8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18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r"/>
            <a:r>
              <a:rPr lang="he-IL" dirty="0"/>
              <a:t>התוצאה תהיה:</a:t>
            </a:r>
          </a:p>
          <a:p>
            <a:pPr marL="0" indent="0" algn="l" rtl="0">
              <a:buNone/>
            </a:pPr>
            <a:r>
              <a:rPr lang="en-US" dirty="0"/>
              <a:t>Alice, prog</a:t>
            </a:r>
          </a:p>
          <a:p>
            <a:pPr marL="0" indent="0" algn="l" rtl="0">
              <a:buNone/>
            </a:pPr>
            <a:r>
              <a:rPr lang="en-US" dirty="0"/>
              <a:t>NULL, systems</a:t>
            </a:r>
          </a:p>
          <a:p>
            <a:pPr marL="0" indent="0" algn="l" rtl="0">
              <a:buNone/>
            </a:pPr>
            <a:r>
              <a:rPr lang="en-US" dirty="0"/>
              <a:t>Alice, design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Bob, design</a:t>
            </a:r>
          </a:p>
          <a:p>
            <a:pPr algn="r"/>
            <a:r>
              <a:rPr lang="he-IL" dirty="0"/>
              <a:t>כל הרשומות של צד ימין (של המילה </a:t>
            </a:r>
            <a:r>
              <a:rPr lang="en-US" dirty="0"/>
              <a:t>JOIN</a:t>
            </a:r>
            <a:r>
              <a:rPr lang="he-IL" dirty="0"/>
              <a:t>)</a:t>
            </a:r>
          </a:p>
          <a:p>
            <a:pPr algn="r"/>
            <a:r>
              <a:rPr lang="he-IL" dirty="0"/>
              <a:t>אם אין התאמה </a:t>
            </a:r>
            <a:r>
              <a:rPr lang="he-IL" dirty="0">
                <a:sym typeface="Wingdings" panose="05000000000000000000" pitchFamily="2" charset="2"/>
              </a:rPr>
              <a:t> </a:t>
            </a:r>
            <a:r>
              <a:rPr lang="en-US" dirty="0">
                <a:sym typeface="Wingdings" panose="05000000000000000000" pitchFamily="2" charset="2"/>
              </a:rPr>
              <a:t>NULL</a:t>
            </a:r>
            <a:endParaRPr lang="he-IL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250614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E73D0-727D-983D-BCFE-5109150BE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269DB-3F5F-BB8F-1C8D-CD1C6AF7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פעולות על הנתונים</a:t>
            </a:r>
            <a:endParaRPr lang="LID4096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F56F633-64CB-FE64-1032-B4AD2CB1A28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81394" y="1628979"/>
            <a:ext cx="7740652" cy="49496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/>
              <a:t>Full Outer Join</a:t>
            </a:r>
          </a:p>
          <a:p>
            <a:pPr marL="0" indent="0" algn="l"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SELECT</a:t>
            </a:r>
            <a:endParaRPr lang="en-US" sz="19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9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9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name</a:t>
            </a:r>
            <a:endParaRPr lang="en-US" sz="19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FROM</a:t>
            </a:r>
            <a:endParaRPr lang="en-US" sz="19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Students S</a:t>
            </a:r>
          </a:p>
          <a:p>
            <a:pPr marL="0" indent="0" algn="l"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9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FULL JOIN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StudentsCourses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SC </a:t>
            </a:r>
            <a:r>
              <a:rPr lang="en-US" sz="19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9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student_id</a:t>
            </a:r>
            <a:endParaRPr lang="en-US" sz="19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marL="0" indent="0" algn="l" rtl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900" dirty="0">
                <a:solidFill>
                  <a:srgbClr val="994CC3"/>
                </a:solidFill>
                <a:latin typeface="Consolas" panose="020B0609020204030204" pitchFamily="49" charset="0"/>
              </a:rPr>
              <a:t>FULL</a:t>
            </a:r>
            <a:r>
              <a:rPr lang="en-US" sz="19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 JOIN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Courses C </a:t>
            </a:r>
            <a:r>
              <a:rPr lang="en-US" sz="19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ON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SC</a:t>
            </a:r>
            <a:r>
              <a:rPr lang="en-US" sz="1900" b="0" dirty="0" err="1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 err="1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course_id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994CC3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9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lang="en-US" sz="1900" b="0" dirty="0">
                <a:solidFill>
                  <a:srgbClr val="403F53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1900" b="0" dirty="0">
                <a:solidFill>
                  <a:srgbClr val="4876D6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sz="1900" b="0" dirty="0">
              <a:solidFill>
                <a:srgbClr val="403F53"/>
              </a:solidFill>
              <a:effectLst/>
              <a:latin typeface="Consolas" panose="020B0609020204030204" pitchFamily="49" charset="0"/>
            </a:endParaRPr>
          </a:p>
          <a:p>
            <a:pPr algn="r"/>
            <a:r>
              <a:rPr lang="he-IL" dirty="0"/>
              <a:t>התוצאה תהיה:</a:t>
            </a:r>
          </a:p>
          <a:p>
            <a:pPr marL="0" indent="0" algn="l" rtl="0">
              <a:buNone/>
            </a:pPr>
            <a:r>
              <a:rPr lang="en-US" dirty="0"/>
              <a:t>Alice, prog</a:t>
            </a:r>
          </a:p>
          <a:p>
            <a:pPr marL="0" indent="0" algn="l" rtl="0">
              <a:buNone/>
            </a:pPr>
            <a:r>
              <a:rPr lang="en-US" dirty="0"/>
              <a:t>Alice, design</a:t>
            </a:r>
            <a:endParaRPr lang="he-IL" dirty="0"/>
          </a:p>
          <a:p>
            <a:pPr marL="0" indent="0" algn="l" rtl="0">
              <a:buNone/>
            </a:pPr>
            <a:r>
              <a:rPr lang="en-US" dirty="0"/>
              <a:t>NULL, systems</a:t>
            </a:r>
          </a:p>
          <a:p>
            <a:pPr marL="0" indent="0" algn="l" rtl="0">
              <a:buNone/>
            </a:pPr>
            <a:r>
              <a:rPr lang="en-US" dirty="0"/>
              <a:t>Bob, design</a:t>
            </a:r>
          </a:p>
          <a:p>
            <a:pPr marL="0" indent="0" algn="l" rtl="0">
              <a:buNone/>
            </a:pPr>
            <a:r>
              <a:rPr lang="en-US" dirty="0"/>
              <a:t>Charlie, NULL</a:t>
            </a:r>
          </a:p>
          <a:p>
            <a:pPr algn="r"/>
            <a:r>
              <a:rPr lang="he-IL" dirty="0"/>
              <a:t>כל הרשומות של צד ימין (של המילה </a:t>
            </a:r>
            <a:r>
              <a:rPr lang="en-US" dirty="0"/>
              <a:t>JOIN</a:t>
            </a:r>
            <a:r>
              <a:rPr lang="he-IL" dirty="0"/>
              <a:t>)</a:t>
            </a:r>
          </a:p>
          <a:p>
            <a:pPr algn="r"/>
            <a:r>
              <a:rPr lang="he-IL" dirty="0"/>
              <a:t>אם אין התאמה </a:t>
            </a:r>
            <a:r>
              <a:rPr lang="he-IL" dirty="0">
                <a:sym typeface="Wingdings" panose="05000000000000000000" pitchFamily="2" charset="2"/>
              </a:rPr>
              <a:t> </a:t>
            </a:r>
            <a:r>
              <a:rPr lang="en-US" dirty="0">
                <a:sym typeface="Wingdings" panose="05000000000000000000" pitchFamily="2" charset="2"/>
              </a:rPr>
              <a:t>NULL</a:t>
            </a:r>
          </a:p>
        </p:txBody>
      </p:sp>
    </p:spTree>
    <p:extLst>
      <p:ext uri="{BB962C8B-B14F-4D97-AF65-F5344CB8AC3E}">
        <p14:creationId xmlns:p14="http://schemas.microsoft.com/office/powerpoint/2010/main" val="107981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Calibr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  <a:font script="Armn" typeface="Calibr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Calibr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Calibri"/>
        <a:font script="Hebr" typeface="Calibr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  <a:font script="Armn" typeface="Calibr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Blue II">
    <a:dk1>
      <a:sysClr val="windowText" lastClr="000000"/>
    </a:dk1>
    <a:lt1>
      <a:sysClr val="window" lastClr="FFFFFF"/>
    </a:lt1>
    <a:dk2>
      <a:srgbClr val="335B74"/>
    </a:dk2>
    <a:lt2>
      <a:srgbClr val="DFE3E5"/>
    </a:lt2>
    <a:accent1>
      <a:srgbClr val="1CADE4"/>
    </a:accent1>
    <a:accent2>
      <a:srgbClr val="2683C6"/>
    </a:accent2>
    <a:accent3>
      <a:srgbClr val="27CED7"/>
    </a:accent3>
    <a:accent4>
      <a:srgbClr val="42BA97"/>
    </a:accent4>
    <a:accent5>
      <a:srgbClr val="3E8853"/>
    </a:accent5>
    <a:accent6>
      <a:srgbClr val="62A39F"/>
    </a:accent6>
    <a:hlink>
      <a:srgbClr val="6EAC1C"/>
    </a:hlink>
    <a:folHlink>
      <a:srgbClr val="B26B0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15456</TotalTime>
  <Words>1753</Words>
  <Application>Microsoft Office PowerPoint</Application>
  <PresentationFormat>On-screen Show (4:3)</PresentationFormat>
  <Paragraphs>402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Calibri</vt:lpstr>
      <vt:lpstr>Consolas</vt:lpstr>
      <vt:lpstr>Wingdings</vt:lpstr>
      <vt:lpstr>Office Theme</vt:lpstr>
      <vt:lpstr>פרק 13: אחסון</vt:lpstr>
      <vt:lpstr>מוטיבציה</vt:lpstr>
      <vt:lpstr>מוטיבציה</vt:lpstr>
      <vt:lpstr>מוטיבציה</vt:lpstr>
      <vt:lpstr>מודל נתונים</vt:lpstr>
      <vt:lpstr>בסיס נתונים רילציוני</vt:lpstr>
      <vt:lpstr>בסיס נתונים רילציוני</vt:lpstr>
      <vt:lpstr>בסיס נתונים רילציוני</vt:lpstr>
      <vt:lpstr>בסיס נתונים רילציוני</vt:lpstr>
      <vt:lpstr>בסיס נתונים רילציוני</vt:lpstr>
      <vt:lpstr>בסיס נתונים רילציוני</vt:lpstr>
      <vt:lpstr>בסיס נתונים רילציוני</vt:lpstr>
      <vt:lpstr>שפת SQL</vt:lpstr>
      <vt:lpstr>ניהול מבנה בסיס הנתונים</vt:lpstr>
      <vt:lpstr>ניהול מבנה בסיס הנתונים</vt:lpstr>
      <vt:lpstr>ניהול מבנה בסיס הנתונים</vt:lpstr>
      <vt:lpstr>ניהול מבנה בסיס הנתונים</vt:lpstr>
      <vt:lpstr>ניהול מבנה בסיס הנתונים</vt:lpstr>
      <vt:lpstr>ניהול מבנה בסיס הנתונים</vt:lpstr>
      <vt:lpstr>פעולות על הנתונים</vt:lpstr>
      <vt:lpstr>פעולות על הנתונים</vt:lpstr>
      <vt:lpstr>פעולות על הנתונים</vt:lpstr>
      <vt:lpstr>פעולות על הנתונים</vt:lpstr>
      <vt:lpstr>פעולות על הנתונים</vt:lpstr>
      <vt:lpstr>פעולות על הנתונים</vt:lpstr>
      <vt:lpstr>פעולות על הנתונים</vt:lpstr>
      <vt:lpstr>פעולות על הנתונים</vt:lpstr>
      <vt:lpstr>פעולות על הנתונים</vt:lpstr>
      <vt:lpstr>פעולות על הנתונים</vt:lpstr>
      <vt:lpstr>פעולות על הנתונים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Tal R.</dc:creator>
  <cp:lastModifiedBy>Tal R.</cp:lastModifiedBy>
  <cp:revision>202</cp:revision>
  <dcterms:created xsi:type="dcterms:W3CDTF">2023-11-25T13:14:24Z</dcterms:created>
  <dcterms:modified xsi:type="dcterms:W3CDTF">2026-01-17T19:17:01Z</dcterms:modified>
</cp:coreProperties>
</file>