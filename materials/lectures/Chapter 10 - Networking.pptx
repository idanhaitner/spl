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541" r:id="rId2"/>
    <p:sldId id="816" r:id="rId3"/>
    <p:sldId id="823" r:id="rId4"/>
    <p:sldId id="824" r:id="rId5"/>
    <p:sldId id="846" r:id="rId6"/>
    <p:sldId id="847" r:id="rId7"/>
    <p:sldId id="848" r:id="rId8"/>
    <p:sldId id="849" r:id="rId9"/>
    <p:sldId id="822" r:id="rId10"/>
    <p:sldId id="825" r:id="rId11"/>
    <p:sldId id="826" r:id="rId12"/>
    <p:sldId id="827" r:id="rId13"/>
    <p:sldId id="828" r:id="rId14"/>
    <p:sldId id="835" r:id="rId15"/>
    <p:sldId id="838" r:id="rId16"/>
    <p:sldId id="839" r:id="rId17"/>
    <p:sldId id="840" r:id="rId18"/>
    <p:sldId id="841" r:id="rId19"/>
    <p:sldId id="842" r:id="rId20"/>
    <p:sldId id="829" r:id="rId21"/>
    <p:sldId id="830" r:id="rId22"/>
    <p:sldId id="831" r:id="rId23"/>
    <p:sldId id="833" r:id="rId24"/>
    <p:sldId id="843" r:id="rId25"/>
    <p:sldId id="844" r:id="rId26"/>
    <p:sldId id="836" r:id="rId27"/>
    <p:sldId id="837" r:id="rId28"/>
    <p:sldId id="834" r:id="rId29"/>
    <p:sldId id="350" r:id="rId30"/>
    <p:sldId id="296" r:id="rId31"/>
    <p:sldId id="298" r:id="rId32"/>
    <p:sldId id="299" r:id="rId33"/>
    <p:sldId id="300" r:id="rId34"/>
    <p:sldId id="301" r:id="rId35"/>
    <p:sldId id="304" r:id="rId36"/>
    <p:sldId id="303" r:id="rId37"/>
    <p:sldId id="307" r:id="rId38"/>
    <p:sldId id="306" r:id="rId39"/>
    <p:sldId id="310" r:id="rId40"/>
    <p:sldId id="309" r:id="rId41"/>
    <p:sldId id="311" r:id="rId42"/>
    <p:sldId id="312" r:id="rId43"/>
    <p:sldId id="285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CB9FB3-46F3-4578-8DA8-45EABD960B56}" v="5177" dt="2025-12-14T07:13:53.508"/>
    <p1510:client id="{E7EB1EE9-8B54-4FAA-9E34-5FC3D288F9A6}" v="43" dt="2025-12-14T09:58:46.9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389" autoAdjust="0"/>
    <p:restoredTop sz="62513" autoAdjust="0"/>
  </p:normalViewPr>
  <p:slideViewPr>
    <p:cSldViewPr>
      <p:cViewPr varScale="1">
        <p:scale>
          <a:sx n="64" d="100"/>
          <a:sy n="64" d="100"/>
        </p:scale>
        <p:origin x="422" y="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320"/>
    </p:cViewPr>
  </p:sorterViewPr>
  <p:notesViewPr>
    <p:cSldViewPr>
      <p:cViewPr varScale="1">
        <p:scale>
          <a:sx n="65" d="100"/>
          <a:sy n="65" d="100"/>
        </p:scale>
        <p:origin x="4052" y="64"/>
      </p:cViewPr>
      <p:guideLst/>
    </p:cSldViewPr>
  </p:notesViewPr>
  <p:gridSpacing cx="90001" cy="90001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l R." userId="03e9e69c0e8a7741" providerId="LiveId" clId="{7E8451C7-0DB5-4F3D-8DC4-447DBD27B8B8}"/>
    <pc:docChg chg="undo custSel addSld delSld modSld">
      <pc:chgData name="Tal R." userId="03e9e69c0e8a7741" providerId="LiveId" clId="{7E8451C7-0DB5-4F3D-8DC4-447DBD27B8B8}" dt="2025-12-14T10:00:00.412" v="1258" actId="1076"/>
      <pc:docMkLst>
        <pc:docMk/>
      </pc:docMkLst>
      <pc:sldChg chg="addSp delSp modSp add mod">
        <pc:chgData name="Tal R." userId="03e9e69c0e8a7741" providerId="LiveId" clId="{7E8451C7-0DB5-4F3D-8DC4-447DBD27B8B8}" dt="2025-12-14T08:43:06.704" v="270"/>
        <pc:sldMkLst>
          <pc:docMk/>
          <pc:sldMk cId="744270373" sldId="285"/>
        </pc:sldMkLst>
        <pc:spChg chg="add mod">
          <ac:chgData name="Tal R." userId="03e9e69c0e8a7741" providerId="LiveId" clId="{7E8451C7-0DB5-4F3D-8DC4-447DBD27B8B8}" dt="2025-12-14T08:43:06.704" v="270"/>
          <ac:spMkLst>
            <pc:docMk/>
            <pc:sldMk cId="744270373" sldId="285"/>
            <ac:spMk id="2" creationId="{8263B418-5381-A871-9327-49B637290F27}"/>
          </ac:spMkLst>
        </pc:spChg>
        <pc:spChg chg="del">
          <ac:chgData name="Tal R." userId="03e9e69c0e8a7741" providerId="LiveId" clId="{7E8451C7-0DB5-4F3D-8DC4-447DBD27B8B8}" dt="2025-12-14T08:43:06.310" v="269" actId="478"/>
          <ac:spMkLst>
            <pc:docMk/>
            <pc:sldMk cId="744270373" sldId="285"/>
            <ac:spMk id="9" creationId="{51A2C134-7770-1EE1-BFBC-691B88918DC9}"/>
          </ac:spMkLst>
        </pc:spChg>
      </pc:sldChg>
      <pc:sldChg chg="addSp delSp modSp add mod">
        <pc:chgData name="Tal R." userId="03e9e69c0e8a7741" providerId="LiveId" clId="{7E8451C7-0DB5-4F3D-8DC4-447DBD27B8B8}" dt="2025-12-14T08:42:20.285" v="244"/>
        <pc:sldMkLst>
          <pc:docMk/>
          <pc:sldMk cId="2005340624" sldId="296"/>
        </pc:sldMkLst>
        <pc:spChg chg="del">
          <ac:chgData name="Tal R." userId="03e9e69c0e8a7741" providerId="LiveId" clId="{7E8451C7-0DB5-4F3D-8DC4-447DBD27B8B8}" dt="2025-12-14T08:42:19.755" v="243" actId="478"/>
          <ac:spMkLst>
            <pc:docMk/>
            <pc:sldMk cId="2005340624" sldId="296"/>
            <ac:spMk id="2" creationId="{A1BB4B5F-AFB8-B9AC-5C0D-3018DB9E3FEB}"/>
          </ac:spMkLst>
        </pc:spChg>
        <pc:spChg chg="add mod">
          <ac:chgData name="Tal R." userId="03e9e69c0e8a7741" providerId="LiveId" clId="{7E8451C7-0DB5-4F3D-8DC4-447DBD27B8B8}" dt="2025-12-14T08:42:20.285" v="244"/>
          <ac:spMkLst>
            <pc:docMk/>
            <pc:sldMk cId="2005340624" sldId="296"/>
            <ac:spMk id="3" creationId="{B968F42C-73BE-111B-DA8A-F0257C54D29D}"/>
          </ac:spMkLst>
        </pc:spChg>
      </pc:sldChg>
      <pc:sldChg chg="addSp delSp modSp add mod">
        <pc:chgData name="Tal R." userId="03e9e69c0e8a7741" providerId="LiveId" clId="{7E8451C7-0DB5-4F3D-8DC4-447DBD27B8B8}" dt="2025-12-14T08:42:24.247" v="246"/>
        <pc:sldMkLst>
          <pc:docMk/>
          <pc:sldMk cId="2265656309" sldId="298"/>
        </pc:sldMkLst>
        <pc:spChg chg="del">
          <ac:chgData name="Tal R." userId="03e9e69c0e8a7741" providerId="LiveId" clId="{7E8451C7-0DB5-4F3D-8DC4-447DBD27B8B8}" dt="2025-12-14T08:42:23.819" v="245" actId="478"/>
          <ac:spMkLst>
            <pc:docMk/>
            <pc:sldMk cId="2265656309" sldId="298"/>
            <ac:spMk id="2" creationId="{2E100EB6-6C2B-0E40-26B2-FA25CD567DCD}"/>
          </ac:spMkLst>
        </pc:spChg>
        <pc:spChg chg="add mod">
          <ac:chgData name="Tal R." userId="03e9e69c0e8a7741" providerId="LiveId" clId="{7E8451C7-0DB5-4F3D-8DC4-447DBD27B8B8}" dt="2025-12-14T08:42:24.247" v="246"/>
          <ac:spMkLst>
            <pc:docMk/>
            <pc:sldMk cId="2265656309" sldId="298"/>
            <ac:spMk id="3" creationId="{807DCD21-DE46-F3FF-CDF5-847E8DF55D3D}"/>
          </ac:spMkLst>
        </pc:spChg>
      </pc:sldChg>
      <pc:sldChg chg="addSp delSp modSp add mod">
        <pc:chgData name="Tal R." userId="03e9e69c0e8a7741" providerId="LiveId" clId="{7E8451C7-0DB5-4F3D-8DC4-447DBD27B8B8}" dt="2025-12-14T08:42:28.108" v="248"/>
        <pc:sldMkLst>
          <pc:docMk/>
          <pc:sldMk cId="2233806595" sldId="299"/>
        </pc:sldMkLst>
        <pc:spChg chg="del">
          <ac:chgData name="Tal R." userId="03e9e69c0e8a7741" providerId="LiveId" clId="{7E8451C7-0DB5-4F3D-8DC4-447DBD27B8B8}" dt="2025-12-14T08:42:27.379" v="247" actId="478"/>
          <ac:spMkLst>
            <pc:docMk/>
            <pc:sldMk cId="2233806595" sldId="299"/>
            <ac:spMk id="3" creationId="{CCD49D08-EAE9-0E74-AF53-87359FB86A69}"/>
          </ac:spMkLst>
        </pc:spChg>
        <pc:spChg chg="add mod">
          <ac:chgData name="Tal R." userId="03e9e69c0e8a7741" providerId="LiveId" clId="{7E8451C7-0DB5-4F3D-8DC4-447DBD27B8B8}" dt="2025-12-14T08:42:28.108" v="248"/>
          <ac:spMkLst>
            <pc:docMk/>
            <pc:sldMk cId="2233806595" sldId="299"/>
            <ac:spMk id="5" creationId="{E096A115-038B-834B-DFE7-010F53790310}"/>
          </ac:spMkLst>
        </pc:spChg>
      </pc:sldChg>
      <pc:sldChg chg="addSp delSp modSp add mod">
        <pc:chgData name="Tal R." userId="03e9e69c0e8a7741" providerId="LiveId" clId="{7E8451C7-0DB5-4F3D-8DC4-447DBD27B8B8}" dt="2025-12-14T08:42:32.071" v="250"/>
        <pc:sldMkLst>
          <pc:docMk/>
          <pc:sldMk cId="3415695584" sldId="300"/>
        </pc:sldMkLst>
        <pc:spChg chg="add mod">
          <ac:chgData name="Tal R." userId="03e9e69c0e8a7741" providerId="LiveId" clId="{7E8451C7-0DB5-4F3D-8DC4-447DBD27B8B8}" dt="2025-12-14T08:42:32.071" v="250"/>
          <ac:spMkLst>
            <pc:docMk/>
            <pc:sldMk cId="3415695584" sldId="300"/>
            <ac:spMk id="2" creationId="{67AC1FCF-1335-1C5C-BA66-617703066663}"/>
          </ac:spMkLst>
        </pc:spChg>
        <pc:spChg chg="del">
          <ac:chgData name="Tal R." userId="03e9e69c0e8a7741" providerId="LiveId" clId="{7E8451C7-0DB5-4F3D-8DC4-447DBD27B8B8}" dt="2025-12-14T08:42:31.518" v="249" actId="478"/>
          <ac:spMkLst>
            <pc:docMk/>
            <pc:sldMk cId="3415695584" sldId="300"/>
            <ac:spMk id="8" creationId="{DC8DE095-5B35-D380-E414-03C4A6E7C28E}"/>
          </ac:spMkLst>
        </pc:spChg>
      </pc:sldChg>
      <pc:sldChg chg="addSp delSp modSp add mod">
        <pc:chgData name="Tal R." userId="03e9e69c0e8a7741" providerId="LiveId" clId="{7E8451C7-0DB5-4F3D-8DC4-447DBD27B8B8}" dt="2025-12-14T08:42:34.999" v="252"/>
        <pc:sldMkLst>
          <pc:docMk/>
          <pc:sldMk cId="1774041180" sldId="301"/>
        </pc:sldMkLst>
        <pc:spChg chg="del">
          <ac:chgData name="Tal R." userId="03e9e69c0e8a7741" providerId="LiveId" clId="{7E8451C7-0DB5-4F3D-8DC4-447DBD27B8B8}" dt="2025-12-14T08:42:34.596" v="251" actId="478"/>
          <ac:spMkLst>
            <pc:docMk/>
            <pc:sldMk cId="1774041180" sldId="301"/>
            <ac:spMk id="7" creationId="{6E057217-8E71-3EEE-018E-F6626F95B71E}"/>
          </ac:spMkLst>
        </pc:spChg>
        <pc:spChg chg="add mod">
          <ac:chgData name="Tal R." userId="03e9e69c0e8a7741" providerId="LiveId" clId="{7E8451C7-0DB5-4F3D-8DC4-447DBD27B8B8}" dt="2025-12-14T08:42:34.999" v="252"/>
          <ac:spMkLst>
            <pc:docMk/>
            <pc:sldMk cId="1774041180" sldId="301"/>
            <ac:spMk id="10" creationId="{97894C0A-6314-8712-3129-2635B9A861B1}"/>
          </ac:spMkLst>
        </pc:spChg>
      </pc:sldChg>
      <pc:sldChg chg="addSp delSp modSp add mod">
        <pc:chgData name="Tal R." userId="03e9e69c0e8a7741" providerId="LiveId" clId="{7E8451C7-0DB5-4F3D-8DC4-447DBD27B8B8}" dt="2025-12-14T08:42:41.393" v="256"/>
        <pc:sldMkLst>
          <pc:docMk/>
          <pc:sldMk cId="3673068374" sldId="303"/>
        </pc:sldMkLst>
        <pc:spChg chg="del">
          <ac:chgData name="Tal R." userId="03e9e69c0e8a7741" providerId="LiveId" clId="{7E8451C7-0DB5-4F3D-8DC4-447DBD27B8B8}" dt="2025-12-14T08:42:40.935" v="255" actId="478"/>
          <ac:spMkLst>
            <pc:docMk/>
            <pc:sldMk cId="3673068374" sldId="303"/>
            <ac:spMk id="10" creationId="{C9C3B344-30F8-A852-926D-544DC22CBBC9}"/>
          </ac:spMkLst>
        </pc:spChg>
        <pc:spChg chg="add mod">
          <ac:chgData name="Tal R." userId="03e9e69c0e8a7741" providerId="LiveId" clId="{7E8451C7-0DB5-4F3D-8DC4-447DBD27B8B8}" dt="2025-12-14T08:42:41.393" v="256"/>
          <ac:spMkLst>
            <pc:docMk/>
            <pc:sldMk cId="3673068374" sldId="303"/>
            <ac:spMk id="12" creationId="{0E3666A0-B290-02F4-B95B-4B85E034D237}"/>
          </ac:spMkLst>
        </pc:spChg>
      </pc:sldChg>
      <pc:sldChg chg="addSp delSp modSp add mod">
        <pc:chgData name="Tal R." userId="03e9e69c0e8a7741" providerId="LiveId" clId="{7E8451C7-0DB5-4F3D-8DC4-447DBD27B8B8}" dt="2025-12-14T08:42:38.201" v="254"/>
        <pc:sldMkLst>
          <pc:docMk/>
          <pc:sldMk cId="2275051774" sldId="304"/>
        </pc:sldMkLst>
        <pc:spChg chg="add mod">
          <ac:chgData name="Tal R." userId="03e9e69c0e8a7741" providerId="LiveId" clId="{7E8451C7-0DB5-4F3D-8DC4-447DBD27B8B8}" dt="2025-12-14T08:42:38.201" v="254"/>
          <ac:spMkLst>
            <pc:docMk/>
            <pc:sldMk cId="2275051774" sldId="304"/>
            <ac:spMk id="13" creationId="{E616CDD1-52BA-9B31-76EB-D0D38452D5CC}"/>
          </ac:spMkLst>
        </pc:spChg>
        <pc:spChg chg="del">
          <ac:chgData name="Tal R." userId="03e9e69c0e8a7741" providerId="LiveId" clId="{7E8451C7-0DB5-4F3D-8DC4-447DBD27B8B8}" dt="2025-12-14T08:42:37.761" v="253" actId="478"/>
          <ac:spMkLst>
            <pc:docMk/>
            <pc:sldMk cId="2275051774" sldId="304"/>
            <ac:spMk id="15" creationId="{0B3A7135-F22C-AA39-4C4A-F03E0E8B9653}"/>
          </ac:spMkLst>
        </pc:spChg>
      </pc:sldChg>
      <pc:sldChg chg="addSp delSp modSp add mod">
        <pc:chgData name="Tal R." userId="03e9e69c0e8a7741" providerId="LiveId" clId="{7E8451C7-0DB5-4F3D-8DC4-447DBD27B8B8}" dt="2025-12-14T08:42:49.926" v="260"/>
        <pc:sldMkLst>
          <pc:docMk/>
          <pc:sldMk cId="316499295" sldId="306"/>
        </pc:sldMkLst>
        <pc:spChg chg="add mod">
          <ac:chgData name="Tal R." userId="03e9e69c0e8a7741" providerId="LiveId" clId="{7E8451C7-0DB5-4F3D-8DC4-447DBD27B8B8}" dt="2025-12-14T08:42:49.926" v="260"/>
          <ac:spMkLst>
            <pc:docMk/>
            <pc:sldMk cId="316499295" sldId="306"/>
            <ac:spMk id="10" creationId="{86A0E293-06EA-E034-8CE8-0DE4C1EE260F}"/>
          </ac:spMkLst>
        </pc:spChg>
        <pc:spChg chg="del">
          <ac:chgData name="Tal R." userId="03e9e69c0e8a7741" providerId="LiveId" clId="{7E8451C7-0DB5-4F3D-8DC4-447DBD27B8B8}" dt="2025-12-14T08:42:49.259" v="259" actId="478"/>
          <ac:spMkLst>
            <pc:docMk/>
            <pc:sldMk cId="316499295" sldId="306"/>
            <ac:spMk id="12" creationId="{B6D45097-708E-2466-B595-C28EBB628795}"/>
          </ac:spMkLst>
        </pc:spChg>
      </pc:sldChg>
      <pc:sldChg chg="addSp delSp modSp add mod">
        <pc:chgData name="Tal R." userId="03e9e69c0e8a7741" providerId="LiveId" clId="{7E8451C7-0DB5-4F3D-8DC4-447DBD27B8B8}" dt="2025-12-14T08:42:46.024" v="258"/>
        <pc:sldMkLst>
          <pc:docMk/>
          <pc:sldMk cId="3460038154" sldId="307"/>
        </pc:sldMkLst>
        <pc:spChg chg="del">
          <ac:chgData name="Tal R." userId="03e9e69c0e8a7741" providerId="LiveId" clId="{7E8451C7-0DB5-4F3D-8DC4-447DBD27B8B8}" dt="2025-12-14T08:42:45.287" v="257" actId="478"/>
          <ac:spMkLst>
            <pc:docMk/>
            <pc:sldMk cId="3460038154" sldId="307"/>
            <ac:spMk id="11" creationId="{BA23F180-5A3A-9385-65B6-636F54955D73}"/>
          </ac:spMkLst>
        </pc:spChg>
        <pc:spChg chg="add mod">
          <ac:chgData name="Tal R." userId="03e9e69c0e8a7741" providerId="LiveId" clId="{7E8451C7-0DB5-4F3D-8DC4-447DBD27B8B8}" dt="2025-12-14T08:42:46.024" v="258"/>
          <ac:spMkLst>
            <pc:docMk/>
            <pc:sldMk cId="3460038154" sldId="307"/>
            <ac:spMk id="12" creationId="{3C4E3911-A9E6-EBE5-A069-1E9105257C23}"/>
          </ac:spMkLst>
        </pc:spChg>
      </pc:sldChg>
      <pc:sldChg chg="addSp delSp modSp add mod">
        <pc:chgData name="Tal R." userId="03e9e69c0e8a7741" providerId="LiveId" clId="{7E8451C7-0DB5-4F3D-8DC4-447DBD27B8B8}" dt="2025-12-14T08:42:57.198" v="264"/>
        <pc:sldMkLst>
          <pc:docMk/>
          <pc:sldMk cId="912397411" sldId="309"/>
        </pc:sldMkLst>
        <pc:spChg chg="del">
          <ac:chgData name="Tal R." userId="03e9e69c0e8a7741" providerId="LiveId" clId="{7E8451C7-0DB5-4F3D-8DC4-447DBD27B8B8}" dt="2025-12-14T08:42:56.802" v="263" actId="478"/>
          <ac:spMkLst>
            <pc:docMk/>
            <pc:sldMk cId="912397411" sldId="309"/>
            <ac:spMk id="10" creationId="{0770D8A3-9343-9A3C-3239-DB33AD3759AB}"/>
          </ac:spMkLst>
        </pc:spChg>
        <pc:spChg chg="add mod">
          <ac:chgData name="Tal R." userId="03e9e69c0e8a7741" providerId="LiveId" clId="{7E8451C7-0DB5-4F3D-8DC4-447DBD27B8B8}" dt="2025-12-14T08:42:57.198" v="264"/>
          <ac:spMkLst>
            <pc:docMk/>
            <pc:sldMk cId="912397411" sldId="309"/>
            <ac:spMk id="12" creationId="{6F1B4891-4716-2CF7-3A10-C794DBBE5FE9}"/>
          </ac:spMkLst>
        </pc:spChg>
      </pc:sldChg>
      <pc:sldChg chg="addSp delSp modSp add mod">
        <pc:chgData name="Tal R." userId="03e9e69c0e8a7741" providerId="LiveId" clId="{7E8451C7-0DB5-4F3D-8DC4-447DBD27B8B8}" dt="2025-12-14T08:42:53.988" v="262"/>
        <pc:sldMkLst>
          <pc:docMk/>
          <pc:sldMk cId="454851664" sldId="310"/>
        </pc:sldMkLst>
        <pc:spChg chg="del">
          <ac:chgData name="Tal R." userId="03e9e69c0e8a7741" providerId="LiveId" clId="{7E8451C7-0DB5-4F3D-8DC4-447DBD27B8B8}" dt="2025-12-14T08:42:53.429" v="261" actId="478"/>
          <ac:spMkLst>
            <pc:docMk/>
            <pc:sldMk cId="454851664" sldId="310"/>
            <ac:spMk id="10" creationId="{4A7E8CFE-6768-A953-A4BA-A1BC81BF0157}"/>
          </ac:spMkLst>
        </pc:spChg>
        <pc:spChg chg="add mod">
          <ac:chgData name="Tal R." userId="03e9e69c0e8a7741" providerId="LiveId" clId="{7E8451C7-0DB5-4F3D-8DC4-447DBD27B8B8}" dt="2025-12-14T08:42:53.988" v="262"/>
          <ac:spMkLst>
            <pc:docMk/>
            <pc:sldMk cId="454851664" sldId="310"/>
            <ac:spMk id="19" creationId="{13FEF161-DE32-45C0-5F9C-FB915B4A5E4A}"/>
          </ac:spMkLst>
        </pc:spChg>
      </pc:sldChg>
      <pc:sldChg chg="addSp delSp modSp add mod">
        <pc:chgData name="Tal R." userId="03e9e69c0e8a7741" providerId="LiveId" clId="{7E8451C7-0DB5-4F3D-8DC4-447DBD27B8B8}" dt="2025-12-14T08:43:00.288" v="266"/>
        <pc:sldMkLst>
          <pc:docMk/>
          <pc:sldMk cId="1578335077" sldId="311"/>
        </pc:sldMkLst>
        <pc:spChg chg="add mod">
          <ac:chgData name="Tal R." userId="03e9e69c0e8a7741" providerId="LiveId" clId="{7E8451C7-0DB5-4F3D-8DC4-447DBD27B8B8}" dt="2025-12-14T08:43:00.288" v="266"/>
          <ac:spMkLst>
            <pc:docMk/>
            <pc:sldMk cId="1578335077" sldId="311"/>
            <ac:spMk id="13" creationId="{74E9B22A-C26F-D41F-31FF-D53832C7D003}"/>
          </ac:spMkLst>
        </pc:spChg>
        <pc:spChg chg="del">
          <ac:chgData name="Tal R." userId="03e9e69c0e8a7741" providerId="LiveId" clId="{7E8451C7-0DB5-4F3D-8DC4-447DBD27B8B8}" dt="2025-12-14T08:42:59.919" v="265" actId="478"/>
          <ac:spMkLst>
            <pc:docMk/>
            <pc:sldMk cId="1578335077" sldId="311"/>
            <ac:spMk id="19" creationId="{E2AB7CEC-5403-E756-AF65-1DDBAD604AA0}"/>
          </ac:spMkLst>
        </pc:spChg>
      </pc:sldChg>
      <pc:sldChg chg="addSp delSp modSp add mod">
        <pc:chgData name="Tal R." userId="03e9e69c0e8a7741" providerId="LiveId" clId="{7E8451C7-0DB5-4F3D-8DC4-447DBD27B8B8}" dt="2025-12-14T08:43:03.574" v="268"/>
        <pc:sldMkLst>
          <pc:docMk/>
          <pc:sldMk cId="3776619964" sldId="312"/>
        </pc:sldMkLst>
        <pc:spChg chg="add mod">
          <ac:chgData name="Tal R." userId="03e9e69c0e8a7741" providerId="LiveId" clId="{7E8451C7-0DB5-4F3D-8DC4-447DBD27B8B8}" dt="2025-12-14T08:43:03.574" v="268"/>
          <ac:spMkLst>
            <pc:docMk/>
            <pc:sldMk cId="3776619964" sldId="312"/>
            <ac:spMk id="13" creationId="{322DDC40-C15D-B096-DAA1-D609AF6E8384}"/>
          </ac:spMkLst>
        </pc:spChg>
        <pc:spChg chg="del">
          <ac:chgData name="Tal R." userId="03e9e69c0e8a7741" providerId="LiveId" clId="{7E8451C7-0DB5-4F3D-8DC4-447DBD27B8B8}" dt="2025-12-14T08:43:03.220" v="267" actId="478"/>
          <ac:spMkLst>
            <pc:docMk/>
            <pc:sldMk cId="3776619964" sldId="312"/>
            <ac:spMk id="19" creationId="{A37B5CAA-8A61-752B-B7A3-EC3499B34B72}"/>
          </ac:spMkLst>
        </pc:spChg>
      </pc:sldChg>
      <pc:sldChg chg="addSp delSp modSp add mod">
        <pc:chgData name="Tal R." userId="03e9e69c0e8a7741" providerId="LiveId" clId="{7E8451C7-0DB5-4F3D-8DC4-447DBD27B8B8}" dt="2025-12-14T08:42:15.508" v="242" actId="1076"/>
        <pc:sldMkLst>
          <pc:docMk/>
          <pc:sldMk cId="384391975" sldId="350"/>
        </pc:sldMkLst>
        <pc:spChg chg="add mod">
          <ac:chgData name="Tal R." userId="03e9e69c0e8a7741" providerId="LiveId" clId="{7E8451C7-0DB5-4F3D-8DC4-447DBD27B8B8}" dt="2025-12-14T08:41:36.109" v="221"/>
          <ac:spMkLst>
            <pc:docMk/>
            <pc:sldMk cId="384391975" sldId="350"/>
            <ac:spMk id="2" creationId="{CC1DCF43-D95F-D12D-CCFA-6DCF28AFBD33}"/>
          </ac:spMkLst>
        </pc:spChg>
        <pc:spChg chg="add del mod">
          <ac:chgData name="Tal R." userId="03e9e69c0e8a7741" providerId="LiveId" clId="{7E8451C7-0DB5-4F3D-8DC4-447DBD27B8B8}" dt="2025-12-14T08:42:15.508" v="242" actId="1076"/>
          <ac:spMkLst>
            <pc:docMk/>
            <pc:sldMk cId="384391975" sldId="350"/>
            <ac:spMk id="3" creationId="{A21683D7-8491-0739-84B3-26384E575EAD}"/>
          </ac:spMkLst>
        </pc:spChg>
      </pc:sldChg>
      <pc:sldChg chg="add">
        <pc:chgData name="Tal R." userId="03e9e69c0e8a7741" providerId="LiveId" clId="{7E8451C7-0DB5-4F3D-8DC4-447DBD27B8B8}" dt="2025-12-14T09:07:54.166" v="628"/>
        <pc:sldMkLst>
          <pc:docMk/>
          <pc:sldMk cId="2950914844" sldId="824"/>
        </pc:sldMkLst>
      </pc:sldChg>
      <pc:sldChg chg="del">
        <pc:chgData name="Tal R." userId="03e9e69c0e8a7741" providerId="LiveId" clId="{7E8451C7-0DB5-4F3D-8DC4-447DBD27B8B8}" dt="2025-12-14T09:07:51.078" v="627" actId="2696"/>
        <pc:sldMkLst>
          <pc:docMk/>
          <pc:sldMk cId="3473284117" sldId="824"/>
        </pc:sldMkLst>
      </pc:sldChg>
      <pc:sldChg chg="modSp mod">
        <pc:chgData name="Tal R." userId="03e9e69c0e8a7741" providerId="LiveId" clId="{7E8451C7-0DB5-4F3D-8DC4-447DBD27B8B8}" dt="2025-12-14T08:18:23.786" v="22" actId="14100"/>
        <pc:sldMkLst>
          <pc:docMk/>
          <pc:sldMk cId="1136815787" sldId="840"/>
        </pc:sldMkLst>
        <pc:spChg chg="mod">
          <ac:chgData name="Tal R." userId="03e9e69c0e8a7741" providerId="LiveId" clId="{7E8451C7-0DB5-4F3D-8DC4-447DBD27B8B8}" dt="2025-12-14T08:18:23.786" v="22" actId="14100"/>
          <ac:spMkLst>
            <pc:docMk/>
            <pc:sldMk cId="1136815787" sldId="840"/>
            <ac:spMk id="3" creationId="{3EEE216F-2974-E427-BEB5-6ACC60466C42}"/>
          </ac:spMkLst>
        </pc:spChg>
      </pc:sldChg>
      <pc:sldChg chg="addSp delSp modSp del mod">
        <pc:chgData name="Tal R." userId="03e9e69c0e8a7741" providerId="LiveId" clId="{7E8451C7-0DB5-4F3D-8DC4-447DBD27B8B8}" dt="2025-12-14T09:06:40.609" v="626" actId="47"/>
        <pc:sldMkLst>
          <pc:docMk/>
          <pc:sldMk cId="601387882" sldId="845"/>
        </pc:sldMkLst>
        <pc:spChg chg="mod">
          <ac:chgData name="Tal R." userId="03e9e69c0e8a7741" providerId="LiveId" clId="{7E8451C7-0DB5-4F3D-8DC4-447DBD27B8B8}" dt="2025-12-14T08:30:19.501" v="181" actId="20577"/>
          <ac:spMkLst>
            <pc:docMk/>
            <pc:sldMk cId="601387882" sldId="845"/>
            <ac:spMk id="2" creationId="{3ADC3564-2E02-CB7F-98B9-50F2044036A3}"/>
          </ac:spMkLst>
        </pc:spChg>
        <pc:spChg chg="mod">
          <ac:chgData name="Tal R." userId="03e9e69c0e8a7741" providerId="LiveId" clId="{7E8451C7-0DB5-4F3D-8DC4-447DBD27B8B8}" dt="2025-12-14T08:53:21.435" v="435" actId="1036"/>
          <ac:spMkLst>
            <pc:docMk/>
            <pc:sldMk cId="601387882" sldId="845"/>
            <ac:spMk id="3" creationId="{29E5EE19-3C57-6AAC-70B8-0AF3DE938338}"/>
          </ac:spMkLst>
        </pc:spChg>
        <pc:spChg chg="add">
          <ac:chgData name="Tal R." userId="03e9e69c0e8a7741" providerId="LiveId" clId="{7E8451C7-0DB5-4F3D-8DC4-447DBD27B8B8}" dt="2025-12-14T08:17:17.009" v="1"/>
          <ac:spMkLst>
            <pc:docMk/>
            <pc:sldMk cId="601387882" sldId="845"/>
            <ac:spMk id="4" creationId="{C2844577-3B93-B5BB-7C02-0B5C35930924}"/>
          </ac:spMkLst>
        </pc:spChg>
        <pc:spChg chg="add del mod">
          <ac:chgData name="Tal R." userId="03e9e69c0e8a7741" providerId="LiveId" clId="{7E8451C7-0DB5-4F3D-8DC4-447DBD27B8B8}" dt="2025-12-14T08:49:26.213" v="292" actId="478"/>
          <ac:spMkLst>
            <pc:docMk/>
            <pc:sldMk cId="601387882" sldId="845"/>
            <ac:spMk id="7" creationId="{A9B71D73-2B1A-2305-B8BD-AC619C809E15}"/>
          </ac:spMkLst>
        </pc:spChg>
        <pc:graphicFrameChg chg="add mod modGraphic">
          <ac:chgData name="Tal R." userId="03e9e69c0e8a7741" providerId="LiveId" clId="{7E8451C7-0DB5-4F3D-8DC4-447DBD27B8B8}" dt="2025-12-14T08:54:16.740" v="447" actId="1035"/>
          <ac:graphicFrameMkLst>
            <pc:docMk/>
            <pc:sldMk cId="601387882" sldId="845"/>
            <ac:graphicFrameMk id="9" creationId="{A3479B67-97D7-88AF-27A3-30D77029960C}"/>
          </ac:graphicFrameMkLst>
        </pc:graphicFrameChg>
        <pc:picChg chg="del">
          <ac:chgData name="Tal R." userId="03e9e69c0e8a7741" providerId="LiveId" clId="{7E8451C7-0DB5-4F3D-8DC4-447DBD27B8B8}" dt="2025-12-14T08:17:09.094" v="0" actId="478"/>
          <ac:picMkLst>
            <pc:docMk/>
            <pc:sldMk cId="601387882" sldId="845"/>
            <ac:picMk id="5" creationId="{3F927ACB-B5D1-2E83-DC71-ABA21B9493FA}"/>
          </ac:picMkLst>
        </pc:picChg>
        <pc:picChg chg="add mod modCrop">
          <ac:chgData name="Tal R." userId="03e9e69c0e8a7741" providerId="LiveId" clId="{7E8451C7-0DB5-4F3D-8DC4-447DBD27B8B8}" dt="2025-12-14T08:46:58.033" v="278" actId="1035"/>
          <ac:picMkLst>
            <pc:docMk/>
            <pc:sldMk cId="601387882" sldId="845"/>
            <ac:picMk id="6" creationId="{0939334C-11B6-2020-86A6-4118149E8AD6}"/>
          </ac:picMkLst>
        </pc:picChg>
      </pc:sldChg>
      <pc:sldChg chg="modSp add mod">
        <pc:chgData name="Tal R." userId="03e9e69c0e8a7741" providerId="LiveId" clId="{7E8451C7-0DB5-4F3D-8DC4-447DBD27B8B8}" dt="2025-12-14T09:18:43.021" v="736" actId="1035"/>
        <pc:sldMkLst>
          <pc:docMk/>
          <pc:sldMk cId="1734943630" sldId="846"/>
        </pc:sldMkLst>
        <pc:spChg chg="mod">
          <ac:chgData name="Tal R." userId="03e9e69c0e8a7741" providerId="LiveId" clId="{7E8451C7-0DB5-4F3D-8DC4-447DBD27B8B8}" dt="2025-12-14T09:18:43.021" v="736" actId="1035"/>
          <ac:spMkLst>
            <pc:docMk/>
            <pc:sldMk cId="1734943630" sldId="846"/>
            <ac:spMk id="3" creationId="{B3BBA60E-2B18-8C05-A4DD-1B683BEEF351}"/>
          </ac:spMkLst>
        </pc:spChg>
        <pc:graphicFrameChg chg="mod modGraphic">
          <ac:chgData name="Tal R." userId="03e9e69c0e8a7741" providerId="LiveId" clId="{7E8451C7-0DB5-4F3D-8DC4-447DBD27B8B8}" dt="2025-12-14T09:18:25.813" v="733" actId="1037"/>
          <ac:graphicFrameMkLst>
            <pc:docMk/>
            <pc:sldMk cId="1734943630" sldId="846"/>
            <ac:graphicFrameMk id="9" creationId="{963B80BF-E3A4-7E72-907F-76711A20A3BE}"/>
          </ac:graphicFrameMkLst>
        </pc:graphicFrameChg>
        <pc:picChg chg="mod">
          <ac:chgData name="Tal R." userId="03e9e69c0e8a7741" providerId="LiveId" clId="{7E8451C7-0DB5-4F3D-8DC4-447DBD27B8B8}" dt="2025-12-14T09:18:18.090" v="727" actId="1037"/>
          <ac:picMkLst>
            <pc:docMk/>
            <pc:sldMk cId="1734943630" sldId="846"/>
            <ac:picMk id="6" creationId="{ED0003A6-8250-7555-76F4-9CA5168F7532}"/>
          </ac:picMkLst>
        </pc:picChg>
      </pc:sldChg>
      <pc:sldChg chg="addSp delSp modSp add mod">
        <pc:chgData name="Tal R." userId="03e9e69c0e8a7741" providerId="LiveId" clId="{7E8451C7-0DB5-4F3D-8DC4-447DBD27B8B8}" dt="2025-12-14T09:48:17.261" v="826" actId="20577"/>
        <pc:sldMkLst>
          <pc:docMk/>
          <pc:sldMk cId="2228115582" sldId="847"/>
        </pc:sldMkLst>
        <pc:spChg chg="mod">
          <ac:chgData name="Tal R." userId="03e9e69c0e8a7741" providerId="LiveId" clId="{7E8451C7-0DB5-4F3D-8DC4-447DBD27B8B8}" dt="2025-12-14T09:48:17.261" v="826" actId="20577"/>
          <ac:spMkLst>
            <pc:docMk/>
            <pc:sldMk cId="2228115582" sldId="847"/>
            <ac:spMk id="3" creationId="{591CDEBC-4CD8-499E-04E2-92233A78B824}"/>
          </ac:spMkLst>
        </pc:spChg>
        <pc:spChg chg="add">
          <ac:chgData name="Tal R." userId="03e9e69c0e8a7741" providerId="LiveId" clId="{7E8451C7-0DB5-4F3D-8DC4-447DBD27B8B8}" dt="2025-12-14T09:03:05.310" v="545"/>
          <ac:spMkLst>
            <pc:docMk/>
            <pc:sldMk cId="2228115582" sldId="847"/>
            <ac:spMk id="4" creationId="{6781C1C0-9D29-DE2D-2E46-8C30E4DF1931}"/>
          </ac:spMkLst>
        </pc:spChg>
        <pc:graphicFrameChg chg="mod modGraphic">
          <ac:chgData name="Tal R." userId="03e9e69c0e8a7741" providerId="LiveId" clId="{7E8451C7-0DB5-4F3D-8DC4-447DBD27B8B8}" dt="2025-12-14T09:17:29.585" v="707" actId="1035"/>
          <ac:graphicFrameMkLst>
            <pc:docMk/>
            <pc:sldMk cId="2228115582" sldId="847"/>
            <ac:graphicFrameMk id="9" creationId="{5EF67DB9-BB7C-BBB0-D390-FA2D08F208C0}"/>
          </ac:graphicFrameMkLst>
        </pc:graphicFrameChg>
        <pc:picChg chg="add mod modCrop">
          <ac:chgData name="Tal R." userId="03e9e69c0e8a7741" providerId="LiveId" clId="{7E8451C7-0DB5-4F3D-8DC4-447DBD27B8B8}" dt="2025-12-14T09:03:36.839" v="553" actId="1036"/>
          <ac:picMkLst>
            <pc:docMk/>
            <pc:sldMk cId="2228115582" sldId="847"/>
            <ac:picMk id="5" creationId="{CC815A34-A024-6AC1-483B-59AEF3F36B0B}"/>
          </ac:picMkLst>
        </pc:picChg>
        <pc:picChg chg="del">
          <ac:chgData name="Tal R." userId="03e9e69c0e8a7741" providerId="LiveId" clId="{7E8451C7-0DB5-4F3D-8DC4-447DBD27B8B8}" dt="2025-12-14T09:02:58.265" v="544" actId="478"/>
          <ac:picMkLst>
            <pc:docMk/>
            <pc:sldMk cId="2228115582" sldId="847"/>
            <ac:picMk id="6" creationId="{491C4B66-E2BD-7D41-41EE-FFE056082DF0}"/>
          </ac:picMkLst>
        </pc:picChg>
      </pc:sldChg>
      <pc:sldChg chg="addSp delSp modSp add mod">
        <pc:chgData name="Tal R." userId="03e9e69c0e8a7741" providerId="LiveId" clId="{7E8451C7-0DB5-4F3D-8DC4-447DBD27B8B8}" dt="2025-12-14T09:54:25.697" v="885" actId="20577"/>
        <pc:sldMkLst>
          <pc:docMk/>
          <pc:sldMk cId="1443333701" sldId="848"/>
        </pc:sldMkLst>
        <pc:spChg chg="mod">
          <ac:chgData name="Tal R." userId="03e9e69c0e8a7741" providerId="LiveId" clId="{7E8451C7-0DB5-4F3D-8DC4-447DBD27B8B8}" dt="2025-12-14T09:50:56.038" v="882" actId="1035"/>
          <ac:spMkLst>
            <pc:docMk/>
            <pc:sldMk cId="1443333701" sldId="848"/>
            <ac:spMk id="3" creationId="{3F92104C-2A84-034A-71C4-290733B530DA}"/>
          </ac:spMkLst>
        </pc:spChg>
        <pc:spChg chg="add">
          <ac:chgData name="Tal R." userId="03e9e69c0e8a7741" providerId="LiveId" clId="{7E8451C7-0DB5-4F3D-8DC4-447DBD27B8B8}" dt="2025-12-14T09:15:17.335" v="689"/>
          <ac:spMkLst>
            <pc:docMk/>
            <pc:sldMk cId="1443333701" sldId="848"/>
            <ac:spMk id="4" creationId="{5A73BB30-9758-175C-75FD-D7316611923E}"/>
          </ac:spMkLst>
        </pc:spChg>
        <pc:spChg chg="add">
          <ac:chgData name="Tal R." userId="03e9e69c0e8a7741" providerId="LiveId" clId="{7E8451C7-0DB5-4F3D-8DC4-447DBD27B8B8}" dt="2025-12-14T09:15:34.884" v="690"/>
          <ac:spMkLst>
            <pc:docMk/>
            <pc:sldMk cId="1443333701" sldId="848"/>
            <ac:spMk id="6" creationId="{A4C86FFE-6002-2854-1C39-74B03E6B5DFE}"/>
          </ac:spMkLst>
        </pc:spChg>
        <pc:graphicFrameChg chg="mod modGraphic">
          <ac:chgData name="Tal R." userId="03e9e69c0e8a7741" providerId="LiveId" clId="{7E8451C7-0DB5-4F3D-8DC4-447DBD27B8B8}" dt="2025-12-14T09:54:25.697" v="885" actId="20577"/>
          <ac:graphicFrameMkLst>
            <pc:docMk/>
            <pc:sldMk cId="1443333701" sldId="848"/>
            <ac:graphicFrameMk id="9" creationId="{D94A2C74-D3DD-70B2-20C4-D56543FF0399}"/>
          </ac:graphicFrameMkLst>
        </pc:graphicFrameChg>
        <pc:picChg chg="del">
          <ac:chgData name="Tal R." userId="03e9e69c0e8a7741" providerId="LiveId" clId="{7E8451C7-0DB5-4F3D-8DC4-447DBD27B8B8}" dt="2025-12-14T09:15:05.516" v="688" actId="478"/>
          <ac:picMkLst>
            <pc:docMk/>
            <pc:sldMk cId="1443333701" sldId="848"/>
            <ac:picMk id="5" creationId="{01475B05-47B2-ED63-6617-9E4636D918EE}"/>
          </ac:picMkLst>
        </pc:picChg>
        <pc:picChg chg="add mod modCrop">
          <ac:chgData name="Tal R." userId="03e9e69c0e8a7741" providerId="LiveId" clId="{7E8451C7-0DB5-4F3D-8DC4-447DBD27B8B8}" dt="2025-12-14T09:16:01.251" v="694" actId="1076"/>
          <ac:picMkLst>
            <pc:docMk/>
            <pc:sldMk cId="1443333701" sldId="848"/>
            <ac:picMk id="7" creationId="{6AE69166-0BB7-99F1-8B96-C9C1298053D6}"/>
          </ac:picMkLst>
        </pc:picChg>
      </pc:sldChg>
      <pc:sldChg chg="addSp delSp modSp add mod">
        <pc:chgData name="Tal R." userId="03e9e69c0e8a7741" providerId="LiveId" clId="{7E8451C7-0DB5-4F3D-8DC4-447DBD27B8B8}" dt="2025-12-14T10:00:00.412" v="1258" actId="1076"/>
        <pc:sldMkLst>
          <pc:docMk/>
          <pc:sldMk cId="3400202360" sldId="849"/>
        </pc:sldMkLst>
        <pc:spChg chg="mod">
          <ac:chgData name="Tal R." userId="03e9e69c0e8a7741" providerId="LiveId" clId="{7E8451C7-0DB5-4F3D-8DC4-447DBD27B8B8}" dt="2025-12-14T09:58:00.833" v="1118" actId="20577"/>
          <ac:spMkLst>
            <pc:docMk/>
            <pc:sldMk cId="3400202360" sldId="849"/>
            <ac:spMk id="3" creationId="{D0B09D8A-00ED-7396-DB21-20225BDF3202}"/>
          </ac:spMkLst>
        </pc:spChg>
        <pc:spChg chg="add">
          <ac:chgData name="Tal R." userId="03e9e69c0e8a7741" providerId="LiveId" clId="{7E8451C7-0DB5-4F3D-8DC4-447DBD27B8B8}" dt="2025-12-14T09:55:16.385" v="888"/>
          <ac:spMkLst>
            <pc:docMk/>
            <pc:sldMk cId="3400202360" sldId="849"/>
            <ac:spMk id="4" creationId="{040ACFF2-7933-46C1-E271-D60A956E046C}"/>
          </ac:spMkLst>
        </pc:spChg>
        <pc:graphicFrameChg chg="mod modGraphic">
          <ac:chgData name="Tal R." userId="03e9e69c0e8a7741" providerId="LiveId" clId="{7E8451C7-0DB5-4F3D-8DC4-447DBD27B8B8}" dt="2025-12-14T10:00:00.412" v="1258" actId="1076"/>
          <ac:graphicFrameMkLst>
            <pc:docMk/>
            <pc:sldMk cId="3400202360" sldId="849"/>
            <ac:graphicFrameMk id="9" creationId="{51B09803-5049-1C37-50A6-2164FC8FDEE7}"/>
          </ac:graphicFrameMkLst>
        </pc:graphicFrameChg>
        <pc:picChg chg="add mod ord modCrop">
          <ac:chgData name="Tal R." userId="03e9e69c0e8a7741" providerId="LiveId" clId="{7E8451C7-0DB5-4F3D-8DC4-447DBD27B8B8}" dt="2025-12-14T09:58:11.426" v="1121" actId="1076"/>
          <ac:picMkLst>
            <pc:docMk/>
            <pc:sldMk cId="3400202360" sldId="849"/>
            <ac:picMk id="5" creationId="{98F4A979-8FB8-160A-5701-AA835A6E81BE}"/>
          </ac:picMkLst>
        </pc:picChg>
        <pc:picChg chg="del">
          <ac:chgData name="Tal R." userId="03e9e69c0e8a7741" providerId="LiveId" clId="{7E8451C7-0DB5-4F3D-8DC4-447DBD27B8B8}" dt="2025-12-14T09:55:15.070" v="887" actId="478"/>
          <ac:picMkLst>
            <pc:docMk/>
            <pc:sldMk cId="3400202360" sldId="849"/>
            <ac:picMk id="7" creationId="{7DC9DFD0-F2D1-3DA2-DA90-728050A9B1FC}"/>
          </ac:picMkLst>
        </pc:picChg>
      </pc:sldChg>
    </pc:docChg>
  </pc:docChgLst>
  <pc:docChgLst>
    <pc:chgData name="Tal R." userId="03e9e69c0e8a7741" providerId="LiveId" clId="{012321CB-D30F-40A1-894C-E46D43B30E68}"/>
    <pc:docChg chg="undo redo custSel addSld delSld modSld sldOrd">
      <pc:chgData name="Tal R." userId="03e9e69c0e8a7741" providerId="LiveId" clId="{012321CB-D30F-40A1-894C-E46D43B30E68}" dt="2025-12-14T07:14:19.680" v="13091" actId="1076"/>
      <pc:docMkLst>
        <pc:docMk/>
      </pc:docMkLst>
      <pc:sldChg chg="modSp mod">
        <pc:chgData name="Tal R." userId="03e9e69c0e8a7741" providerId="LiveId" clId="{012321CB-D30F-40A1-894C-E46D43B30E68}" dt="2025-12-13T15:51:35.509" v="6879" actId="20577"/>
        <pc:sldMkLst>
          <pc:docMk/>
          <pc:sldMk cId="467981463" sldId="541"/>
        </pc:sldMkLst>
        <pc:spChg chg="mod">
          <ac:chgData name="Tal R." userId="03e9e69c0e8a7741" providerId="LiveId" clId="{012321CB-D30F-40A1-894C-E46D43B30E68}" dt="2025-12-13T15:51:35.509" v="6879" actId="20577"/>
          <ac:spMkLst>
            <pc:docMk/>
            <pc:sldMk cId="467981463" sldId="541"/>
            <ac:spMk id="2" creationId="{63C98D00-06F6-E602-6C47-76C2BA233264}"/>
          </ac:spMkLst>
        </pc:spChg>
        <pc:spChg chg="mod">
          <ac:chgData name="Tal R." userId="03e9e69c0e8a7741" providerId="LiveId" clId="{012321CB-D30F-40A1-894C-E46D43B30E68}" dt="2025-12-06T19:46:59.284" v="6848" actId="20577"/>
          <ac:spMkLst>
            <pc:docMk/>
            <pc:sldMk cId="467981463" sldId="541"/>
            <ac:spMk id="4" creationId="{441CB35B-095F-4677-0CAC-099D1BC04859}"/>
          </ac:spMkLst>
        </pc:spChg>
      </pc:sldChg>
      <pc:sldChg chg="addSp delSp modSp mod addAnim delAnim modAnim">
        <pc:chgData name="Tal R." userId="03e9e69c0e8a7741" providerId="LiveId" clId="{012321CB-D30F-40A1-894C-E46D43B30E68}" dt="2025-12-13T15:58:35.723" v="6973" actId="113"/>
        <pc:sldMkLst>
          <pc:docMk/>
          <pc:sldMk cId="225474920" sldId="816"/>
        </pc:sldMkLst>
        <pc:spChg chg="mod">
          <ac:chgData name="Tal R." userId="03e9e69c0e8a7741" providerId="LiveId" clId="{012321CB-D30F-40A1-894C-E46D43B30E68}" dt="2025-12-13T15:57:17.323" v="6923" actId="20577"/>
          <ac:spMkLst>
            <pc:docMk/>
            <pc:sldMk cId="225474920" sldId="816"/>
            <ac:spMk id="2" creationId="{7A8D766D-E294-A129-1705-3671D8954BF8}"/>
          </ac:spMkLst>
        </pc:spChg>
        <pc:spChg chg="add del mod">
          <ac:chgData name="Tal R." userId="03e9e69c0e8a7741" providerId="LiveId" clId="{012321CB-D30F-40A1-894C-E46D43B30E68}" dt="2025-12-13T15:58:35.723" v="6973" actId="113"/>
          <ac:spMkLst>
            <pc:docMk/>
            <pc:sldMk cId="225474920" sldId="816"/>
            <ac:spMk id="3" creationId="{4A55E0EB-BFD7-C9A1-8CAE-8C054552E128}"/>
          </ac:spMkLst>
        </pc:spChg>
      </pc:sldChg>
      <pc:sldChg chg="addSp delSp modSp add del mod modAnim">
        <pc:chgData name="Tal R." userId="03e9e69c0e8a7741" providerId="LiveId" clId="{012321CB-D30F-40A1-894C-E46D43B30E68}" dt="2025-12-13T18:00:06.354" v="8486" actId="47"/>
        <pc:sldMkLst>
          <pc:docMk/>
          <pc:sldMk cId="2571902969" sldId="817"/>
        </pc:sldMkLst>
        <pc:spChg chg="mod">
          <ac:chgData name="Tal R." userId="03e9e69c0e8a7741" providerId="LiveId" clId="{012321CB-D30F-40A1-894C-E46D43B30E68}" dt="2025-12-13T15:58:54.514" v="6997" actId="20577"/>
          <ac:spMkLst>
            <pc:docMk/>
            <pc:sldMk cId="2571902969" sldId="817"/>
            <ac:spMk id="2" creationId="{7DC7382D-697D-4FDD-1AE7-7FF05887589A}"/>
          </ac:spMkLst>
        </pc:spChg>
        <pc:spChg chg="mod">
          <ac:chgData name="Tal R." userId="03e9e69c0e8a7741" providerId="LiveId" clId="{012321CB-D30F-40A1-894C-E46D43B30E68}" dt="2025-12-13T16:33:01.299" v="7161" actId="1076"/>
          <ac:spMkLst>
            <pc:docMk/>
            <pc:sldMk cId="2571902969" sldId="817"/>
            <ac:spMk id="3" creationId="{B3C7D355-5FEB-54CC-FAC5-5C18EB15F0D4}"/>
          </ac:spMkLst>
        </pc:spChg>
        <pc:spChg chg="add">
          <ac:chgData name="Tal R." userId="03e9e69c0e8a7741" providerId="LiveId" clId="{012321CB-D30F-40A1-894C-E46D43B30E68}" dt="2025-12-13T16:02:31.759" v="7093"/>
          <ac:spMkLst>
            <pc:docMk/>
            <pc:sldMk cId="2571902969" sldId="817"/>
            <ac:spMk id="4" creationId="{199A8E3A-AAF4-F394-68B5-E0D349FE01F1}"/>
          </ac:spMkLst>
        </pc:spChg>
        <pc:picChg chg="add del mod">
          <ac:chgData name="Tal R." userId="03e9e69c0e8a7741" providerId="LiveId" clId="{012321CB-D30F-40A1-894C-E46D43B30E68}" dt="2025-12-13T16:33:08.553" v="7162" actId="478"/>
          <ac:picMkLst>
            <pc:docMk/>
            <pc:sldMk cId="2571902969" sldId="817"/>
            <ac:picMk id="5" creationId="{46820A0B-C690-BDC2-5C41-881E3B64D4A4}"/>
          </ac:picMkLst>
        </pc:picChg>
      </pc:sldChg>
      <pc:sldChg chg="addSp delSp modSp add del mod delAnim modAnim">
        <pc:chgData name="Tal R." userId="03e9e69c0e8a7741" providerId="LiveId" clId="{012321CB-D30F-40A1-894C-E46D43B30E68}" dt="2025-12-13T16:36:50.433" v="7302" actId="47"/>
        <pc:sldMkLst>
          <pc:docMk/>
          <pc:sldMk cId="701776873" sldId="818"/>
        </pc:sldMkLst>
        <pc:spChg chg="mod">
          <ac:chgData name="Tal R." userId="03e9e69c0e8a7741" providerId="LiveId" clId="{012321CB-D30F-40A1-894C-E46D43B30E68}" dt="2025-12-13T16:33:19.072" v="7164"/>
          <ac:spMkLst>
            <pc:docMk/>
            <pc:sldMk cId="701776873" sldId="818"/>
            <ac:spMk id="2" creationId="{8C9C3373-1C34-D91E-C3B4-EB4D769408D4}"/>
          </ac:spMkLst>
        </pc:spChg>
        <pc:spChg chg="del mod">
          <ac:chgData name="Tal R." userId="03e9e69c0e8a7741" providerId="LiveId" clId="{012321CB-D30F-40A1-894C-E46D43B30E68}" dt="2025-12-13T16:34:28.266" v="7220" actId="478"/>
          <ac:spMkLst>
            <pc:docMk/>
            <pc:sldMk cId="701776873" sldId="818"/>
            <ac:spMk id="3" creationId="{05831CB6-7C91-8CEA-1F02-935A67FE5734}"/>
          </ac:spMkLst>
        </pc:spChg>
        <pc:spChg chg="add del mod">
          <ac:chgData name="Tal R." userId="03e9e69c0e8a7741" providerId="LiveId" clId="{012321CB-D30F-40A1-894C-E46D43B30E68}" dt="2025-12-13T16:35:08.328" v="7229" actId="478"/>
          <ac:spMkLst>
            <pc:docMk/>
            <pc:sldMk cId="701776873" sldId="818"/>
            <ac:spMk id="5" creationId="{F131FC0B-1A56-76E6-8F13-08F821A92FD4}"/>
          </ac:spMkLst>
        </pc:spChg>
        <pc:spChg chg="add">
          <ac:chgData name="Tal R." userId="03e9e69c0e8a7741" providerId="LiveId" clId="{012321CB-D30F-40A1-894C-E46D43B30E68}" dt="2025-12-13T16:34:51.114" v="7221"/>
          <ac:spMkLst>
            <pc:docMk/>
            <pc:sldMk cId="701776873" sldId="818"/>
            <ac:spMk id="6" creationId="{6F83145A-3E1B-9B10-E15E-E59F9E6E97B1}"/>
          </ac:spMkLst>
        </pc:spChg>
        <pc:spChg chg="add">
          <ac:chgData name="Tal R." userId="03e9e69c0e8a7741" providerId="LiveId" clId="{012321CB-D30F-40A1-894C-E46D43B30E68}" dt="2025-12-13T16:34:53.425" v="7222"/>
          <ac:spMkLst>
            <pc:docMk/>
            <pc:sldMk cId="701776873" sldId="818"/>
            <ac:spMk id="7" creationId="{0F16DECF-820F-B34B-A8C5-7EF549C7FABE}"/>
          </ac:spMkLst>
        </pc:spChg>
        <pc:picChg chg="add mod">
          <ac:chgData name="Tal R." userId="03e9e69c0e8a7741" providerId="LiveId" clId="{012321CB-D30F-40A1-894C-E46D43B30E68}" dt="2025-12-13T16:35:34.313" v="7232" actId="1076"/>
          <ac:picMkLst>
            <pc:docMk/>
            <pc:sldMk cId="701776873" sldId="818"/>
            <ac:picMk id="8" creationId="{C803B93B-CC3B-8FC0-8918-3FC10EAE695C}"/>
          </ac:picMkLst>
        </pc:picChg>
      </pc:sldChg>
      <pc:sldChg chg="modSp add del mod modAnim">
        <pc:chgData name="Tal R." userId="03e9e69c0e8a7741" providerId="LiveId" clId="{012321CB-D30F-40A1-894C-E46D43B30E68}" dt="2025-12-13T18:00:06.354" v="8486" actId="47"/>
        <pc:sldMkLst>
          <pc:docMk/>
          <pc:sldMk cId="4166343570" sldId="819"/>
        </pc:sldMkLst>
        <pc:spChg chg="mod">
          <ac:chgData name="Tal R." userId="03e9e69c0e8a7741" providerId="LiveId" clId="{012321CB-D30F-40A1-894C-E46D43B30E68}" dt="2025-12-13T17:58:43.944" v="8436" actId="20577"/>
          <ac:spMkLst>
            <pc:docMk/>
            <pc:sldMk cId="4166343570" sldId="819"/>
            <ac:spMk id="3" creationId="{EF629BBF-5243-CDF0-BAF9-4A74829EDC35}"/>
          </ac:spMkLst>
        </pc:spChg>
      </pc:sldChg>
      <pc:sldChg chg="addSp delSp modSp add del mod delAnim modAnim">
        <pc:chgData name="Tal R." userId="03e9e69c0e8a7741" providerId="LiveId" clId="{012321CB-D30F-40A1-894C-E46D43B30E68}" dt="2025-12-13T17:51:13.720" v="8404" actId="47"/>
        <pc:sldMkLst>
          <pc:docMk/>
          <pc:sldMk cId="1572075636" sldId="820"/>
        </pc:sldMkLst>
        <pc:spChg chg="mod">
          <ac:chgData name="Tal R." userId="03e9e69c0e8a7741" providerId="LiveId" clId="{012321CB-D30F-40A1-894C-E46D43B30E68}" dt="2025-12-13T16:35:40.610" v="7234"/>
          <ac:spMkLst>
            <pc:docMk/>
            <pc:sldMk cId="1572075636" sldId="820"/>
            <ac:spMk id="2" creationId="{BA5DC3A6-D462-E0BF-497C-7E5F995CE367}"/>
          </ac:spMkLst>
        </pc:spChg>
        <pc:spChg chg="del mod">
          <ac:chgData name="Tal R." userId="03e9e69c0e8a7741" providerId="LiveId" clId="{012321CB-D30F-40A1-894C-E46D43B30E68}" dt="2025-12-13T17:50:52.628" v="8399" actId="478"/>
          <ac:spMkLst>
            <pc:docMk/>
            <pc:sldMk cId="1572075636" sldId="820"/>
            <ac:spMk id="3" creationId="{D03F8996-627D-FABF-534F-EB223E16AD12}"/>
          </ac:spMkLst>
        </pc:spChg>
        <pc:spChg chg="add mod">
          <ac:chgData name="Tal R." userId="03e9e69c0e8a7741" providerId="LiveId" clId="{012321CB-D30F-40A1-894C-E46D43B30E68}" dt="2025-12-13T17:50:52.628" v="8399" actId="478"/>
          <ac:spMkLst>
            <pc:docMk/>
            <pc:sldMk cId="1572075636" sldId="820"/>
            <ac:spMk id="6" creationId="{2560DA21-78F6-97FB-CD19-A325D6A64511}"/>
          </ac:spMkLst>
        </pc:spChg>
        <pc:picChg chg="add del mod">
          <ac:chgData name="Tal R." userId="03e9e69c0e8a7741" providerId="LiveId" clId="{012321CB-D30F-40A1-894C-E46D43B30E68}" dt="2025-12-13T17:50:51.147" v="8398" actId="478"/>
          <ac:picMkLst>
            <pc:docMk/>
            <pc:sldMk cId="1572075636" sldId="820"/>
            <ac:picMk id="4" creationId="{B44ECCF5-20D5-8B28-D36A-97718938A4F6}"/>
          </ac:picMkLst>
        </pc:picChg>
        <pc:picChg chg="add del mod">
          <ac:chgData name="Tal R." userId="03e9e69c0e8a7741" providerId="LiveId" clId="{012321CB-D30F-40A1-894C-E46D43B30E68}" dt="2025-12-13T17:51:10.179" v="8403" actId="21"/>
          <ac:picMkLst>
            <pc:docMk/>
            <pc:sldMk cId="1572075636" sldId="820"/>
            <ac:picMk id="3074" creationId="{BCCC590C-D733-ECAC-C084-878F503ABCDB}"/>
          </ac:picMkLst>
        </pc:picChg>
      </pc:sldChg>
      <pc:sldChg chg="modSp add del modAnim">
        <pc:chgData name="Tal R." userId="03e9e69c0e8a7741" providerId="LiveId" clId="{012321CB-D30F-40A1-894C-E46D43B30E68}" dt="2025-12-13T18:00:06.354" v="8486" actId="47"/>
        <pc:sldMkLst>
          <pc:docMk/>
          <pc:sldMk cId="2355407604" sldId="821"/>
        </pc:sldMkLst>
        <pc:spChg chg="mod">
          <ac:chgData name="Tal R." userId="03e9e69c0e8a7741" providerId="LiveId" clId="{012321CB-D30F-40A1-894C-E46D43B30E68}" dt="2025-12-13T17:04:06.442" v="7462" actId="20577"/>
          <ac:spMkLst>
            <pc:docMk/>
            <pc:sldMk cId="2355407604" sldId="821"/>
            <ac:spMk id="3" creationId="{22A3B303-FB6D-DDF7-3197-C133AE6F061D}"/>
          </ac:spMkLst>
        </pc:spChg>
      </pc:sldChg>
      <pc:sldChg chg="addSp delSp modSp add mod modAnim">
        <pc:chgData name="Tal R." userId="03e9e69c0e8a7741" providerId="LiveId" clId="{012321CB-D30F-40A1-894C-E46D43B30E68}" dt="2025-12-13T18:54:29.153" v="10182" actId="20577"/>
        <pc:sldMkLst>
          <pc:docMk/>
          <pc:sldMk cId="2542098313" sldId="822"/>
        </pc:sldMkLst>
        <pc:spChg chg="mod">
          <ac:chgData name="Tal R." userId="03e9e69c0e8a7741" providerId="LiveId" clId="{012321CB-D30F-40A1-894C-E46D43B30E68}" dt="2025-12-13T18:54:29.153" v="10182" actId="20577"/>
          <ac:spMkLst>
            <pc:docMk/>
            <pc:sldMk cId="2542098313" sldId="822"/>
            <ac:spMk id="3" creationId="{CFE304CE-1034-68D7-9DDF-124AB794699E}"/>
          </ac:spMkLst>
        </pc:spChg>
        <pc:spChg chg="add del">
          <ac:chgData name="Tal R." userId="03e9e69c0e8a7741" providerId="LiveId" clId="{012321CB-D30F-40A1-894C-E46D43B30E68}" dt="2025-12-13T17:48:40.469" v="8396" actId="478"/>
          <ac:spMkLst>
            <pc:docMk/>
            <pc:sldMk cId="2542098313" sldId="822"/>
            <ac:spMk id="5" creationId="{385C28C6-5455-F09C-373B-1B9541C50908}"/>
          </ac:spMkLst>
        </pc:spChg>
        <pc:picChg chg="del">
          <ac:chgData name="Tal R." userId="03e9e69c0e8a7741" providerId="LiveId" clId="{012321CB-D30F-40A1-894C-E46D43B30E68}" dt="2025-12-13T17:47:49.368" v="8394" actId="478"/>
          <ac:picMkLst>
            <pc:docMk/>
            <pc:sldMk cId="2542098313" sldId="822"/>
            <ac:picMk id="4" creationId="{66FA242D-2B38-B6E6-C000-E1B234B74675}"/>
          </ac:picMkLst>
        </pc:picChg>
        <pc:picChg chg="add mod">
          <ac:chgData name="Tal R." userId="03e9e69c0e8a7741" providerId="LiveId" clId="{012321CB-D30F-40A1-894C-E46D43B30E68}" dt="2025-12-13T17:52:15.182" v="8417"/>
          <ac:picMkLst>
            <pc:docMk/>
            <pc:sldMk cId="2542098313" sldId="822"/>
            <ac:picMk id="6" creationId="{F2E6BACE-C715-6D9B-28F8-403C346CC9A5}"/>
          </ac:picMkLst>
        </pc:picChg>
        <pc:picChg chg="add del">
          <ac:chgData name="Tal R." userId="03e9e69c0e8a7741" providerId="LiveId" clId="{012321CB-D30F-40A1-894C-E46D43B30E68}" dt="2025-12-13T18:03:38.108" v="8604" actId="22"/>
          <ac:picMkLst>
            <pc:docMk/>
            <pc:sldMk cId="2542098313" sldId="822"/>
            <ac:picMk id="8" creationId="{75235751-6CBC-DA59-0E6E-183B2D4D29D8}"/>
          </ac:picMkLst>
        </pc:picChg>
        <pc:picChg chg="add mod">
          <ac:chgData name="Tal R." userId="03e9e69c0e8a7741" providerId="LiveId" clId="{012321CB-D30F-40A1-894C-E46D43B30E68}" dt="2025-12-13T18:03:41.974" v="8605"/>
          <ac:picMkLst>
            <pc:docMk/>
            <pc:sldMk cId="2542098313" sldId="822"/>
            <ac:picMk id="9" creationId="{0FA8E0EA-B55A-B228-F0E9-AF828A8451E6}"/>
          </ac:picMkLst>
        </pc:picChg>
      </pc:sldChg>
      <pc:sldChg chg="addSp delSp modSp add mod addAnim delAnim modAnim">
        <pc:chgData name="Tal R." userId="03e9e69c0e8a7741" providerId="LiveId" clId="{012321CB-D30F-40A1-894C-E46D43B30E68}" dt="2025-12-13T18:50:55.049" v="10154"/>
        <pc:sldMkLst>
          <pc:docMk/>
          <pc:sldMk cId="856872732" sldId="823"/>
        </pc:sldMkLst>
        <pc:picChg chg="del">
          <ac:chgData name="Tal R." userId="03e9e69c0e8a7741" providerId="LiveId" clId="{012321CB-D30F-40A1-894C-E46D43B30E68}" dt="2025-12-13T17:51:18.310" v="8405" actId="478"/>
          <ac:picMkLst>
            <pc:docMk/>
            <pc:sldMk cId="856872732" sldId="823"/>
            <ac:picMk id="4" creationId="{05CB8694-C804-82E1-BE51-58024E92E158}"/>
          </ac:picMkLst>
        </pc:picChg>
        <pc:picChg chg="add del mod">
          <ac:chgData name="Tal R." userId="03e9e69c0e8a7741" providerId="LiveId" clId="{012321CB-D30F-40A1-894C-E46D43B30E68}" dt="2025-12-13T18:03:27.018" v="8600" actId="22"/>
          <ac:picMkLst>
            <pc:docMk/>
            <pc:sldMk cId="856872732" sldId="823"/>
            <ac:picMk id="6" creationId="{90307680-EA1A-E0FA-8187-096294EA0C0E}"/>
          </ac:picMkLst>
        </pc:picChg>
        <pc:picChg chg="add mod">
          <ac:chgData name="Tal R." userId="03e9e69c0e8a7741" providerId="LiveId" clId="{012321CB-D30F-40A1-894C-E46D43B30E68}" dt="2025-12-13T18:03:34.634" v="8602" actId="1076"/>
          <ac:picMkLst>
            <pc:docMk/>
            <pc:sldMk cId="856872732" sldId="823"/>
            <ac:picMk id="8" creationId="{1D56F035-F6C6-7BFE-CCA5-AFAC0D723457}"/>
          </ac:picMkLst>
        </pc:picChg>
        <pc:picChg chg="add mod">
          <ac:chgData name="Tal R." userId="03e9e69c0e8a7741" providerId="LiveId" clId="{012321CB-D30F-40A1-894C-E46D43B30E68}" dt="2025-12-13T17:52:09.473" v="8416" actId="1076"/>
          <ac:picMkLst>
            <pc:docMk/>
            <pc:sldMk cId="856872732" sldId="823"/>
            <ac:picMk id="3074" creationId="{BCCC590C-D733-ECAC-C084-878F503ABCDB}"/>
          </ac:picMkLst>
        </pc:picChg>
      </pc:sldChg>
      <pc:sldChg chg="addSp delSp modSp add mod modTransition delAnim">
        <pc:chgData name="Tal R." userId="03e9e69c0e8a7741" providerId="LiveId" clId="{012321CB-D30F-40A1-894C-E46D43B30E68}" dt="2025-12-13T17:53:24" v="8428"/>
        <pc:sldMkLst>
          <pc:docMk/>
          <pc:sldMk cId="3473284117" sldId="824"/>
        </pc:sldMkLst>
        <pc:spChg chg="del">
          <ac:chgData name="Tal R." userId="03e9e69c0e8a7741" providerId="LiveId" clId="{012321CB-D30F-40A1-894C-E46D43B30E68}" dt="2025-12-13T17:52:32.452" v="8419" actId="478"/>
          <ac:spMkLst>
            <pc:docMk/>
            <pc:sldMk cId="3473284117" sldId="824"/>
            <ac:spMk id="3" creationId="{9E8F0023-FAE7-CFB3-74C0-8E68C247E936}"/>
          </ac:spMkLst>
        </pc:spChg>
        <pc:spChg chg="add del mod">
          <ac:chgData name="Tal R." userId="03e9e69c0e8a7741" providerId="LiveId" clId="{012321CB-D30F-40A1-894C-E46D43B30E68}" dt="2025-12-13T17:52:38.016" v="8420" actId="478"/>
          <ac:spMkLst>
            <pc:docMk/>
            <pc:sldMk cId="3473284117" sldId="824"/>
            <ac:spMk id="5" creationId="{61591C12-9310-0988-D1A4-CB89A022720B}"/>
          </ac:spMkLst>
        </pc:spChg>
        <pc:picChg chg="mod">
          <ac:chgData name="Tal R." userId="03e9e69c0e8a7741" providerId="LiveId" clId="{012321CB-D30F-40A1-894C-E46D43B30E68}" dt="2025-12-13T17:53:21.037" v="8427" actId="1076"/>
          <ac:picMkLst>
            <pc:docMk/>
            <pc:sldMk cId="3473284117" sldId="824"/>
            <ac:picMk id="6" creationId="{9E41D247-B628-7E4F-8EBE-908E6E751AF9}"/>
          </ac:picMkLst>
        </pc:picChg>
      </pc:sldChg>
      <pc:sldChg chg="addSp delSp modSp add mod modTransition modAnim">
        <pc:chgData name="Tal R." userId="03e9e69c0e8a7741" providerId="LiveId" clId="{012321CB-D30F-40A1-894C-E46D43B30E68}" dt="2025-12-13T18:54:48.838" v="10198" actId="14100"/>
        <pc:sldMkLst>
          <pc:docMk/>
          <pc:sldMk cId="774589635" sldId="825"/>
        </pc:sldMkLst>
        <pc:spChg chg="mod">
          <ac:chgData name="Tal R." userId="03e9e69c0e8a7741" providerId="LiveId" clId="{012321CB-D30F-40A1-894C-E46D43B30E68}" dt="2025-12-13T18:00:22.099" v="8492" actId="20577"/>
          <ac:spMkLst>
            <pc:docMk/>
            <pc:sldMk cId="774589635" sldId="825"/>
            <ac:spMk id="2" creationId="{9FB4A3AE-EEF4-8C9D-99D4-02E1BCA1A77E}"/>
          </ac:spMkLst>
        </pc:spChg>
        <pc:spChg chg="mod">
          <ac:chgData name="Tal R." userId="03e9e69c0e8a7741" providerId="LiveId" clId="{012321CB-D30F-40A1-894C-E46D43B30E68}" dt="2025-12-13T18:54:48.838" v="10198" actId="14100"/>
          <ac:spMkLst>
            <pc:docMk/>
            <pc:sldMk cId="774589635" sldId="825"/>
            <ac:spMk id="3" creationId="{96F22440-DC11-054D-64B3-4B19D73830F1}"/>
          </ac:spMkLst>
        </pc:spChg>
        <pc:spChg chg="add del mod">
          <ac:chgData name="Tal R." userId="03e9e69c0e8a7741" providerId="LiveId" clId="{012321CB-D30F-40A1-894C-E46D43B30E68}" dt="2025-12-13T18:10:33.148" v="8831" actId="478"/>
          <ac:spMkLst>
            <pc:docMk/>
            <pc:sldMk cId="774589635" sldId="825"/>
            <ac:spMk id="5" creationId="{A8C21C58-D915-6A99-6A31-FABB783344D5}"/>
          </ac:spMkLst>
        </pc:spChg>
        <pc:spChg chg="add mod">
          <ac:chgData name="Tal R." userId="03e9e69c0e8a7741" providerId="LiveId" clId="{012321CB-D30F-40A1-894C-E46D43B30E68}" dt="2025-12-13T18:11:18.887" v="8835" actId="207"/>
          <ac:spMkLst>
            <pc:docMk/>
            <pc:sldMk cId="774589635" sldId="825"/>
            <ac:spMk id="7" creationId="{4F9F4031-52BF-1419-62DD-03DE0EB40E59}"/>
          </ac:spMkLst>
        </pc:spChg>
        <pc:picChg chg="add mod">
          <ac:chgData name="Tal R." userId="03e9e69c0e8a7741" providerId="LiveId" clId="{012321CB-D30F-40A1-894C-E46D43B30E68}" dt="2025-12-13T18:04:02.333" v="8606"/>
          <ac:picMkLst>
            <pc:docMk/>
            <pc:sldMk cId="774589635" sldId="825"/>
            <ac:picMk id="4" creationId="{5A28E653-15B9-6F4F-AA3B-05D44159FCBB}"/>
          </ac:picMkLst>
        </pc:picChg>
      </pc:sldChg>
      <pc:sldChg chg="modSp add del modAnim">
        <pc:chgData name="Tal R." userId="03e9e69c0e8a7741" providerId="LiveId" clId="{012321CB-D30F-40A1-894C-E46D43B30E68}" dt="2025-12-13T18:00:02.835" v="8485" actId="47"/>
        <pc:sldMkLst>
          <pc:docMk/>
          <pc:sldMk cId="4214841193" sldId="825"/>
        </pc:sldMkLst>
        <pc:spChg chg="mod">
          <ac:chgData name="Tal R." userId="03e9e69c0e8a7741" providerId="LiveId" clId="{012321CB-D30F-40A1-894C-E46D43B30E68}" dt="2025-12-13T17:59:04.036" v="8445" actId="20577"/>
          <ac:spMkLst>
            <pc:docMk/>
            <pc:sldMk cId="4214841193" sldId="825"/>
            <ac:spMk id="3" creationId="{DADACF4A-6F71-ABC6-FE00-BD27CDFE73C0}"/>
          </ac:spMkLst>
        </pc:spChg>
      </pc:sldChg>
      <pc:sldChg chg="modSp add mod modAnim">
        <pc:chgData name="Tal R." userId="03e9e69c0e8a7741" providerId="LiveId" clId="{012321CB-D30F-40A1-894C-E46D43B30E68}" dt="2025-12-13T18:51:38.964" v="10157"/>
        <pc:sldMkLst>
          <pc:docMk/>
          <pc:sldMk cId="392608963" sldId="826"/>
        </pc:sldMkLst>
        <pc:spChg chg="mod">
          <ac:chgData name="Tal R." userId="03e9e69c0e8a7741" providerId="LiveId" clId="{012321CB-D30F-40A1-894C-E46D43B30E68}" dt="2025-12-13T18:39:48.083" v="9710" actId="14100"/>
          <ac:spMkLst>
            <pc:docMk/>
            <pc:sldMk cId="392608963" sldId="826"/>
            <ac:spMk id="3" creationId="{CDB921D2-02B8-0799-A312-77D237F49E74}"/>
          </ac:spMkLst>
        </pc:spChg>
        <pc:spChg chg="mod">
          <ac:chgData name="Tal R." userId="03e9e69c0e8a7741" providerId="LiveId" clId="{012321CB-D30F-40A1-894C-E46D43B30E68}" dt="2025-12-13T18:11:30.206" v="8838" actId="14100"/>
          <ac:spMkLst>
            <pc:docMk/>
            <pc:sldMk cId="392608963" sldId="826"/>
            <ac:spMk id="7" creationId="{FAC2AF5D-09C2-5DD5-CEB7-AD5B09770D78}"/>
          </ac:spMkLst>
        </pc:spChg>
      </pc:sldChg>
      <pc:sldChg chg="addSp delSp modSp add mod ord addAnim delAnim modAnim">
        <pc:chgData name="Tal R." userId="03e9e69c0e8a7741" providerId="LiveId" clId="{012321CB-D30F-40A1-894C-E46D43B30E68}" dt="2025-12-13T18:52:09.658" v="10164"/>
        <pc:sldMkLst>
          <pc:docMk/>
          <pc:sldMk cId="3581073014" sldId="827"/>
        </pc:sldMkLst>
        <pc:spChg chg="mod">
          <ac:chgData name="Tal R." userId="03e9e69c0e8a7741" providerId="LiveId" clId="{012321CB-D30F-40A1-894C-E46D43B30E68}" dt="2025-12-13T18:52:03.790" v="10162" actId="20577"/>
          <ac:spMkLst>
            <pc:docMk/>
            <pc:sldMk cId="3581073014" sldId="827"/>
            <ac:spMk id="3" creationId="{69A6F39B-5A5E-1DCE-E8AE-D7607A325413}"/>
          </ac:spMkLst>
        </pc:spChg>
        <pc:spChg chg="add del mod">
          <ac:chgData name="Tal R." userId="03e9e69c0e8a7741" providerId="LiveId" clId="{012321CB-D30F-40A1-894C-E46D43B30E68}" dt="2025-12-13T18:23:15.138" v="9255" actId="478"/>
          <ac:spMkLst>
            <pc:docMk/>
            <pc:sldMk cId="3581073014" sldId="827"/>
            <ac:spMk id="5" creationId="{2DB844EF-3BDD-DC86-4BD4-9A339DCC0097}"/>
          </ac:spMkLst>
        </pc:spChg>
        <pc:spChg chg="del mod">
          <ac:chgData name="Tal R." userId="03e9e69c0e8a7741" providerId="LiveId" clId="{012321CB-D30F-40A1-894C-E46D43B30E68}" dt="2025-12-13T18:28:38.207" v="9478" actId="478"/>
          <ac:spMkLst>
            <pc:docMk/>
            <pc:sldMk cId="3581073014" sldId="827"/>
            <ac:spMk id="7" creationId="{46D89D63-85ED-861C-C132-6E6DDBC66B99}"/>
          </ac:spMkLst>
        </pc:spChg>
        <pc:spChg chg="add del mod">
          <ac:chgData name="Tal R." userId="03e9e69c0e8a7741" providerId="LiveId" clId="{012321CB-D30F-40A1-894C-E46D43B30E68}" dt="2025-12-13T18:50:31.800" v="10148" actId="21"/>
          <ac:spMkLst>
            <pc:docMk/>
            <pc:sldMk cId="3581073014" sldId="827"/>
            <ac:spMk id="8" creationId="{060CB21F-7592-DC6C-D7D9-DD48F6872B93}"/>
          </ac:spMkLst>
        </pc:spChg>
        <pc:spChg chg="add mod">
          <ac:chgData name="Tal R." userId="03e9e69c0e8a7741" providerId="LiveId" clId="{012321CB-D30F-40A1-894C-E46D43B30E68}" dt="2025-12-13T18:50:34.289" v="10151"/>
          <ac:spMkLst>
            <pc:docMk/>
            <pc:sldMk cId="3581073014" sldId="827"/>
            <ac:spMk id="9" creationId="{256E5A81-DCEE-DD46-ED7E-B5766552F387}"/>
          </ac:spMkLst>
        </pc:spChg>
      </pc:sldChg>
      <pc:sldChg chg="addSp delSp modSp add mod ord modAnim">
        <pc:chgData name="Tal R." userId="03e9e69c0e8a7741" providerId="LiveId" clId="{012321CB-D30F-40A1-894C-E46D43B30E68}" dt="2025-12-13T18:51:43.407" v="10159"/>
        <pc:sldMkLst>
          <pc:docMk/>
          <pc:sldMk cId="525729233" sldId="828"/>
        </pc:sldMkLst>
        <pc:spChg chg="mod">
          <ac:chgData name="Tal R." userId="03e9e69c0e8a7741" providerId="LiveId" clId="{012321CB-D30F-40A1-894C-E46D43B30E68}" dt="2025-12-13T18:50:15.642" v="10145" actId="20577"/>
          <ac:spMkLst>
            <pc:docMk/>
            <pc:sldMk cId="525729233" sldId="828"/>
            <ac:spMk id="3" creationId="{4840F56C-BD4A-2265-2DB2-F28D520040D3}"/>
          </ac:spMkLst>
        </pc:spChg>
        <pc:spChg chg="add del mod">
          <ac:chgData name="Tal R." userId="03e9e69c0e8a7741" providerId="LiveId" clId="{012321CB-D30F-40A1-894C-E46D43B30E68}" dt="2025-12-13T18:50:33.686" v="10150" actId="21"/>
          <ac:spMkLst>
            <pc:docMk/>
            <pc:sldMk cId="525729233" sldId="828"/>
            <ac:spMk id="5" creationId="{256E5A81-DCEE-DD46-ED7E-B5766552F387}"/>
          </ac:spMkLst>
        </pc:spChg>
        <pc:spChg chg="del mod">
          <ac:chgData name="Tal R." userId="03e9e69c0e8a7741" providerId="LiveId" clId="{012321CB-D30F-40A1-894C-E46D43B30E68}" dt="2025-12-13T18:28:35.176" v="9476" actId="21"/>
          <ac:spMkLst>
            <pc:docMk/>
            <pc:sldMk cId="525729233" sldId="828"/>
            <ac:spMk id="7" creationId="{060CB21F-7592-DC6C-D7D9-DD48F6872B93}"/>
          </ac:spMkLst>
        </pc:spChg>
        <pc:spChg chg="add mod">
          <ac:chgData name="Tal R." userId="03e9e69c0e8a7741" providerId="LiveId" clId="{012321CB-D30F-40A1-894C-E46D43B30E68}" dt="2025-12-13T18:50:32.605" v="10149"/>
          <ac:spMkLst>
            <pc:docMk/>
            <pc:sldMk cId="525729233" sldId="828"/>
            <ac:spMk id="8" creationId="{060CB21F-7592-DC6C-D7D9-DD48F6872B93}"/>
          </ac:spMkLst>
        </pc:spChg>
      </pc:sldChg>
      <pc:sldChg chg="modSp add mod modTransition addAnim delAnim modAnim modNotesTx">
        <pc:chgData name="Tal R." userId="03e9e69c0e8a7741" providerId="LiveId" clId="{012321CB-D30F-40A1-894C-E46D43B30E68}" dt="2025-12-13T23:04:54.801" v="12135"/>
        <pc:sldMkLst>
          <pc:docMk/>
          <pc:sldMk cId="1310460712" sldId="829"/>
        </pc:sldMkLst>
        <pc:spChg chg="mod">
          <ac:chgData name="Tal R." userId="03e9e69c0e8a7741" providerId="LiveId" clId="{012321CB-D30F-40A1-894C-E46D43B30E68}" dt="2025-12-13T20:17:07.949" v="10590" actId="20577"/>
          <ac:spMkLst>
            <pc:docMk/>
            <pc:sldMk cId="1310460712" sldId="829"/>
            <ac:spMk id="2" creationId="{757E1C0B-D505-742B-7400-70B8DBF477A6}"/>
          </ac:spMkLst>
        </pc:spChg>
        <pc:spChg chg="mod">
          <ac:chgData name="Tal R." userId="03e9e69c0e8a7741" providerId="LiveId" clId="{012321CB-D30F-40A1-894C-E46D43B30E68}" dt="2025-12-13T19:43:59.645" v="10534" actId="20577"/>
          <ac:spMkLst>
            <pc:docMk/>
            <pc:sldMk cId="1310460712" sldId="829"/>
            <ac:spMk id="3" creationId="{12727001-DC9C-1B41-5652-EDD7C87EC657}"/>
          </ac:spMkLst>
        </pc:spChg>
        <pc:spChg chg="mod">
          <ac:chgData name="Tal R." userId="03e9e69c0e8a7741" providerId="LiveId" clId="{012321CB-D30F-40A1-894C-E46D43B30E68}" dt="2025-12-13T19:43:50.284" v="10519" actId="14100"/>
          <ac:spMkLst>
            <pc:docMk/>
            <pc:sldMk cId="1310460712" sldId="829"/>
            <ac:spMk id="8" creationId="{E973FA45-A4CD-3866-75C3-E2D95858C828}"/>
          </ac:spMkLst>
        </pc:spChg>
      </pc:sldChg>
      <pc:sldChg chg="addSp delSp modSp add mod modTransition addAnim delAnim modAnim">
        <pc:chgData name="Tal R." userId="03e9e69c0e8a7741" providerId="LiveId" clId="{012321CB-D30F-40A1-894C-E46D43B30E68}" dt="2025-12-13T22:23:18.103" v="11227"/>
        <pc:sldMkLst>
          <pc:docMk/>
          <pc:sldMk cId="3269285229" sldId="830"/>
        </pc:sldMkLst>
        <pc:spChg chg="mod">
          <ac:chgData name="Tal R." userId="03e9e69c0e8a7741" providerId="LiveId" clId="{012321CB-D30F-40A1-894C-E46D43B30E68}" dt="2025-12-13T20:17:11.748" v="10591"/>
          <ac:spMkLst>
            <pc:docMk/>
            <pc:sldMk cId="3269285229" sldId="830"/>
            <ac:spMk id="2" creationId="{ADC2C4BD-C3A2-5F18-002D-6F1F8C0B0A99}"/>
          </ac:spMkLst>
        </pc:spChg>
        <pc:spChg chg="mod">
          <ac:chgData name="Tal R." userId="03e9e69c0e8a7741" providerId="LiveId" clId="{012321CB-D30F-40A1-894C-E46D43B30E68}" dt="2025-12-13T22:23:03.282" v="11224" actId="14100"/>
          <ac:spMkLst>
            <pc:docMk/>
            <pc:sldMk cId="3269285229" sldId="830"/>
            <ac:spMk id="3" creationId="{462DAAF8-473E-8B16-27D1-D6B8B0B19B1D}"/>
          </ac:spMkLst>
        </pc:spChg>
        <pc:spChg chg="add">
          <ac:chgData name="Tal R." userId="03e9e69c0e8a7741" providerId="LiveId" clId="{012321CB-D30F-40A1-894C-E46D43B30E68}" dt="2025-12-13T20:11:08.065" v="10563"/>
          <ac:spMkLst>
            <pc:docMk/>
            <pc:sldMk cId="3269285229" sldId="830"/>
            <ac:spMk id="5" creationId="{BA63C4EA-8F7A-12FF-E778-EC4D644CFB7E}"/>
          </ac:spMkLst>
        </pc:spChg>
        <pc:spChg chg="add del mod">
          <ac:chgData name="Tal R." userId="03e9e69c0e8a7741" providerId="LiveId" clId="{012321CB-D30F-40A1-894C-E46D43B30E68}" dt="2025-12-13T19:48:36.559" v="10545" actId="478"/>
          <ac:spMkLst>
            <pc:docMk/>
            <pc:sldMk cId="3269285229" sldId="830"/>
            <ac:spMk id="8" creationId="{CE8E967B-9705-91D5-79BC-30B0DD3E3E07}"/>
          </ac:spMkLst>
        </pc:spChg>
        <pc:picChg chg="del mod">
          <ac:chgData name="Tal R." userId="03e9e69c0e8a7741" providerId="LiveId" clId="{012321CB-D30F-40A1-894C-E46D43B30E68}" dt="2025-12-13T19:48:36.559" v="10545" actId="478"/>
          <ac:picMkLst>
            <pc:docMk/>
            <pc:sldMk cId="3269285229" sldId="830"/>
            <ac:picMk id="6" creationId="{0BE95169-BC93-0200-D8C1-CD48DB169F64}"/>
          </ac:picMkLst>
        </pc:picChg>
        <pc:picChg chg="add mod">
          <ac:chgData name="Tal R." userId="03e9e69c0e8a7741" providerId="LiveId" clId="{012321CB-D30F-40A1-894C-E46D43B30E68}" dt="2025-12-13T20:12:53.185" v="10575" actId="1440"/>
          <ac:picMkLst>
            <pc:docMk/>
            <pc:sldMk cId="3269285229" sldId="830"/>
            <ac:picMk id="7" creationId="{4B5A395D-823C-E242-F749-0CFF621722DA}"/>
          </ac:picMkLst>
        </pc:picChg>
      </pc:sldChg>
      <pc:sldChg chg="addSp delSp modSp add mod modTransition">
        <pc:chgData name="Tal R." userId="03e9e69c0e8a7741" providerId="LiveId" clId="{012321CB-D30F-40A1-894C-E46D43B30E68}" dt="2025-12-13T22:22:38.830" v="11218"/>
        <pc:sldMkLst>
          <pc:docMk/>
          <pc:sldMk cId="736565083" sldId="831"/>
        </pc:sldMkLst>
        <pc:spChg chg="mod">
          <ac:chgData name="Tal R." userId="03e9e69c0e8a7741" providerId="LiveId" clId="{012321CB-D30F-40A1-894C-E46D43B30E68}" dt="2025-12-13T20:17:13.620" v="10592"/>
          <ac:spMkLst>
            <pc:docMk/>
            <pc:sldMk cId="736565083" sldId="831"/>
            <ac:spMk id="2" creationId="{D2EFDA25-3584-4CE2-C122-F1A1AB0732A5}"/>
          </ac:spMkLst>
        </pc:spChg>
        <pc:spChg chg="del">
          <ac:chgData name="Tal R." userId="03e9e69c0e8a7741" providerId="LiveId" clId="{012321CB-D30F-40A1-894C-E46D43B30E68}" dt="2025-12-13T20:10:05.167" v="10552" actId="478"/>
          <ac:spMkLst>
            <pc:docMk/>
            <pc:sldMk cId="736565083" sldId="831"/>
            <ac:spMk id="3" creationId="{8C0B9396-85A2-AC92-C52C-24FA03183491}"/>
          </ac:spMkLst>
        </pc:spChg>
        <pc:spChg chg="add del mod">
          <ac:chgData name="Tal R." userId="03e9e69c0e8a7741" providerId="LiveId" clId="{012321CB-D30F-40A1-894C-E46D43B30E68}" dt="2025-12-13T20:10:07.489" v="10553" actId="478"/>
          <ac:spMkLst>
            <pc:docMk/>
            <pc:sldMk cId="736565083" sldId="831"/>
            <ac:spMk id="6" creationId="{C6D7A304-003A-7075-E65C-649335EBAB48}"/>
          </ac:spMkLst>
        </pc:spChg>
        <pc:spChg chg="add">
          <ac:chgData name="Tal R." userId="03e9e69c0e8a7741" providerId="LiveId" clId="{012321CB-D30F-40A1-894C-E46D43B30E68}" dt="2025-12-13T20:10:08.444" v="10554"/>
          <ac:spMkLst>
            <pc:docMk/>
            <pc:sldMk cId="736565083" sldId="831"/>
            <ac:spMk id="7" creationId="{8F49BBC5-B4C9-E6EE-DC54-263D607D3A63}"/>
          </ac:spMkLst>
        </pc:spChg>
        <pc:picChg chg="add mod">
          <ac:chgData name="Tal R." userId="03e9e69c0e8a7741" providerId="LiveId" clId="{012321CB-D30F-40A1-894C-E46D43B30E68}" dt="2025-12-13T20:12:39.631" v="10574" actId="1440"/>
          <ac:picMkLst>
            <pc:docMk/>
            <pc:sldMk cId="736565083" sldId="831"/>
            <ac:picMk id="8" creationId="{B95FC503-B101-4EEB-4DAE-D875367DE5B8}"/>
          </ac:picMkLst>
        </pc:picChg>
      </pc:sldChg>
      <pc:sldChg chg="addSp delSp modSp add del mod">
        <pc:chgData name="Tal R." userId="03e9e69c0e8a7741" providerId="LiveId" clId="{012321CB-D30F-40A1-894C-E46D43B30E68}" dt="2025-12-13T21:35:17.240" v="11039" actId="47"/>
        <pc:sldMkLst>
          <pc:docMk/>
          <pc:sldMk cId="1693890523" sldId="832"/>
        </pc:sldMkLst>
        <pc:spChg chg="mod">
          <ac:chgData name="Tal R." userId="03e9e69c0e8a7741" providerId="LiveId" clId="{012321CB-D30F-40A1-894C-E46D43B30E68}" dt="2025-12-13T20:17:15.560" v="10593"/>
          <ac:spMkLst>
            <pc:docMk/>
            <pc:sldMk cId="1693890523" sldId="832"/>
            <ac:spMk id="2" creationId="{DCDBEE7C-848E-B3AB-E27D-B06172AEB1C5}"/>
          </ac:spMkLst>
        </pc:spChg>
        <pc:graphicFrameChg chg="add del mod modGraphic">
          <ac:chgData name="Tal R." userId="03e9e69c0e8a7741" providerId="LiveId" clId="{012321CB-D30F-40A1-894C-E46D43B30E68}" dt="2025-12-13T20:23:43.922" v="10621" actId="478"/>
          <ac:graphicFrameMkLst>
            <pc:docMk/>
            <pc:sldMk cId="1693890523" sldId="832"/>
            <ac:graphicFrameMk id="3" creationId="{4850FA6B-7223-972E-BA43-DD2AE6131DA5}"/>
          </ac:graphicFrameMkLst>
        </pc:graphicFrameChg>
        <pc:graphicFrameChg chg="add mod modGraphic">
          <ac:chgData name="Tal R." userId="03e9e69c0e8a7741" providerId="LiveId" clId="{012321CB-D30F-40A1-894C-E46D43B30E68}" dt="2025-12-13T20:24:15.264" v="10628" actId="14100"/>
          <ac:graphicFrameMkLst>
            <pc:docMk/>
            <pc:sldMk cId="1693890523" sldId="832"/>
            <ac:graphicFrameMk id="5" creationId="{516E8F00-8456-3A52-4E38-8095DC9A755C}"/>
          </ac:graphicFrameMkLst>
        </pc:graphicFrameChg>
        <pc:graphicFrameChg chg="add del mod modGraphic">
          <ac:chgData name="Tal R." userId="03e9e69c0e8a7741" providerId="LiveId" clId="{012321CB-D30F-40A1-894C-E46D43B30E68}" dt="2025-12-13T20:29:28.969" v="10650" actId="478"/>
          <ac:graphicFrameMkLst>
            <pc:docMk/>
            <pc:sldMk cId="1693890523" sldId="832"/>
            <ac:graphicFrameMk id="6" creationId="{835625B0-9B66-5869-0D01-0A40F4E58F87}"/>
          </ac:graphicFrameMkLst>
        </pc:graphicFrameChg>
        <pc:graphicFrameChg chg="add del mod modGraphic">
          <ac:chgData name="Tal R." userId="03e9e69c0e8a7741" providerId="LiveId" clId="{012321CB-D30F-40A1-894C-E46D43B30E68}" dt="2025-12-13T20:44:45.036" v="10672" actId="478"/>
          <ac:graphicFrameMkLst>
            <pc:docMk/>
            <pc:sldMk cId="1693890523" sldId="832"/>
            <ac:graphicFrameMk id="7" creationId="{98B9C3D0-26F3-1D8F-9C5F-F5CDCE46068A}"/>
          </ac:graphicFrameMkLst>
        </pc:graphicFrameChg>
        <pc:graphicFrameChg chg="add del mod modGraphic">
          <ac:chgData name="Tal R." userId="03e9e69c0e8a7741" providerId="LiveId" clId="{012321CB-D30F-40A1-894C-E46D43B30E68}" dt="2025-12-13T20:46:47.916" v="10687" actId="478"/>
          <ac:graphicFrameMkLst>
            <pc:docMk/>
            <pc:sldMk cId="1693890523" sldId="832"/>
            <ac:graphicFrameMk id="9" creationId="{803CF83F-1DB4-0F8E-1500-762090046673}"/>
          </ac:graphicFrameMkLst>
        </pc:graphicFrameChg>
        <pc:graphicFrameChg chg="add mod">
          <ac:chgData name="Tal R." userId="03e9e69c0e8a7741" providerId="LiveId" clId="{012321CB-D30F-40A1-894C-E46D43B30E68}" dt="2025-12-13T20:46:50.291" v="10688"/>
          <ac:graphicFrameMkLst>
            <pc:docMk/>
            <pc:sldMk cId="1693890523" sldId="832"/>
            <ac:graphicFrameMk id="10" creationId="{1984F114-5E87-EE06-5310-42CCAC8ECF45}"/>
          </ac:graphicFrameMkLst>
        </pc:graphicFrameChg>
        <pc:graphicFrameChg chg="add del mod">
          <ac:chgData name="Tal R." userId="03e9e69c0e8a7741" providerId="LiveId" clId="{012321CB-D30F-40A1-894C-E46D43B30E68}" dt="2025-12-13T20:50:33.659" v="10717" actId="478"/>
          <ac:graphicFrameMkLst>
            <pc:docMk/>
            <pc:sldMk cId="1693890523" sldId="832"/>
            <ac:graphicFrameMk id="11" creationId="{2AB16A3A-8D4B-FB99-9080-9E4EF3E5AB34}"/>
          </ac:graphicFrameMkLst>
        </pc:graphicFrameChg>
        <pc:graphicFrameChg chg="add mod modGraphic">
          <ac:chgData name="Tal R." userId="03e9e69c0e8a7741" providerId="LiveId" clId="{012321CB-D30F-40A1-894C-E46D43B30E68}" dt="2025-12-13T20:50:32.666" v="10716" actId="14100"/>
          <ac:graphicFrameMkLst>
            <pc:docMk/>
            <pc:sldMk cId="1693890523" sldId="832"/>
            <ac:graphicFrameMk id="12" creationId="{2972BE2D-433F-779C-31EB-FDC4D3E771EE}"/>
          </ac:graphicFrameMkLst>
        </pc:graphicFrameChg>
        <pc:picChg chg="del">
          <ac:chgData name="Tal R." userId="03e9e69c0e8a7741" providerId="LiveId" clId="{012321CB-D30F-40A1-894C-E46D43B30E68}" dt="2025-12-13T20:19:05.067" v="10594" actId="478"/>
          <ac:picMkLst>
            <pc:docMk/>
            <pc:sldMk cId="1693890523" sldId="832"/>
            <ac:picMk id="8" creationId="{4F9ACECE-4FAF-8745-87E1-5CC5534B8100}"/>
          </ac:picMkLst>
        </pc:picChg>
      </pc:sldChg>
      <pc:sldChg chg="addSp delSp modSp add mod modTransition">
        <pc:chgData name="Tal R." userId="03e9e69c0e8a7741" providerId="LiveId" clId="{012321CB-D30F-40A1-894C-E46D43B30E68}" dt="2025-12-13T23:09:36.554" v="12292" actId="20577"/>
        <pc:sldMkLst>
          <pc:docMk/>
          <pc:sldMk cId="743568269" sldId="833"/>
        </pc:sldMkLst>
        <pc:spChg chg="add">
          <ac:chgData name="Tal R." userId="03e9e69c0e8a7741" providerId="LiveId" clId="{012321CB-D30F-40A1-894C-E46D43B30E68}" dt="2025-12-13T20:39:35.838" v="10665"/>
          <ac:spMkLst>
            <pc:docMk/>
            <pc:sldMk cId="743568269" sldId="833"/>
            <ac:spMk id="3" creationId="{F76A1310-5F60-EBBB-B370-4950CDD8E846}"/>
          </ac:spMkLst>
        </pc:spChg>
        <pc:graphicFrameChg chg="add mod modGraphic">
          <ac:chgData name="Tal R." userId="03e9e69c0e8a7741" providerId="LiveId" clId="{012321CB-D30F-40A1-894C-E46D43B30E68}" dt="2025-12-13T23:09:36.554" v="12292" actId="20577"/>
          <ac:graphicFrameMkLst>
            <pc:docMk/>
            <pc:sldMk cId="743568269" sldId="833"/>
            <ac:graphicFrameMk id="6" creationId="{A0025BAE-C845-EDF5-7412-5AC30D02EF37}"/>
          </ac:graphicFrameMkLst>
        </pc:graphicFrameChg>
        <pc:graphicFrameChg chg="del">
          <ac:chgData name="Tal R." userId="03e9e69c0e8a7741" providerId="LiveId" clId="{012321CB-D30F-40A1-894C-E46D43B30E68}" dt="2025-12-13T20:39:34.897" v="10664" actId="478"/>
          <ac:graphicFrameMkLst>
            <pc:docMk/>
            <pc:sldMk cId="743568269" sldId="833"/>
            <ac:graphicFrameMk id="7" creationId="{6E782D66-D429-FAFF-C373-9FBDCCB435C8}"/>
          </ac:graphicFrameMkLst>
        </pc:graphicFrameChg>
        <pc:picChg chg="add del mod modCrop">
          <ac:chgData name="Tal R." userId="03e9e69c0e8a7741" providerId="LiveId" clId="{012321CB-D30F-40A1-894C-E46D43B30E68}" dt="2025-12-13T21:02:59.854" v="10729" actId="478"/>
          <ac:picMkLst>
            <pc:docMk/>
            <pc:sldMk cId="743568269" sldId="833"/>
            <ac:picMk id="5" creationId="{05F6B363-5DBE-9941-49BD-EEDCCB7A9FE7}"/>
          </ac:picMkLst>
        </pc:picChg>
      </pc:sldChg>
      <pc:sldChg chg="addSp delSp modSp add del mod">
        <pc:chgData name="Tal R." userId="03e9e69c0e8a7741" providerId="LiveId" clId="{012321CB-D30F-40A1-894C-E46D43B30E68}" dt="2025-12-13T21:35:20.211" v="11040" actId="47"/>
        <pc:sldMkLst>
          <pc:docMk/>
          <pc:sldMk cId="2292116042" sldId="834"/>
        </pc:sldMkLst>
        <pc:spChg chg="add">
          <ac:chgData name="Tal R." userId="03e9e69c0e8a7741" providerId="LiveId" clId="{012321CB-D30F-40A1-894C-E46D43B30E68}" dt="2025-12-13T21:02:42.893" v="10726"/>
          <ac:spMkLst>
            <pc:docMk/>
            <pc:sldMk cId="2292116042" sldId="834"/>
            <ac:spMk id="5" creationId="{33C3DFAE-35E9-7640-FC27-CEEFE01DE9F3}"/>
          </ac:spMkLst>
        </pc:spChg>
        <pc:graphicFrameChg chg="add del mod modGraphic">
          <ac:chgData name="Tal R." userId="03e9e69c0e8a7741" providerId="LiveId" clId="{012321CB-D30F-40A1-894C-E46D43B30E68}" dt="2025-12-13T20:52:17.334" v="10725" actId="478"/>
          <ac:graphicFrameMkLst>
            <pc:docMk/>
            <pc:sldMk cId="2292116042" sldId="834"/>
            <ac:graphicFrameMk id="3" creationId="{894325B1-4DFA-60A1-47E8-FBA519D45501}"/>
          </ac:graphicFrameMkLst>
        </pc:graphicFrameChg>
        <pc:graphicFrameChg chg="del">
          <ac:chgData name="Tal R." userId="03e9e69c0e8a7741" providerId="LiveId" clId="{012321CB-D30F-40A1-894C-E46D43B30E68}" dt="2025-12-13T20:51:45.171" v="10719" actId="478"/>
          <ac:graphicFrameMkLst>
            <pc:docMk/>
            <pc:sldMk cId="2292116042" sldId="834"/>
            <ac:graphicFrameMk id="11" creationId="{B109775A-25C9-B5FB-B882-5396CA7A045C}"/>
          </ac:graphicFrameMkLst>
        </pc:graphicFrameChg>
        <pc:picChg chg="add mod">
          <ac:chgData name="Tal R." userId="03e9e69c0e8a7741" providerId="LiveId" clId="{012321CB-D30F-40A1-894C-E46D43B30E68}" dt="2025-12-13T21:02:48.653" v="10728" actId="1076"/>
          <ac:picMkLst>
            <pc:docMk/>
            <pc:sldMk cId="2292116042" sldId="834"/>
            <ac:picMk id="6" creationId="{2D4AAD67-0DD3-187A-BC50-E39FB413FF57}"/>
          </ac:picMkLst>
        </pc:picChg>
      </pc:sldChg>
      <pc:sldChg chg="addSp delSp modSp add mod modTransition addAnim delAnim modAnim">
        <pc:chgData name="Tal R." userId="03e9e69c0e8a7741" providerId="LiveId" clId="{012321CB-D30F-40A1-894C-E46D43B30E68}" dt="2025-12-13T22:22:32.766" v="11216"/>
        <pc:sldMkLst>
          <pc:docMk/>
          <pc:sldMk cId="2567887433" sldId="834"/>
        </pc:sldMkLst>
        <pc:spChg chg="add mod">
          <ac:chgData name="Tal R." userId="03e9e69c0e8a7741" providerId="LiveId" clId="{012321CB-D30F-40A1-894C-E46D43B30E68}" dt="2025-12-13T22:18:33.479" v="11200" actId="1076"/>
          <ac:spMkLst>
            <pc:docMk/>
            <pc:sldMk cId="2567887433" sldId="834"/>
            <ac:spMk id="5" creationId="{6E5C9BFA-8A89-D4C8-2151-D3C30BC5AFAE}"/>
          </ac:spMkLst>
        </pc:spChg>
        <pc:graphicFrameChg chg="del">
          <ac:chgData name="Tal R." userId="03e9e69c0e8a7741" providerId="LiveId" clId="{012321CB-D30F-40A1-894C-E46D43B30E68}" dt="2025-12-13T21:42:39.786" v="11042" actId="478"/>
          <ac:graphicFrameMkLst>
            <pc:docMk/>
            <pc:sldMk cId="2567887433" sldId="834"/>
            <ac:graphicFrameMk id="6" creationId="{2C4710CD-69D3-0BB3-30DF-8A9977B1DD7A}"/>
          </ac:graphicFrameMkLst>
        </pc:graphicFrameChg>
        <pc:picChg chg="add del mod">
          <ac:chgData name="Tal R." userId="03e9e69c0e8a7741" providerId="LiveId" clId="{012321CB-D30F-40A1-894C-E46D43B30E68}" dt="2025-12-13T21:44:26.912" v="11045" actId="21"/>
          <ac:picMkLst>
            <pc:docMk/>
            <pc:sldMk cId="2567887433" sldId="834"/>
            <ac:picMk id="12290" creationId="{ABE81BBC-D1A0-419E-E3C8-034AC3BBE532}"/>
          </ac:picMkLst>
        </pc:picChg>
      </pc:sldChg>
      <pc:sldChg chg="addSp delSp modSp add mod delAnim">
        <pc:chgData name="Tal R." userId="03e9e69c0e8a7741" providerId="LiveId" clId="{012321CB-D30F-40A1-894C-E46D43B30E68}" dt="2025-12-13T21:45:25.945" v="11060" actId="1076"/>
        <pc:sldMkLst>
          <pc:docMk/>
          <pc:sldMk cId="1755027895" sldId="835"/>
        </pc:sldMkLst>
        <pc:spChg chg="del">
          <ac:chgData name="Tal R." userId="03e9e69c0e8a7741" providerId="LiveId" clId="{012321CB-D30F-40A1-894C-E46D43B30E68}" dt="2025-12-13T21:44:41.495" v="11049" actId="478"/>
          <ac:spMkLst>
            <pc:docMk/>
            <pc:sldMk cId="1755027895" sldId="835"/>
            <ac:spMk id="3" creationId="{F26E36E7-83E7-5F7C-FF7C-4A0ED7A3392F}"/>
          </ac:spMkLst>
        </pc:spChg>
        <pc:spChg chg="add del mod">
          <ac:chgData name="Tal R." userId="03e9e69c0e8a7741" providerId="LiveId" clId="{012321CB-D30F-40A1-894C-E46D43B30E68}" dt="2025-12-13T21:44:44.351" v="11050" actId="478"/>
          <ac:spMkLst>
            <pc:docMk/>
            <pc:sldMk cId="1755027895" sldId="835"/>
            <ac:spMk id="7" creationId="{03E0F338-C78E-A56D-74FF-F7E093F4EF63}"/>
          </ac:spMkLst>
        </pc:spChg>
        <pc:spChg chg="del">
          <ac:chgData name="Tal R." userId="03e9e69c0e8a7741" providerId="LiveId" clId="{012321CB-D30F-40A1-894C-E46D43B30E68}" dt="2025-12-13T21:44:39.660" v="11048" actId="478"/>
          <ac:spMkLst>
            <pc:docMk/>
            <pc:sldMk cId="1755027895" sldId="835"/>
            <ac:spMk id="8" creationId="{1E137AC7-1641-37F4-EED1-67486D90F371}"/>
          </ac:spMkLst>
        </pc:spChg>
        <pc:picChg chg="del">
          <ac:chgData name="Tal R." userId="03e9e69c0e8a7741" providerId="LiveId" clId="{012321CB-D30F-40A1-894C-E46D43B30E68}" dt="2025-12-13T21:44:38.047" v="11047" actId="478"/>
          <ac:picMkLst>
            <pc:docMk/>
            <pc:sldMk cId="1755027895" sldId="835"/>
            <ac:picMk id="6" creationId="{BC3A2DF7-E165-7263-5E84-94C23AEB9F84}"/>
          </ac:picMkLst>
        </pc:picChg>
        <pc:picChg chg="add mod">
          <ac:chgData name="Tal R." userId="03e9e69c0e8a7741" providerId="LiveId" clId="{012321CB-D30F-40A1-894C-E46D43B30E68}" dt="2025-12-13T21:45:25.945" v="11060" actId="1076"/>
          <ac:picMkLst>
            <pc:docMk/>
            <pc:sldMk cId="1755027895" sldId="835"/>
            <ac:picMk id="12290" creationId="{ABE81BBC-D1A0-419E-E3C8-034AC3BBE532}"/>
          </ac:picMkLst>
        </pc:picChg>
      </pc:sldChg>
      <pc:sldChg chg="modSp add mod modTransition addAnim delAnim modAnim">
        <pc:chgData name="Tal R." userId="03e9e69c0e8a7741" providerId="LiveId" clId="{012321CB-D30F-40A1-894C-E46D43B30E68}" dt="2025-12-13T23:23:58.477" v="12559" actId="20577"/>
        <pc:sldMkLst>
          <pc:docMk/>
          <pc:sldMk cId="262812036" sldId="836"/>
        </pc:sldMkLst>
        <pc:spChg chg="mod">
          <ac:chgData name="Tal R." userId="03e9e69c0e8a7741" providerId="LiveId" clId="{012321CB-D30F-40A1-894C-E46D43B30E68}" dt="2025-12-13T22:19:02.241" v="11201"/>
          <ac:spMkLst>
            <pc:docMk/>
            <pc:sldMk cId="262812036" sldId="836"/>
            <ac:spMk id="2" creationId="{A01A5EB7-AB42-18E6-C0F6-5EA8C4207D32}"/>
          </ac:spMkLst>
        </pc:spChg>
        <pc:spChg chg="mod">
          <ac:chgData name="Tal R." userId="03e9e69c0e8a7741" providerId="LiveId" clId="{012321CB-D30F-40A1-894C-E46D43B30E68}" dt="2025-12-13T23:23:37.668" v="12534" actId="20577"/>
          <ac:spMkLst>
            <pc:docMk/>
            <pc:sldMk cId="262812036" sldId="836"/>
            <ac:spMk id="9" creationId="{BE3B6DA7-DFD3-ECED-537B-72032EA7F3C5}"/>
          </ac:spMkLst>
        </pc:spChg>
        <pc:spChg chg="mod">
          <ac:chgData name="Tal R." userId="03e9e69c0e8a7741" providerId="LiveId" clId="{012321CB-D30F-40A1-894C-E46D43B30E68}" dt="2025-12-13T23:23:58.477" v="12559" actId="20577"/>
          <ac:spMkLst>
            <pc:docMk/>
            <pc:sldMk cId="262812036" sldId="836"/>
            <ac:spMk id="13" creationId="{3CEBCD09-22F5-FABC-DE15-76E61E146912}"/>
          </ac:spMkLst>
        </pc:spChg>
      </pc:sldChg>
      <pc:sldChg chg="addSp delSp modSp add del mod">
        <pc:chgData name="Tal R." userId="03e9e69c0e8a7741" providerId="LiveId" clId="{012321CB-D30F-40A1-894C-E46D43B30E68}" dt="2025-12-13T22:09:31.836" v="11136" actId="2696"/>
        <pc:sldMkLst>
          <pc:docMk/>
          <pc:sldMk cId="1802860152" sldId="836"/>
        </pc:sldMkLst>
        <pc:spChg chg="mod">
          <ac:chgData name="Tal R." userId="03e9e69c0e8a7741" providerId="LiveId" clId="{012321CB-D30F-40A1-894C-E46D43B30E68}" dt="2025-12-13T21:50:55.971" v="11078" actId="20577"/>
          <ac:spMkLst>
            <pc:docMk/>
            <pc:sldMk cId="1802860152" sldId="836"/>
            <ac:spMk id="2" creationId="{A01A5EB7-AB42-18E6-C0F6-5EA8C4207D32}"/>
          </ac:spMkLst>
        </pc:spChg>
        <pc:spChg chg="add del mod">
          <ac:chgData name="Tal R." userId="03e9e69c0e8a7741" providerId="LiveId" clId="{012321CB-D30F-40A1-894C-E46D43B30E68}" dt="2025-12-13T22:04:59.138" v="11085" actId="22"/>
          <ac:spMkLst>
            <pc:docMk/>
            <pc:sldMk cId="1802860152" sldId="836"/>
            <ac:spMk id="5" creationId="{1C7EB0E4-99E2-1785-9C10-641DF9E33411}"/>
          </ac:spMkLst>
        </pc:spChg>
        <pc:spChg chg="add del mod">
          <ac:chgData name="Tal R." userId="03e9e69c0e8a7741" providerId="LiveId" clId="{012321CB-D30F-40A1-894C-E46D43B30E68}" dt="2025-12-13T22:06:13.072" v="11089" actId="22"/>
          <ac:spMkLst>
            <pc:docMk/>
            <pc:sldMk cId="1802860152" sldId="836"/>
            <ac:spMk id="7" creationId="{1956A417-C777-CBB0-1C9F-0570420A3719}"/>
          </ac:spMkLst>
        </pc:spChg>
        <pc:spChg chg="add mod">
          <ac:chgData name="Tal R." userId="03e9e69c0e8a7741" providerId="LiveId" clId="{012321CB-D30F-40A1-894C-E46D43B30E68}" dt="2025-12-13T22:08:30.722" v="11123" actId="14100"/>
          <ac:spMkLst>
            <pc:docMk/>
            <pc:sldMk cId="1802860152" sldId="836"/>
            <ac:spMk id="9" creationId="{BE3B6DA7-DFD3-ECED-537B-72032EA7F3C5}"/>
          </ac:spMkLst>
        </pc:spChg>
        <pc:spChg chg="add del mod">
          <ac:chgData name="Tal R." userId="03e9e69c0e8a7741" providerId="LiveId" clId="{012321CB-D30F-40A1-894C-E46D43B30E68}" dt="2025-12-13T22:08:12.455" v="11119" actId="22"/>
          <ac:spMkLst>
            <pc:docMk/>
            <pc:sldMk cId="1802860152" sldId="836"/>
            <ac:spMk id="11" creationId="{7CEF1E27-1E28-1EFD-CC4B-840CBE3767D8}"/>
          </ac:spMkLst>
        </pc:spChg>
        <pc:spChg chg="add mod">
          <ac:chgData name="Tal R." userId="03e9e69c0e8a7741" providerId="LiveId" clId="{012321CB-D30F-40A1-894C-E46D43B30E68}" dt="2025-12-13T22:08:42.350" v="11135" actId="20577"/>
          <ac:spMkLst>
            <pc:docMk/>
            <pc:sldMk cId="1802860152" sldId="836"/>
            <ac:spMk id="13" creationId="{3CEBCD09-22F5-FABC-DE15-76E61E146912}"/>
          </ac:spMkLst>
        </pc:spChg>
        <pc:picChg chg="del">
          <ac:chgData name="Tal R." userId="03e9e69c0e8a7741" providerId="LiveId" clId="{012321CB-D30F-40A1-894C-E46D43B30E68}" dt="2025-12-13T21:50:58.159" v="11079" actId="478"/>
          <ac:picMkLst>
            <pc:docMk/>
            <pc:sldMk cId="1802860152" sldId="836"/>
            <ac:picMk id="12290" creationId="{51795560-F03E-81C9-47C6-9072D4885227}"/>
          </ac:picMkLst>
        </pc:picChg>
      </pc:sldChg>
      <pc:sldChg chg="addSp delSp modSp add mod modTransition addAnim delAnim modAnim">
        <pc:chgData name="Tal R." userId="03e9e69c0e8a7741" providerId="LiveId" clId="{012321CB-D30F-40A1-894C-E46D43B30E68}" dt="2025-12-13T22:22:32.766" v="11216"/>
        <pc:sldMkLst>
          <pc:docMk/>
          <pc:sldMk cId="2587523483" sldId="837"/>
        </pc:sldMkLst>
        <pc:spChg chg="mod">
          <ac:chgData name="Tal R." userId="03e9e69c0e8a7741" providerId="LiveId" clId="{012321CB-D30F-40A1-894C-E46D43B30E68}" dt="2025-12-13T22:19:04.230" v="11202"/>
          <ac:spMkLst>
            <pc:docMk/>
            <pc:sldMk cId="2587523483" sldId="837"/>
            <ac:spMk id="2" creationId="{CE47CF43-FE6E-B189-B765-859331D04D3D}"/>
          </ac:spMkLst>
        </pc:spChg>
        <pc:spChg chg="add del">
          <ac:chgData name="Tal R." userId="03e9e69c0e8a7741" providerId="LiveId" clId="{012321CB-D30F-40A1-894C-E46D43B30E68}" dt="2025-12-13T22:16:12.679" v="11142" actId="22"/>
          <ac:spMkLst>
            <pc:docMk/>
            <pc:sldMk cId="2587523483" sldId="837"/>
            <ac:spMk id="5" creationId="{244F3DD2-9D9E-FEE4-58A8-7F2876CA03CB}"/>
          </ac:spMkLst>
        </pc:spChg>
        <pc:spChg chg="add mod">
          <ac:chgData name="Tal R." userId="03e9e69c0e8a7741" providerId="LiveId" clId="{012321CB-D30F-40A1-894C-E46D43B30E68}" dt="2025-12-13T22:19:45.652" v="11209" actId="1076"/>
          <ac:spMkLst>
            <pc:docMk/>
            <pc:sldMk cId="2587523483" sldId="837"/>
            <ac:spMk id="7" creationId="{650CDB93-8FBD-E13C-933B-A10D8340FDE9}"/>
          </ac:spMkLst>
        </pc:spChg>
        <pc:spChg chg="del">
          <ac:chgData name="Tal R." userId="03e9e69c0e8a7741" providerId="LiveId" clId="{012321CB-D30F-40A1-894C-E46D43B30E68}" dt="2025-12-13T22:15:32.817" v="11140" actId="478"/>
          <ac:spMkLst>
            <pc:docMk/>
            <pc:sldMk cId="2587523483" sldId="837"/>
            <ac:spMk id="9" creationId="{34A69ECA-3861-AE52-F52F-BC4336A6A6F5}"/>
          </ac:spMkLst>
        </pc:spChg>
        <pc:spChg chg="del">
          <ac:chgData name="Tal R." userId="03e9e69c0e8a7741" providerId="LiveId" clId="{012321CB-D30F-40A1-894C-E46D43B30E68}" dt="2025-12-13T22:15:30.053" v="11139" actId="478"/>
          <ac:spMkLst>
            <pc:docMk/>
            <pc:sldMk cId="2587523483" sldId="837"/>
            <ac:spMk id="13" creationId="{95AA7564-2E06-B8C6-CF12-017E89C3BD43}"/>
          </ac:spMkLst>
        </pc:spChg>
      </pc:sldChg>
      <pc:sldChg chg="addSp delSp modSp add mod modAnim">
        <pc:chgData name="Tal R." userId="03e9e69c0e8a7741" providerId="LiveId" clId="{012321CB-D30F-40A1-894C-E46D43B30E68}" dt="2025-12-13T22:36:00.935" v="11477" actId="14100"/>
        <pc:sldMkLst>
          <pc:docMk/>
          <pc:sldMk cId="3355034965" sldId="838"/>
        </pc:sldMkLst>
        <pc:spChg chg="mod">
          <ac:chgData name="Tal R." userId="03e9e69c0e8a7741" providerId="LiveId" clId="{012321CB-D30F-40A1-894C-E46D43B30E68}" dt="2025-12-13T22:27:40.268" v="11248" actId="20577"/>
          <ac:spMkLst>
            <pc:docMk/>
            <pc:sldMk cId="3355034965" sldId="838"/>
            <ac:spMk id="2" creationId="{DDBFE5C7-554F-9538-23F2-B67C3D874EF6}"/>
          </ac:spMkLst>
        </pc:spChg>
        <pc:spChg chg="add mod">
          <ac:chgData name="Tal R." userId="03e9e69c0e8a7741" providerId="LiveId" clId="{012321CB-D30F-40A1-894C-E46D43B30E68}" dt="2025-12-13T22:36:00.935" v="11477" actId="14100"/>
          <ac:spMkLst>
            <pc:docMk/>
            <pc:sldMk cId="3355034965" sldId="838"/>
            <ac:spMk id="3" creationId="{27FE4E63-CD65-54A2-EB0D-E128654D844B}"/>
          </ac:spMkLst>
        </pc:spChg>
        <pc:picChg chg="del">
          <ac:chgData name="Tal R." userId="03e9e69c0e8a7741" providerId="LiveId" clId="{012321CB-D30F-40A1-894C-E46D43B30E68}" dt="2025-12-13T22:27:17.015" v="11229" actId="478"/>
          <ac:picMkLst>
            <pc:docMk/>
            <pc:sldMk cId="3355034965" sldId="838"/>
            <ac:picMk id="12290" creationId="{016834C8-E4AA-7142-DEBF-6F2A4FD39EFD}"/>
          </ac:picMkLst>
        </pc:picChg>
        <pc:picChg chg="add del mod">
          <ac:chgData name="Tal R." userId="03e9e69c0e8a7741" providerId="LiveId" clId="{012321CB-D30F-40A1-894C-E46D43B30E68}" dt="2025-12-13T22:30:15.316" v="11347" actId="478"/>
          <ac:picMkLst>
            <pc:docMk/>
            <pc:sldMk cId="3355034965" sldId="838"/>
            <ac:picMk id="13314" creationId="{34C826BB-6116-8C9E-9C8C-A718CEEBB875}"/>
          </ac:picMkLst>
        </pc:picChg>
      </pc:sldChg>
      <pc:sldChg chg="modSp add mod">
        <pc:chgData name="Tal R." userId="03e9e69c0e8a7741" providerId="LiveId" clId="{012321CB-D30F-40A1-894C-E46D43B30E68}" dt="2025-12-13T22:35:50.537" v="11476" actId="14100"/>
        <pc:sldMkLst>
          <pc:docMk/>
          <pc:sldMk cId="2749161567" sldId="839"/>
        </pc:sldMkLst>
        <pc:spChg chg="mod">
          <ac:chgData name="Tal R." userId="03e9e69c0e8a7741" providerId="LiveId" clId="{012321CB-D30F-40A1-894C-E46D43B30E68}" dt="2025-12-13T22:35:50.537" v="11476" actId="14100"/>
          <ac:spMkLst>
            <pc:docMk/>
            <pc:sldMk cId="2749161567" sldId="839"/>
            <ac:spMk id="3" creationId="{4060D8C3-22E3-6137-32BB-E50221955444}"/>
          </ac:spMkLst>
        </pc:spChg>
      </pc:sldChg>
      <pc:sldChg chg="modSp add mod ord modAnim">
        <pc:chgData name="Tal R." userId="03e9e69c0e8a7741" providerId="LiveId" clId="{012321CB-D30F-40A1-894C-E46D43B30E68}" dt="2025-12-13T23:35:48.801" v="12985" actId="20577"/>
        <pc:sldMkLst>
          <pc:docMk/>
          <pc:sldMk cId="1136815787" sldId="840"/>
        </pc:sldMkLst>
        <pc:spChg chg="mod">
          <ac:chgData name="Tal R." userId="03e9e69c0e8a7741" providerId="LiveId" clId="{012321CB-D30F-40A1-894C-E46D43B30E68}" dt="2025-12-13T23:35:48.801" v="12985" actId="20577"/>
          <ac:spMkLst>
            <pc:docMk/>
            <pc:sldMk cId="1136815787" sldId="840"/>
            <ac:spMk id="3" creationId="{3EEE216F-2974-E427-BEB5-6ACC60466C42}"/>
          </ac:spMkLst>
        </pc:spChg>
      </pc:sldChg>
      <pc:sldChg chg="addSp delSp modSp add mod delAnim">
        <pc:chgData name="Tal R." userId="03e9e69c0e8a7741" providerId="LiveId" clId="{012321CB-D30F-40A1-894C-E46D43B30E68}" dt="2025-12-13T22:42:57.925" v="11657" actId="1076"/>
        <pc:sldMkLst>
          <pc:docMk/>
          <pc:sldMk cId="2080087643" sldId="841"/>
        </pc:sldMkLst>
        <pc:spChg chg="del">
          <ac:chgData name="Tal R." userId="03e9e69c0e8a7741" providerId="LiveId" clId="{012321CB-D30F-40A1-894C-E46D43B30E68}" dt="2025-12-13T22:42:07.805" v="11647" actId="478"/>
          <ac:spMkLst>
            <pc:docMk/>
            <pc:sldMk cId="2080087643" sldId="841"/>
            <ac:spMk id="3" creationId="{F665D7AF-CCE3-354A-E1C5-5FEE71285DCC}"/>
          </ac:spMkLst>
        </pc:spChg>
        <pc:spChg chg="add del mod">
          <ac:chgData name="Tal R." userId="03e9e69c0e8a7741" providerId="LiveId" clId="{012321CB-D30F-40A1-894C-E46D43B30E68}" dt="2025-12-13T22:42:10.641" v="11648" actId="478"/>
          <ac:spMkLst>
            <pc:docMk/>
            <pc:sldMk cId="2080087643" sldId="841"/>
            <ac:spMk id="6" creationId="{38942DB0-F80D-625D-CB24-3B4DE801595A}"/>
          </ac:spMkLst>
        </pc:spChg>
        <pc:picChg chg="add mod">
          <ac:chgData name="Tal R." userId="03e9e69c0e8a7741" providerId="LiveId" clId="{012321CB-D30F-40A1-894C-E46D43B30E68}" dt="2025-12-13T22:42:57.925" v="11657" actId="1076"/>
          <ac:picMkLst>
            <pc:docMk/>
            <pc:sldMk cId="2080087643" sldId="841"/>
            <ac:picMk id="15362" creationId="{2E700AC8-5B01-56D8-BDFD-468646EF6A3B}"/>
          </ac:picMkLst>
        </pc:picChg>
      </pc:sldChg>
      <pc:sldChg chg="modSp add mod ord modAnim">
        <pc:chgData name="Tal R." userId="03e9e69c0e8a7741" providerId="LiveId" clId="{012321CB-D30F-40A1-894C-E46D43B30E68}" dt="2025-12-13T23:04:14.204" v="12134" actId="20577"/>
        <pc:sldMkLst>
          <pc:docMk/>
          <pc:sldMk cId="298867497" sldId="842"/>
        </pc:sldMkLst>
        <pc:spChg chg="mod">
          <ac:chgData name="Tal R." userId="03e9e69c0e8a7741" providerId="LiveId" clId="{012321CB-D30F-40A1-894C-E46D43B30E68}" dt="2025-12-13T23:04:14.204" v="12134" actId="20577"/>
          <ac:spMkLst>
            <pc:docMk/>
            <pc:sldMk cId="298867497" sldId="842"/>
            <ac:spMk id="3" creationId="{1004A490-B207-7045-0683-B5B14DEA2C56}"/>
          </ac:spMkLst>
        </pc:spChg>
      </pc:sldChg>
      <pc:sldChg chg="add del">
        <pc:chgData name="Tal R." userId="03e9e69c0e8a7741" providerId="LiveId" clId="{012321CB-D30F-40A1-894C-E46D43B30E68}" dt="2025-12-13T22:43:56.381" v="11659" actId="2890"/>
        <pc:sldMkLst>
          <pc:docMk/>
          <pc:sldMk cId="366169820" sldId="842"/>
        </pc:sldMkLst>
      </pc:sldChg>
      <pc:sldChg chg="add del">
        <pc:chgData name="Tal R." userId="03e9e69c0e8a7741" providerId="LiveId" clId="{012321CB-D30F-40A1-894C-E46D43B30E68}" dt="2025-12-13T23:09:47.388" v="12294" actId="2890"/>
        <pc:sldMkLst>
          <pc:docMk/>
          <pc:sldMk cId="118916352" sldId="843"/>
        </pc:sldMkLst>
      </pc:sldChg>
      <pc:sldChg chg="addSp modSp add modAnim">
        <pc:chgData name="Tal R." userId="03e9e69c0e8a7741" providerId="LiveId" clId="{012321CB-D30F-40A1-894C-E46D43B30E68}" dt="2025-12-13T23:22:37.790" v="12532" actId="20577"/>
        <pc:sldMkLst>
          <pc:docMk/>
          <pc:sldMk cId="359760405" sldId="843"/>
        </pc:sldMkLst>
        <pc:spChg chg="mod">
          <ac:chgData name="Tal R." userId="03e9e69c0e8a7741" providerId="LiveId" clId="{012321CB-D30F-40A1-894C-E46D43B30E68}" dt="2025-12-13T23:22:37.790" v="12532" actId="20577"/>
          <ac:spMkLst>
            <pc:docMk/>
            <pc:sldMk cId="359760405" sldId="843"/>
            <ac:spMk id="3" creationId="{73A47B1A-B9E7-FA3A-7F2E-EAE64936FCE1}"/>
          </ac:spMkLst>
        </pc:spChg>
        <pc:picChg chg="add mod">
          <ac:chgData name="Tal R." userId="03e9e69c0e8a7741" providerId="LiveId" clId="{012321CB-D30F-40A1-894C-E46D43B30E68}" dt="2025-12-13T23:13:02.229" v="12505" actId="1076"/>
          <ac:picMkLst>
            <pc:docMk/>
            <pc:sldMk cId="359760405" sldId="843"/>
            <ac:picMk id="16386" creationId="{64E31F9F-F12A-3DDA-685A-A89BD4481AFA}"/>
          </ac:picMkLst>
        </pc:picChg>
      </pc:sldChg>
      <pc:sldChg chg="addSp delSp modSp add mod ord modAnim">
        <pc:chgData name="Tal R." userId="03e9e69c0e8a7741" providerId="LiveId" clId="{012321CB-D30F-40A1-894C-E46D43B30E68}" dt="2025-12-14T00:02:46.084" v="13058" actId="1076"/>
        <pc:sldMkLst>
          <pc:docMk/>
          <pc:sldMk cId="704229569" sldId="844"/>
        </pc:sldMkLst>
        <pc:spChg chg="mod">
          <ac:chgData name="Tal R." userId="03e9e69c0e8a7741" providerId="LiveId" clId="{012321CB-D30F-40A1-894C-E46D43B30E68}" dt="2025-12-14T00:02:37.298" v="13057" actId="20577"/>
          <ac:spMkLst>
            <pc:docMk/>
            <pc:sldMk cId="704229569" sldId="844"/>
            <ac:spMk id="3" creationId="{1B0F7982-AFAF-A8B0-227C-EE126C2A381A}"/>
          </ac:spMkLst>
        </pc:spChg>
        <pc:spChg chg="add">
          <ac:chgData name="Tal R." userId="03e9e69c0e8a7741" providerId="LiveId" clId="{012321CB-D30F-40A1-894C-E46D43B30E68}" dt="2025-12-13T23:37:49.344" v="12986"/>
          <ac:spMkLst>
            <pc:docMk/>
            <pc:sldMk cId="704229569" sldId="844"/>
            <ac:spMk id="5" creationId="{88388D69-0755-A390-F4DF-181629F725AA}"/>
          </ac:spMkLst>
        </pc:spChg>
        <pc:spChg chg="add">
          <ac:chgData name="Tal R." userId="03e9e69c0e8a7741" providerId="LiveId" clId="{012321CB-D30F-40A1-894C-E46D43B30E68}" dt="2025-12-13T23:41:05.001" v="13019"/>
          <ac:spMkLst>
            <pc:docMk/>
            <pc:sldMk cId="704229569" sldId="844"/>
            <ac:spMk id="7" creationId="{9D08583D-EE24-3493-97A6-4DF18FA6625C}"/>
          </ac:spMkLst>
        </pc:spChg>
        <pc:spChg chg="add">
          <ac:chgData name="Tal R." userId="03e9e69c0e8a7741" providerId="LiveId" clId="{012321CB-D30F-40A1-894C-E46D43B30E68}" dt="2025-12-13T23:50:53.146" v="13025"/>
          <ac:spMkLst>
            <pc:docMk/>
            <pc:sldMk cId="704229569" sldId="844"/>
            <ac:spMk id="9" creationId="{43A40EA1-0887-D4E9-55B9-F0EC69613546}"/>
          </ac:spMkLst>
        </pc:spChg>
        <pc:spChg chg="add">
          <ac:chgData name="Tal R." userId="03e9e69c0e8a7741" providerId="LiveId" clId="{012321CB-D30F-40A1-894C-E46D43B30E68}" dt="2025-12-14T00:01:57.244" v="13034"/>
          <ac:spMkLst>
            <pc:docMk/>
            <pc:sldMk cId="704229569" sldId="844"/>
            <ac:spMk id="11" creationId="{D4FBACA7-D690-2BFF-2F60-1D881ABB3A3B}"/>
          </ac:spMkLst>
        </pc:spChg>
        <pc:picChg chg="add del mod">
          <ac:chgData name="Tal R." userId="03e9e69c0e8a7741" providerId="LiveId" clId="{012321CB-D30F-40A1-894C-E46D43B30E68}" dt="2025-12-13T23:40:08.329" v="12990" actId="478"/>
          <ac:picMkLst>
            <pc:docMk/>
            <pc:sldMk cId="704229569" sldId="844"/>
            <ac:picMk id="6" creationId="{C953ECC8-7AB2-8837-D48F-0B2ED3A33967}"/>
          </ac:picMkLst>
        </pc:picChg>
        <pc:picChg chg="add mod">
          <ac:chgData name="Tal R." userId="03e9e69c0e8a7741" providerId="LiveId" clId="{012321CB-D30F-40A1-894C-E46D43B30E68}" dt="2025-12-13T23:41:20.764" v="13024" actId="14100"/>
          <ac:picMkLst>
            <pc:docMk/>
            <pc:sldMk cId="704229569" sldId="844"/>
            <ac:picMk id="8" creationId="{E89D9D56-4BE6-0042-2176-AE9BF0166708}"/>
          </ac:picMkLst>
        </pc:picChg>
        <pc:picChg chg="add del mod">
          <ac:chgData name="Tal R." userId="03e9e69c0e8a7741" providerId="LiveId" clId="{012321CB-D30F-40A1-894C-E46D43B30E68}" dt="2025-12-13T23:51:12.469" v="13032" actId="478"/>
          <ac:picMkLst>
            <pc:docMk/>
            <pc:sldMk cId="704229569" sldId="844"/>
            <ac:picMk id="10" creationId="{D9F0FB29-744A-4D8A-0F08-212CE1DF1F04}"/>
          </ac:picMkLst>
        </pc:picChg>
        <pc:picChg chg="add mod modCrop">
          <ac:chgData name="Tal R." userId="03e9e69c0e8a7741" providerId="LiveId" clId="{012321CB-D30F-40A1-894C-E46D43B30E68}" dt="2025-12-14T00:02:46.084" v="13058" actId="1076"/>
          <ac:picMkLst>
            <pc:docMk/>
            <pc:sldMk cId="704229569" sldId="844"/>
            <ac:picMk id="12" creationId="{DDBFE9C3-3856-2392-ABC4-D9A679D8792A}"/>
          </ac:picMkLst>
        </pc:picChg>
      </pc:sldChg>
      <pc:sldChg chg="addSp delSp modSp add mod modAnim">
        <pc:chgData name="Tal R." userId="03e9e69c0e8a7741" providerId="LiveId" clId="{012321CB-D30F-40A1-894C-E46D43B30E68}" dt="2025-12-14T07:14:19.680" v="13091" actId="1076"/>
        <pc:sldMkLst>
          <pc:docMk/>
          <pc:sldMk cId="601387882" sldId="845"/>
        </pc:sldMkLst>
        <pc:spChg chg="mod">
          <ac:chgData name="Tal R." userId="03e9e69c0e8a7741" providerId="LiveId" clId="{012321CB-D30F-40A1-894C-E46D43B30E68}" dt="2025-12-14T07:13:32.987" v="13076" actId="20577"/>
          <ac:spMkLst>
            <pc:docMk/>
            <pc:sldMk cId="601387882" sldId="845"/>
            <ac:spMk id="2" creationId="{3ADC3564-2E02-CB7F-98B9-50F2044036A3}"/>
          </ac:spMkLst>
        </pc:spChg>
        <pc:spChg chg="mod">
          <ac:chgData name="Tal R." userId="03e9e69c0e8a7741" providerId="LiveId" clId="{012321CB-D30F-40A1-894C-E46D43B30E68}" dt="2025-12-14T07:14:16.801" v="13090" actId="1076"/>
          <ac:spMkLst>
            <pc:docMk/>
            <pc:sldMk cId="601387882" sldId="845"/>
            <ac:spMk id="3" creationId="{29E5EE19-3C57-6AAC-70B8-0AF3DE938338}"/>
          </ac:spMkLst>
        </pc:spChg>
        <pc:spChg chg="add">
          <ac:chgData name="Tal R." userId="03e9e69c0e8a7741" providerId="LiveId" clId="{012321CB-D30F-40A1-894C-E46D43B30E68}" dt="2025-12-14T07:13:38.592" v="13078"/>
          <ac:spMkLst>
            <pc:docMk/>
            <pc:sldMk cId="601387882" sldId="845"/>
            <ac:spMk id="4" creationId="{F79DB46A-E335-C8F6-8F7B-D7AA3A83A343}"/>
          </ac:spMkLst>
        </pc:spChg>
        <pc:picChg chg="add mod">
          <ac:chgData name="Tal R." userId="03e9e69c0e8a7741" providerId="LiveId" clId="{012321CB-D30F-40A1-894C-E46D43B30E68}" dt="2025-12-14T07:14:19.680" v="13091" actId="1076"/>
          <ac:picMkLst>
            <pc:docMk/>
            <pc:sldMk cId="601387882" sldId="845"/>
            <ac:picMk id="5" creationId="{3F927ACB-B5D1-2E83-DC71-ABA21B9493FA}"/>
          </ac:picMkLst>
        </pc:picChg>
        <pc:picChg chg="del">
          <ac:chgData name="Tal R." userId="03e9e69c0e8a7741" providerId="LiveId" clId="{012321CB-D30F-40A1-894C-E46D43B30E68}" dt="2025-12-14T07:13:37.057" v="13077" actId="478"/>
          <ac:picMkLst>
            <pc:docMk/>
            <pc:sldMk cId="601387882" sldId="845"/>
            <ac:picMk id="3074" creationId="{FC9EC1D6-55DE-8D79-EFA0-6940CD19CF5D}"/>
          </ac:picMkLst>
        </pc:picChg>
      </pc:sldChg>
      <pc:sldChg chg="modSp add del mod modAnim">
        <pc:chgData name="Tal R." userId="03e9e69c0e8a7741" providerId="LiveId" clId="{012321CB-D30F-40A1-894C-E46D43B30E68}" dt="2025-12-13T15:51:49.750" v="6880" actId="47"/>
        <pc:sldMkLst>
          <pc:docMk/>
          <pc:sldMk cId="922941981" sldId="867"/>
        </pc:sldMkLst>
      </pc:sldChg>
      <pc:sldChg chg="modSp add del mod modAnim">
        <pc:chgData name="Tal R." userId="03e9e69c0e8a7741" providerId="LiveId" clId="{012321CB-D30F-40A1-894C-E46D43B30E68}" dt="2025-12-13T15:51:49.750" v="6880" actId="47"/>
        <pc:sldMkLst>
          <pc:docMk/>
          <pc:sldMk cId="3639456028" sldId="868"/>
        </pc:sldMkLst>
      </pc:sldChg>
      <pc:sldChg chg="modSp add del modAnim">
        <pc:chgData name="Tal R." userId="03e9e69c0e8a7741" providerId="LiveId" clId="{012321CB-D30F-40A1-894C-E46D43B30E68}" dt="2025-12-13T15:51:49.750" v="6880" actId="47"/>
        <pc:sldMkLst>
          <pc:docMk/>
          <pc:sldMk cId="2718030792" sldId="869"/>
        </pc:sldMkLst>
      </pc:sldChg>
      <pc:sldChg chg="modSp add del mod">
        <pc:chgData name="Tal R." userId="03e9e69c0e8a7741" providerId="LiveId" clId="{012321CB-D30F-40A1-894C-E46D43B30E68}" dt="2025-12-13T15:51:49.750" v="6880" actId="47"/>
        <pc:sldMkLst>
          <pc:docMk/>
          <pc:sldMk cId="3315852827" sldId="870"/>
        </pc:sldMkLst>
      </pc:sldChg>
      <pc:sldChg chg="addSp delSp modSp add del mod modAnim">
        <pc:chgData name="Tal R." userId="03e9e69c0e8a7741" providerId="LiveId" clId="{012321CB-D30F-40A1-894C-E46D43B30E68}" dt="2025-12-13T15:51:49.750" v="6880" actId="47"/>
        <pc:sldMkLst>
          <pc:docMk/>
          <pc:sldMk cId="1233869878" sldId="871"/>
        </pc:sldMkLst>
      </pc:sldChg>
      <pc:sldMasterChg chg="delSldLayout">
        <pc:chgData name="Tal R." userId="03e9e69c0e8a7741" providerId="LiveId" clId="{012321CB-D30F-40A1-894C-E46D43B30E68}" dt="2025-12-06T18:39:56.701" v="5287" actId="47"/>
        <pc:sldMasterMkLst>
          <pc:docMk/>
          <pc:sldMasterMk cId="443307082" sldId="2147483648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86FBB33-3A7B-FD1A-B843-871C484E72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 dirty="0">
              <a:latin typeface="Calibri" panose="020F050202020403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011B8-0A54-70FB-27EE-859898B6D4D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F6DF34-C585-4C12-B178-D0C47CBC4446}" type="datetimeFigureOut">
              <a:rPr lang="en-IL" smtClean="0">
                <a:latin typeface="Calibri" panose="020F0502020204030204" pitchFamily="34" charset="0"/>
              </a:rPr>
              <a:t>12/14/2025</a:t>
            </a:fld>
            <a:endParaRPr lang="en-IL" dirty="0">
              <a:latin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2E307D-D58C-B4B0-EA84-20C9CE1875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 dirty="0">
              <a:latin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E60314-03A1-2682-2FD8-AF8F93F321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66A7A-8D44-413F-979F-54C810EDD798}" type="slidenum">
              <a:rPr lang="en-IL" smtClean="0">
                <a:latin typeface="Calibri" panose="020F0502020204030204" pitchFamily="34" charset="0"/>
              </a:rPr>
              <a:t>‹#›</a:t>
            </a:fld>
            <a:endParaRPr lang="en-IL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19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LID4096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45E4470E-428A-49A2-9F21-2FC2656C022F}" type="datetimeFigureOut">
              <a:rPr lang="LID4096" smtClean="0"/>
              <a:pPr/>
              <a:t>12/14/2025</a:t>
            </a:fld>
            <a:endParaRPr lang="LID4096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23455DA9-2505-44F6-AA4C-A32366DA151B}" type="slidenum">
              <a:rPr lang="LID4096" smtClean="0"/>
              <a:pPr/>
              <a:t>‹#›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744179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e-IL" dirty="0"/>
              <a:t>מארח: הישות שאליה “מגיעים” ברשת, אבל השירות עצמו הוא תהליך שרץ עליו</a:t>
            </a:r>
          </a:p>
          <a:p>
            <a:pPr marL="171450" marR="0" lvl="0" indent="-1714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e-IL" dirty="0"/>
              <a:t>כתובת </a:t>
            </a:r>
            <a:r>
              <a:rPr lang="en-US" dirty="0"/>
              <a:t>IP</a:t>
            </a:r>
            <a:r>
              <a:rPr lang="he-IL" dirty="0"/>
              <a:t>: מזהה את המארח ברמת הרשת, לא את התהליך הספציפי</a:t>
            </a:r>
          </a:p>
          <a:p>
            <a:pPr marL="171450" marR="0" lvl="0" indent="-1714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Port</a:t>
            </a:r>
            <a:r>
              <a:rPr lang="he-IL" dirty="0"/>
              <a:t>: “דלת” לשירות במארח; אותו מארח יכול להחזיק הרבה פורטים במקביל</a:t>
            </a:r>
          </a:p>
          <a:p>
            <a:pPr marL="171450" marR="0" lvl="0" indent="-1714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Socket</a:t>
            </a:r>
            <a:r>
              <a:rPr lang="he-IL" dirty="0"/>
              <a:t>: אובייקט תכנותי שמייצג נק' קצה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55DA9-2505-44F6-AA4C-A32366DA151B}" type="slidenum">
              <a:rPr lang="LID4096" smtClean="0"/>
              <a:pPr/>
              <a:t>20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1107282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A0B62-2C00-CCDF-3A9E-0C05C3B24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9147BD-5D38-95AD-FD41-CC2904262A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4D6FA0-4848-6BB7-B980-D5EACEB597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e-IL" dirty="0"/>
              <a:t>מארח: הישות שאליה “מגיעים” ברשת, אבל השירות עצמו הוא תהליך שרץ עליו</a:t>
            </a:r>
          </a:p>
          <a:p>
            <a:pPr marL="171450" marR="0" lvl="0" indent="-1714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e-IL" dirty="0"/>
              <a:t>כתובת </a:t>
            </a:r>
            <a:r>
              <a:rPr lang="en-US" dirty="0"/>
              <a:t>IP</a:t>
            </a:r>
            <a:r>
              <a:rPr lang="he-IL" dirty="0"/>
              <a:t>: מזהה את המארח ברמת הרשת, לא את התהליך הספציפי</a:t>
            </a:r>
          </a:p>
          <a:p>
            <a:pPr marL="171450" marR="0" lvl="0" indent="-1714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Port</a:t>
            </a:r>
            <a:r>
              <a:rPr lang="he-IL" dirty="0"/>
              <a:t>: “דלת” לשירות במארח; אותו מארח יכול להחזיק הרבה פורטים במקביל</a:t>
            </a:r>
          </a:p>
          <a:p>
            <a:pPr marL="171450" marR="0" lvl="0" indent="-1714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Socket</a:t>
            </a:r>
            <a:r>
              <a:rPr lang="he-IL" dirty="0"/>
              <a:t>: אובייקט תכנותי שמייצג נק' קצה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87157-8FE2-D776-2E21-EAEF689CFD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55DA9-2505-44F6-AA4C-A32366DA151B}" type="slidenum">
              <a:rPr lang="LID4096" smtClean="0"/>
              <a:pPr/>
              <a:t>21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5934547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A2C86-7216-DEDD-2EC0-039A94FF0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BEC363-27E0-F4F0-E71F-0C1E794FEA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58D993-15E0-7DBB-A055-3FC0F8360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e-IL" dirty="0"/>
              <a:t>מארח: הישות שאליה “מגיעים” ברשת, אבל השירות עצמו הוא תהליך שרץ עליו</a:t>
            </a:r>
          </a:p>
          <a:p>
            <a:pPr marL="171450" marR="0" lvl="0" indent="-1714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e-IL" dirty="0"/>
              <a:t>כתובת </a:t>
            </a:r>
            <a:r>
              <a:rPr lang="en-US" dirty="0"/>
              <a:t>IP</a:t>
            </a:r>
            <a:r>
              <a:rPr lang="he-IL" dirty="0"/>
              <a:t>: מזהה את המארח ברמת הרשת, לא את התהליך הספציפי</a:t>
            </a:r>
          </a:p>
          <a:p>
            <a:pPr marL="171450" marR="0" lvl="0" indent="-1714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Port</a:t>
            </a:r>
            <a:r>
              <a:rPr lang="he-IL" dirty="0"/>
              <a:t>: “דלת” לשירות במארח; אותו מארח יכול להחזיק הרבה פורטים במקביל</a:t>
            </a:r>
          </a:p>
          <a:p>
            <a:pPr marL="171450" marR="0" lvl="0" indent="-1714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Socket</a:t>
            </a:r>
            <a:r>
              <a:rPr lang="he-IL" dirty="0"/>
              <a:t>: אובייקט תכנותי שמייצג נק' קצה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F0CDA-C9D8-1B90-AB77-B51A7EEC5B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55DA9-2505-44F6-AA4C-A32366DA151B}" type="slidenum">
              <a:rPr lang="LID4096" smtClean="0"/>
              <a:pPr/>
              <a:t>22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923094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7F156-3332-79CD-CE3A-0EA3324F9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9D0853-A6CB-3491-5F90-48FE26D341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AE0B0B-366B-B7C0-9D85-4CA2C0C75C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e-IL" dirty="0"/>
              <a:t>מארח: הישות שאליה “מגיעים” ברשת, אבל השירות עצמו הוא תהליך שרץ עליו</a:t>
            </a:r>
          </a:p>
          <a:p>
            <a:pPr marL="171450" marR="0" lvl="0" indent="-1714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e-IL" dirty="0"/>
              <a:t>כתובת </a:t>
            </a:r>
            <a:r>
              <a:rPr lang="en-US" dirty="0"/>
              <a:t>IP</a:t>
            </a:r>
            <a:r>
              <a:rPr lang="he-IL" dirty="0"/>
              <a:t>: מזהה את המארח ברמת הרשת, לא את התהליך הספציפי</a:t>
            </a:r>
          </a:p>
          <a:p>
            <a:pPr marL="171450" marR="0" lvl="0" indent="-1714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Port</a:t>
            </a:r>
            <a:r>
              <a:rPr lang="he-IL" dirty="0"/>
              <a:t>: “דלת” לשירות במארח; אותו מארח יכול להחזיק הרבה פורטים במקביל</a:t>
            </a:r>
          </a:p>
          <a:p>
            <a:pPr marL="171450" marR="0" lvl="0" indent="-1714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Socket</a:t>
            </a:r>
            <a:r>
              <a:rPr lang="he-IL" dirty="0"/>
              <a:t>: אובייקט תכנותי שמייצג נק' קצה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66799-FFF3-C84A-AAA7-839ABC94C5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55DA9-2505-44F6-AA4C-A32366DA151B}" type="slidenum">
              <a:rPr lang="LID4096" smtClean="0"/>
              <a:pPr/>
              <a:t>23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9164820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D8806-EC77-1B10-4438-B53955FC6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D9AB2C-0C7F-BF4B-3C13-CA86E0926F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52E049-BDC1-5DDB-4CDE-ACAD59128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e-IL" dirty="0"/>
              <a:t>מארח: הישות שאליה “מגיעים” ברשת, אבל השירות עצמו הוא תהליך שרץ עליו</a:t>
            </a:r>
          </a:p>
          <a:p>
            <a:pPr marL="171450" marR="0" lvl="0" indent="-1714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e-IL" dirty="0"/>
              <a:t>כתובת </a:t>
            </a:r>
            <a:r>
              <a:rPr lang="en-US" dirty="0"/>
              <a:t>IP</a:t>
            </a:r>
            <a:r>
              <a:rPr lang="he-IL" dirty="0"/>
              <a:t>: מזהה את המארח ברמת הרשת, לא את התהליך הספציפי</a:t>
            </a:r>
          </a:p>
          <a:p>
            <a:pPr marL="171450" marR="0" lvl="0" indent="-1714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Port</a:t>
            </a:r>
            <a:r>
              <a:rPr lang="he-IL" dirty="0"/>
              <a:t>: “דלת” לשירות במארח; אותו מארח יכול להחזיק הרבה פורטים במקביל</a:t>
            </a:r>
          </a:p>
          <a:p>
            <a:pPr marL="171450" marR="0" lvl="0" indent="-17145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Socket</a:t>
            </a:r>
            <a:r>
              <a:rPr lang="he-IL" dirty="0"/>
              <a:t>: אובייקט תכנותי שמייצג נק' קצה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55D04-9496-6310-1C94-B1757BA640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55DA9-2505-44F6-AA4C-A32366DA151B}" type="slidenum">
              <a:rPr lang="LID4096" smtClean="0"/>
              <a:pPr/>
              <a:t>28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884629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B2F18ED-7451-038C-1D76-A9F0FDCAE0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94726" y="818971"/>
            <a:ext cx="7067314" cy="554894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63AC67B-A509-166B-C5CC-2EF767155503}"/>
              </a:ext>
            </a:extLst>
          </p:cNvPr>
          <p:cNvSpPr/>
          <p:nvPr userDrawn="1"/>
        </p:nvSpPr>
        <p:spPr>
          <a:xfrm>
            <a:off x="3304148" y="4845696"/>
            <a:ext cx="5245347" cy="923330"/>
          </a:xfrm>
          <a:prstGeom prst="rect">
            <a:avLst/>
          </a:prstGeom>
          <a:noFill/>
        </p:spPr>
        <p:txBody>
          <a:bodyPr wrap="none" lIns="91440" tIns="45720" rIns="91440" bIns="45720" anchor="ctr" anchorCtr="0">
            <a:spAutoFit/>
          </a:bodyPr>
          <a:lstStyle/>
          <a:p>
            <a:pPr algn="ctr"/>
            <a:r>
              <a:rPr lang="he-IL" sz="5400" b="0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Calibri" panose="020F0502020204030204" pitchFamily="34" charset="0"/>
              </a:rPr>
              <a:t>קורס תכנות מערכות</a:t>
            </a:r>
            <a:endParaRPr lang="LID4096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CourseTitle" descr="Slide title in Hebrew">
            <a:extLst>
              <a:ext uri="{FF2B5EF4-FFF2-40B4-BE49-F238E27FC236}">
                <a16:creationId xmlns:a16="http://schemas.microsoft.com/office/drawing/2014/main" id="{75400D95-AE9F-826B-7C3A-A9F2F1391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960" y="549275"/>
            <a:ext cx="7667536" cy="2789724"/>
          </a:xfrm>
          <a:prstGeom prst="rect">
            <a:avLst/>
          </a:prstGeom>
        </p:spPr>
        <p:txBody>
          <a:bodyPr wrap="none" tIns="0" bIns="0" anchor="ctr" anchorCtr="0">
            <a:normAutofit/>
          </a:bodyPr>
          <a:lstStyle>
            <a:lvl1pPr algn="r" rtl="1">
              <a:defRPr lang="he-IL" sz="9600" b="1" kern="1200" dirty="0">
                <a:ln w="12700">
                  <a:solidFill>
                    <a:srgbClr val="525252">
                      <a:alpha val="99000"/>
                    </a:srgbClr>
                  </a:solidFill>
                  <a:prstDash val="solid"/>
                </a:ln>
                <a:pattFill prst="narHorz">
                  <a:fgClr>
                    <a:schemeClr val="accent1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algn="r" rtl="1"/>
            <a:endParaRPr lang="he-IL" sz="60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7145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HebrewTitle" descr="Slide title in Hebrew">
            <a:extLst>
              <a:ext uri="{FF2B5EF4-FFF2-40B4-BE49-F238E27FC236}">
                <a16:creationId xmlns:a16="http://schemas.microsoft.com/office/drawing/2014/main" id="{36E91B60-7897-7630-1583-F7AB58541E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1395" y="458966"/>
            <a:ext cx="7740652" cy="720009"/>
          </a:xfrm>
          <a:prstGeom prst="rect">
            <a:avLst/>
          </a:prstGeom>
        </p:spPr>
        <p:txBody>
          <a:bodyPr wrap="none" tIns="0" bIns="0" anchor="ctr" anchorCtr="0">
            <a:normAutofit/>
          </a:bodyPr>
          <a:lstStyle>
            <a:lvl1pPr algn="r" rtl="1">
              <a:defRPr lang="he-IL" sz="6000" b="1" kern="1200" dirty="0">
                <a:ln w="12700">
                  <a:solidFill>
                    <a:srgbClr val="525252">
                      <a:alpha val="99000"/>
                    </a:srgbClr>
                  </a:solidFill>
                  <a:prstDash val="solid"/>
                </a:ln>
                <a:pattFill prst="narHorz">
                  <a:fgClr>
                    <a:schemeClr val="accent1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r" rtl="1">
              <a:spcBef>
                <a:spcPts val="0"/>
              </a:spcBef>
              <a:buNone/>
            </a:pPr>
            <a:r>
              <a:rPr lang="he-IL" dirty="0"/>
              <a:t>נושא השקופית</a:t>
            </a:r>
          </a:p>
        </p:txBody>
      </p:sp>
      <p:sp>
        <p:nvSpPr>
          <p:cNvPr id="5" name="!!Content">
            <a:extLst>
              <a:ext uri="{FF2B5EF4-FFF2-40B4-BE49-F238E27FC236}">
                <a16:creationId xmlns:a16="http://schemas.microsoft.com/office/drawing/2014/main" id="{A5F67D86-B813-2EB6-2AD8-530BF918B2A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81394" y="1448979"/>
            <a:ext cx="7740652" cy="51296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rtl="1">
              <a:buFont typeface="Arial" panose="020B0604020202020204" pitchFamily="34" charset="0"/>
              <a:buNone/>
              <a:defRPr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he-IL" dirty="0"/>
              <a:t>תוכן</a:t>
            </a:r>
            <a:endParaRPr lang="en-US" dirty="0"/>
          </a:p>
          <a:p>
            <a:pPr lvl="0"/>
            <a:r>
              <a:rPr lang="en-US" dirty="0"/>
              <a:t>content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285841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615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BlueRectangle">
            <a:extLst>
              <a:ext uri="{FF2B5EF4-FFF2-40B4-BE49-F238E27FC236}">
                <a16:creationId xmlns:a16="http://schemas.microsoft.com/office/drawing/2014/main" id="{C2DBB14B-EEC3-2DB0-F986-1D4CB3A9C521}"/>
              </a:ext>
            </a:extLst>
          </p:cNvPr>
          <p:cNvSpPr/>
          <p:nvPr userDrawn="1"/>
        </p:nvSpPr>
        <p:spPr bwMode="gray">
          <a:xfrm>
            <a:off x="8892048" y="0"/>
            <a:ext cx="251952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 sz="1800" dirty="0">
              <a:latin typeface="Calibri" panose="020F0502020204030204" pitchFamily="34" charset="0"/>
            </a:endParaRPr>
          </a:p>
        </p:txBody>
      </p:sp>
      <p:sp>
        <p:nvSpPr>
          <p:cNvPr id="8" name="LeftLightBlueRectangle">
            <a:extLst>
              <a:ext uri="{FF2B5EF4-FFF2-40B4-BE49-F238E27FC236}">
                <a16:creationId xmlns:a16="http://schemas.microsoft.com/office/drawing/2014/main" id="{36A35963-74BA-CFBC-ECAA-C9D962DD03BB}"/>
              </a:ext>
            </a:extLst>
          </p:cNvPr>
          <p:cNvSpPr/>
          <p:nvPr userDrawn="1"/>
        </p:nvSpPr>
        <p:spPr bwMode="ltGray">
          <a:xfrm>
            <a:off x="341950" y="0"/>
            <a:ext cx="3600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1800" dirty="0">
              <a:latin typeface="Calibri" panose="020F0502020204030204" pitchFamily="34" charset="0"/>
            </a:endParaRPr>
          </a:p>
        </p:txBody>
      </p:sp>
      <p:sp>
        <p:nvSpPr>
          <p:cNvPr id="9" name="LeftBlueRectangle">
            <a:extLst>
              <a:ext uri="{FF2B5EF4-FFF2-40B4-BE49-F238E27FC236}">
                <a16:creationId xmlns:a16="http://schemas.microsoft.com/office/drawing/2014/main" id="{4F015265-AF27-200C-4895-6752E9BFE9A5}"/>
              </a:ext>
            </a:extLst>
          </p:cNvPr>
          <p:cNvSpPr/>
          <p:nvPr userDrawn="1"/>
        </p:nvSpPr>
        <p:spPr bwMode="gray">
          <a:xfrm>
            <a:off x="-4334" y="0"/>
            <a:ext cx="346287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1800" dirty="0">
              <a:latin typeface="Calibri" panose="020F0502020204030204" pitchFamily="34" charset="0"/>
            </a:endParaRPr>
          </a:p>
        </p:txBody>
      </p:sp>
      <p:cxnSp>
        <p:nvCxnSpPr>
          <p:cNvPr id="10" name="VerticalLineMidLogo">
            <a:extLst>
              <a:ext uri="{FF2B5EF4-FFF2-40B4-BE49-F238E27FC236}">
                <a16:creationId xmlns:a16="http://schemas.microsoft.com/office/drawing/2014/main" id="{656F6BDD-33C7-67F9-B411-2DDC5AA97049}"/>
              </a:ext>
            </a:extLst>
          </p:cNvPr>
          <p:cNvCxnSpPr>
            <a:cxnSpLocks/>
          </p:cNvCxnSpPr>
          <p:nvPr userDrawn="1"/>
        </p:nvCxnSpPr>
        <p:spPr bwMode="white">
          <a:xfrm>
            <a:off x="34195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HorizontalLineAboveLogo">
            <a:extLst>
              <a:ext uri="{FF2B5EF4-FFF2-40B4-BE49-F238E27FC236}">
                <a16:creationId xmlns:a16="http://schemas.microsoft.com/office/drawing/2014/main" id="{8B92081E-31C5-CAF2-9A81-0FF4B3064B25}"/>
              </a:ext>
            </a:extLst>
          </p:cNvPr>
          <p:cNvCxnSpPr>
            <a:cxnSpLocks/>
          </p:cNvCxnSpPr>
          <p:nvPr userDrawn="1"/>
        </p:nvCxnSpPr>
        <p:spPr bwMode="white">
          <a:xfrm>
            <a:off x="-4774" y="548968"/>
            <a:ext cx="706729" cy="0"/>
          </a:xfrm>
          <a:prstGeom prst="line">
            <a:avLst/>
          </a:prstGeom>
          <a:blipFill>
            <a:blip r:embed="rId5"/>
            <a:stretch>
              <a:fillRect/>
            </a:stretch>
          </a:blip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HorizontalLineBelowLogo">
            <a:extLst>
              <a:ext uri="{FF2B5EF4-FFF2-40B4-BE49-F238E27FC236}">
                <a16:creationId xmlns:a16="http://schemas.microsoft.com/office/drawing/2014/main" id="{37FEAC9E-A90B-0495-D4E9-530C0C874AA0}"/>
              </a:ext>
            </a:extLst>
          </p:cNvPr>
          <p:cNvCxnSpPr>
            <a:cxnSpLocks/>
          </p:cNvCxnSpPr>
          <p:nvPr userDrawn="1"/>
        </p:nvCxnSpPr>
        <p:spPr bwMode="white">
          <a:xfrm>
            <a:off x="-4774" y="1549232"/>
            <a:ext cx="706729" cy="0"/>
          </a:xfrm>
          <a:prstGeom prst="line">
            <a:avLst/>
          </a:prstGeom>
          <a:blipFill>
            <a:blip r:embed="rId5"/>
            <a:stretch>
              <a:fillRect/>
            </a:stretch>
          </a:blip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175CC09-1E32-D0CD-29D9-E2E1C1E1E15D}"/>
              </a:ext>
            </a:extLst>
          </p:cNvPr>
          <p:cNvSpPr txBox="1"/>
          <p:nvPr userDrawn="1"/>
        </p:nvSpPr>
        <p:spPr>
          <a:xfrm>
            <a:off x="806090" y="6550223"/>
            <a:ext cx="8858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Tal Raveh</a:t>
            </a:r>
            <a:endParaRPr lang="en-IL" sz="1400" dirty="0"/>
          </a:p>
        </p:txBody>
      </p:sp>
    </p:spTree>
    <p:extLst>
      <p:ext uri="{BB962C8B-B14F-4D97-AF65-F5344CB8AC3E}">
        <p14:creationId xmlns:p14="http://schemas.microsoft.com/office/powerpoint/2010/main" val="443307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17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svg"/><Relationship Id="rId7" Type="http://schemas.openxmlformats.org/officeDocument/2006/relationships/image" Target="../media/image17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9" Type="http://schemas.openxmlformats.org/officeDocument/2006/relationships/image" Target="../media/image23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svg"/><Relationship Id="rId7" Type="http://schemas.openxmlformats.org/officeDocument/2006/relationships/image" Target="../media/image17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9" Type="http://schemas.openxmlformats.org/officeDocument/2006/relationships/image" Target="../media/image23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9.svg"/><Relationship Id="rId7" Type="http://schemas.openxmlformats.org/officeDocument/2006/relationships/image" Target="../media/image17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11" Type="http://schemas.openxmlformats.org/officeDocument/2006/relationships/image" Target="../media/image25.svg"/><Relationship Id="rId5" Type="http://schemas.openxmlformats.org/officeDocument/2006/relationships/image" Target="../media/image21.svg"/><Relationship Id="rId10" Type="http://schemas.openxmlformats.org/officeDocument/2006/relationships/image" Target="../media/image24.png"/><Relationship Id="rId4" Type="http://schemas.openxmlformats.org/officeDocument/2006/relationships/image" Target="../media/image20.png"/><Relationship Id="rId9" Type="http://schemas.openxmlformats.org/officeDocument/2006/relationships/image" Target="../media/image23.sv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5.svg"/><Relationship Id="rId7" Type="http://schemas.openxmlformats.org/officeDocument/2006/relationships/image" Target="../media/image19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11" Type="http://schemas.openxmlformats.org/officeDocument/2006/relationships/image" Target="../media/image17.svg"/><Relationship Id="rId5" Type="http://schemas.openxmlformats.org/officeDocument/2006/relationships/image" Target="../media/image23.svg"/><Relationship Id="rId10" Type="http://schemas.openxmlformats.org/officeDocument/2006/relationships/image" Target="../media/image16.png"/><Relationship Id="rId4" Type="http://schemas.openxmlformats.org/officeDocument/2006/relationships/image" Target="../media/image22.png"/><Relationship Id="rId9" Type="http://schemas.openxmlformats.org/officeDocument/2006/relationships/image" Target="../media/image21.sv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7.svg"/><Relationship Id="rId3" Type="http://schemas.openxmlformats.org/officeDocument/2006/relationships/image" Target="../media/image19.svg"/><Relationship Id="rId7" Type="http://schemas.openxmlformats.org/officeDocument/2006/relationships/image" Target="../media/image17.svg"/><Relationship Id="rId12" Type="http://schemas.openxmlformats.org/officeDocument/2006/relationships/image" Target="../media/image2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11" Type="http://schemas.openxmlformats.org/officeDocument/2006/relationships/image" Target="../media/image23.svg"/><Relationship Id="rId5" Type="http://schemas.openxmlformats.org/officeDocument/2006/relationships/image" Target="../media/image21.svg"/><Relationship Id="rId15" Type="http://schemas.openxmlformats.org/officeDocument/2006/relationships/image" Target="../media/image29.svg"/><Relationship Id="rId10" Type="http://schemas.openxmlformats.org/officeDocument/2006/relationships/image" Target="../media/image22.png"/><Relationship Id="rId4" Type="http://schemas.openxmlformats.org/officeDocument/2006/relationships/image" Target="../media/image20.png"/><Relationship Id="rId9" Type="http://schemas.openxmlformats.org/officeDocument/2006/relationships/image" Target="../media/image25.svg"/><Relationship Id="rId14" Type="http://schemas.openxmlformats.org/officeDocument/2006/relationships/image" Target="../media/image28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1.svg"/><Relationship Id="rId3" Type="http://schemas.openxmlformats.org/officeDocument/2006/relationships/image" Target="../media/image27.svg"/><Relationship Id="rId7" Type="http://schemas.openxmlformats.org/officeDocument/2006/relationships/image" Target="../media/image25.svg"/><Relationship Id="rId12" Type="http://schemas.openxmlformats.org/officeDocument/2006/relationships/image" Target="../media/image2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11" Type="http://schemas.openxmlformats.org/officeDocument/2006/relationships/image" Target="../media/image19.svg"/><Relationship Id="rId5" Type="http://schemas.openxmlformats.org/officeDocument/2006/relationships/image" Target="../media/image29.svg"/><Relationship Id="rId15" Type="http://schemas.openxmlformats.org/officeDocument/2006/relationships/image" Target="../media/image17.svg"/><Relationship Id="rId10" Type="http://schemas.openxmlformats.org/officeDocument/2006/relationships/image" Target="../media/image18.png"/><Relationship Id="rId4" Type="http://schemas.openxmlformats.org/officeDocument/2006/relationships/image" Target="../media/image28.png"/><Relationship Id="rId9" Type="http://schemas.openxmlformats.org/officeDocument/2006/relationships/image" Target="../media/image23.svg"/><Relationship Id="rId14" Type="http://schemas.openxmlformats.org/officeDocument/2006/relationships/image" Target="../media/image16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1.svg"/><Relationship Id="rId3" Type="http://schemas.openxmlformats.org/officeDocument/2006/relationships/image" Target="../media/image27.svg"/><Relationship Id="rId7" Type="http://schemas.openxmlformats.org/officeDocument/2006/relationships/image" Target="../media/image25.svg"/><Relationship Id="rId12" Type="http://schemas.openxmlformats.org/officeDocument/2006/relationships/image" Target="../media/image2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11" Type="http://schemas.openxmlformats.org/officeDocument/2006/relationships/image" Target="../media/image19.svg"/><Relationship Id="rId5" Type="http://schemas.openxmlformats.org/officeDocument/2006/relationships/image" Target="../media/image29.svg"/><Relationship Id="rId15" Type="http://schemas.openxmlformats.org/officeDocument/2006/relationships/image" Target="../media/image17.svg"/><Relationship Id="rId10" Type="http://schemas.openxmlformats.org/officeDocument/2006/relationships/image" Target="../media/image18.png"/><Relationship Id="rId4" Type="http://schemas.openxmlformats.org/officeDocument/2006/relationships/image" Target="../media/image28.png"/><Relationship Id="rId9" Type="http://schemas.openxmlformats.org/officeDocument/2006/relationships/image" Target="../media/image23.svg"/><Relationship Id="rId14" Type="http://schemas.openxmlformats.org/officeDocument/2006/relationships/image" Target="../media/image16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1.svg"/><Relationship Id="rId3" Type="http://schemas.openxmlformats.org/officeDocument/2006/relationships/image" Target="../media/image27.svg"/><Relationship Id="rId7" Type="http://schemas.openxmlformats.org/officeDocument/2006/relationships/image" Target="../media/image25.svg"/><Relationship Id="rId12" Type="http://schemas.openxmlformats.org/officeDocument/2006/relationships/image" Target="../media/image2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11" Type="http://schemas.openxmlformats.org/officeDocument/2006/relationships/image" Target="../media/image19.svg"/><Relationship Id="rId5" Type="http://schemas.openxmlformats.org/officeDocument/2006/relationships/image" Target="../media/image29.svg"/><Relationship Id="rId15" Type="http://schemas.openxmlformats.org/officeDocument/2006/relationships/image" Target="../media/image17.svg"/><Relationship Id="rId10" Type="http://schemas.openxmlformats.org/officeDocument/2006/relationships/image" Target="../media/image18.png"/><Relationship Id="rId4" Type="http://schemas.openxmlformats.org/officeDocument/2006/relationships/image" Target="../media/image28.png"/><Relationship Id="rId9" Type="http://schemas.openxmlformats.org/officeDocument/2006/relationships/image" Target="../media/image23.svg"/><Relationship Id="rId14" Type="http://schemas.openxmlformats.org/officeDocument/2006/relationships/image" Target="../media/image16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1.svg"/><Relationship Id="rId3" Type="http://schemas.openxmlformats.org/officeDocument/2006/relationships/image" Target="../media/image27.svg"/><Relationship Id="rId7" Type="http://schemas.openxmlformats.org/officeDocument/2006/relationships/image" Target="../media/image25.svg"/><Relationship Id="rId12" Type="http://schemas.openxmlformats.org/officeDocument/2006/relationships/image" Target="../media/image2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11" Type="http://schemas.openxmlformats.org/officeDocument/2006/relationships/image" Target="../media/image19.svg"/><Relationship Id="rId5" Type="http://schemas.openxmlformats.org/officeDocument/2006/relationships/image" Target="../media/image29.svg"/><Relationship Id="rId15" Type="http://schemas.openxmlformats.org/officeDocument/2006/relationships/image" Target="../media/image17.svg"/><Relationship Id="rId10" Type="http://schemas.openxmlformats.org/officeDocument/2006/relationships/image" Target="../media/image18.png"/><Relationship Id="rId4" Type="http://schemas.openxmlformats.org/officeDocument/2006/relationships/image" Target="../media/image28.png"/><Relationship Id="rId9" Type="http://schemas.openxmlformats.org/officeDocument/2006/relationships/image" Target="../media/image23.svg"/><Relationship Id="rId14" Type="http://schemas.openxmlformats.org/officeDocument/2006/relationships/image" Target="../media/image16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1.svg"/><Relationship Id="rId3" Type="http://schemas.openxmlformats.org/officeDocument/2006/relationships/image" Target="../media/image27.svg"/><Relationship Id="rId7" Type="http://schemas.openxmlformats.org/officeDocument/2006/relationships/image" Target="../media/image25.svg"/><Relationship Id="rId12" Type="http://schemas.openxmlformats.org/officeDocument/2006/relationships/image" Target="../media/image20.png"/><Relationship Id="rId17" Type="http://schemas.openxmlformats.org/officeDocument/2006/relationships/image" Target="../media/image31.svg"/><Relationship Id="rId2" Type="http://schemas.openxmlformats.org/officeDocument/2006/relationships/image" Target="../media/image26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11" Type="http://schemas.openxmlformats.org/officeDocument/2006/relationships/image" Target="../media/image19.svg"/><Relationship Id="rId5" Type="http://schemas.openxmlformats.org/officeDocument/2006/relationships/image" Target="../media/image29.svg"/><Relationship Id="rId15" Type="http://schemas.openxmlformats.org/officeDocument/2006/relationships/image" Target="../media/image17.svg"/><Relationship Id="rId10" Type="http://schemas.openxmlformats.org/officeDocument/2006/relationships/image" Target="../media/image18.png"/><Relationship Id="rId4" Type="http://schemas.openxmlformats.org/officeDocument/2006/relationships/image" Target="../media/image28.png"/><Relationship Id="rId9" Type="http://schemas.openxmlformats.org/officeDocument/2006/relationships/image" Target="../media/image23.svg"/><Relationship Id="rId14" Type="http://schemas.openxmlformats.org/officeDocument/2006/relationships/image" Target="../media/image16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27.svg"/><Relationship Id="rId3" Type="http://schemas.openxmlformats.org/officeDocument/2006/relationships/image" Target="../media/image17.svg"/><Relationship Id="rId7" Type="http://schemas.openxmlformats.org/officeDocument/2006/relationships/image" Target="../media/image25.svg"/><Relationship Id="rId12" Type="http://schemas.openxmlformats.org/officeDocument/2006/relationships/image" Target="../media/image26.png"/><Relationship Id="rId17" Type="http://schemas.openxmlformats.org/officeDocument/2006/relationships/image" Target="../media/image29.svg"/><Relationship Id="rId2" Type="http://schemas.openxmlformats.org/officeDocument/2006/relationships/image" Target="../media/image16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11" Type="http://schemas.openxmlformats.org/officeDocument/2006/relationships/image" Target="../media/image19.svg"/><Relationship Id="rId5" Type="http://schemas.openxmlformats.org/officeDocument/2006/relationships/image" Target="../media/image23.svg"/><Relationship Id="rId15" Type="http://schemas.openxmlformats.org/officeDocument/2006/relationships/image" Target="../media/image21.svg"/><Relationship Id="rId10" Type="http://schemas.openxmlformats.org/officeDocument/2006/relationships/image" Target="../media/image18.png"/><Relationship Id="rId4" Type="http://schemas.openxmlformats.org/officeDocument/2006/relationships/image" Target="../media/image22.png"/><Relationship Id="rId9" Type="http://schemas.openxmlformats.org/officeDocument/2006/relationships/image" Target="../media/image31.svg"/><Relationship Id="rId1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98D00-06F6-E602-6C47-76C2BA233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פרק </a:t>
            </a:r>
            <a:r>
              <a:rPr lang="en-US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10</a:t>
            </a:r>
            <a:r>
              <a:rPr lang="he-IL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:</a:t>
            </a:r>
            <a:br>
              <a:rPr lang="he-IL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</a:br>
            <a:r>
              <a:rPr lang="he-IL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תקשורת</a:t>
            </a:r>
            <a:endParaRPr lang="LID4096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1CB35B-095F-4677-0CAC-099D1BC04859}"/>
              </a:ext>
            </a:extLst>
          </p:cNvPr>
          <p:cNvSpPr txBox="1"/>
          <p:nvPr/>
        </p:nvSpPr>
        <p:spPr>
          <a:xfrm>
            <a:off x="881960" y="3384231"/>
            <a:ext cx="76675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32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תכנות לפי חוזה, תכנות הגנתי, בדיקות יחידה</a:t>
            </a:r>
            <a:endParaRPr lang="LID4096" sz="3200" b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chemeClr val="tx2">
                  <a:lumMod val="60000"/>
                  <a:lumOff val="40000"/>
                </a:schemeClr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981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BCCB6-39DE-35D1-4E0B-8E41CAEFE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D766D-E294-A129-1705-3671D8954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מוטיבציה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5E0EB-BFD7-C9A1-8CAE-8C054552E12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358978"/>
            <a:ext cx="7740652" cy="509232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b="1" dirty="0">
                <a:latin typeface="+mn-lt"/>
              </a:rPr>
              <a:t>למה תהליכים מדברים?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בעיית הבידוד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תהליך א' לא יכול לגשת לזיכרון של תהליך ב'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מחשבים שונים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מערכות שונות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he-IL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b="1" dirty="0">
                <a:latin typeface="+mn-lt"/>
              </a:rPr>
              <a:t>הצורך בתקשורת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יישומים מודרניים דורשים שיתוף פעולה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לקוח-שרת: דפדפן ושרת אינטרנט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חישוב מבוזר: פיזור משימות כבדות בין מחשבים (ענן)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מיקרו-שירותים: שירותים קטנים שמתקשרים זה עם זה.</a:t>
            </a:r>
          </a:p>
        </p:txBody>
      </p:sp>
    </p:spTree>
    <p:extLst>
      <p:ext uri="{BB962C8B-B14F-4D97-AF65-F5344CB8AC3E}">
        <p14:creationId xmlns:p14="http://schemas.microsoft.com/office/powerpoint/2010/main" val="225474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DCF32-A41D-F5E6-680C-DAA4B4810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84D62-6D54-8538-700A-2723F6E75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מודל השכבות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4ECB7-1C22-3EB4-1DCE-3424F128DFD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71999" y="1358978"/>
            <a:ext cx="4050047" cy="509232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dirty="0">
                <a:latin typeface="+mn-lt"/>
              </a:rPr>
              <a:t>חלוקה לשכבות מספקת: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אחידות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הפרדת האחריות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חלוקת תפקידים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הפשטה</a:t>
            </a:r>
            <a:endParaRPr lang="en-US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he-IL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dirty="0">
                <a:latin typeface="+mn-lt"/>
              </a:rPr>
              <a:t>כל שכבה: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מספקת שירותים לזו שמתחתיה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מסתירה את פרטי המימוש</a:t>
            </a:r>
            <a:endParaRPr lang="en-US" dirty="0">
              <a:latin typeface="+mn-lt"/>
            </a:endParaRP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תפקיד מוגדר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פרוטוקול מוגדר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he-IL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dirty="0">
                <a:latin typeface="+mn-lt"/>
              </a:rPr>
              <a:t>מודל 4 השכבות: מודל </a:t>
            </a:r>
            <a:r>
              <a:rPr lang="en-US" dirty="0">
                <a:latin typeface="+mn-lt"/>
              </a:rPr>
              <a:t>OSI</a:t>
            </a:r>
            <a:r>
              <a:rPr lang="he-IL" dirty="0">
                <a:latin typeface="+mn-lt"/>
              </a:rPr>
              <a:t> מקוצר</a:t>
            </a:r>
          </a:p>
        </p:txBody>
      </p:sp>
      <p:pic>
        <p:nvPicPr>
          <p:cNvPr id="3074" name="Picture 2" descr="Simple illustration of the 7 layers in the OSI model vs. the 4 layers in the TCP/IP model">
            <a:extLst>
              <a:ext uri="{FF2B5EF4-FFF2-40B4-BE49-F238E27FC236}">
                <a16:creationId xmlns:a16="http://schemas.microsoft.com/office/drawing/2014/main" id="{BCCC590C-D733-ECAC-C084-878F503ABC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39" r="9865"/>
          <a:stretch>
            <a:fillRect/>
          </a:stretch>
        </p:blipFill>
        <p:spPr bwMode="auto">
          <a:xfrm>
            <a:off x="1151962" y="1329945"/>
            <a:ext cx="3330037" cy="5092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56F035-F6C6-7BFE-CCA5-AFAC0D723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887" y="5409022"/>
            <a:ext cx="438150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872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A5468-AED5-022D-6312-EB85E8908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60897-DD78-BEC2-BFCA-8C9BA423A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מודל השכבות</a:t>
            </a:r>
            <a:endParaRPr lang="LID4096" dirty="0"/>
          </a:p>
        </p:txBody>
      </p:sp>
      <p:pic>
        <p:nvPicPr>
          <p:cNvPr id="6" name="Picture 2" descr="Simple illustration of the 7 layers in the OSI model vs. the 4 layers in the TCP/IP model">
            <a:extLst>
              <a:ext uri="{FF2B5EF4-FFF2-40B4-BE49-F238E27FC236}">
                <a16:creationId xmlns:a16="http://schemas.microsoft.com/office/drawing/2014/main" id="{9E41D247-B628-7E4F-8EBE-908E6E751A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9" t="-3735" r="9577" b="3735"/>
          <a:stretch>
            <a:fillRect/>
          </a:stretch>
        </p:blipFill>
        <p:spPr bwMode="auto">
          <a:xfrm>
            <a:off x="771164" y="1268976"/>
            <a:ext cx="7816526" cy="4860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0914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1C98B-4899-EF09-C2CA-75A448F00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C9FF7-AA73-5459-1B43-E6233BD14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מאפיינים של תקשורת 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BA60E-2B18-8C05-A4DD-1B683BEEF35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061961" y="1268976"/>
            <a:ext cx="7437946" cy="428625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lang="he-IL" sz="2800" b="1" dirty="0">
                <a:latin typeface="+mn-lt"/>
              </a:rPr>
              <a:t>סוג החיבור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F0C580-C2AB-5276-C85F-E91FA0CAC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887" y="5409022"/>
            <a:ext cx="438150" cy="4286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0003A6-8250-7555-76F4-9CA5168F75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627" b="23753"/>
          <a:stretch>
            <a:fillRect/>
          </a:stretch>
        </p:blipFill>
        <p:spPr>
          <a:xfrm>
            <a:off x="1241963" y="3338999"/>
            <a:ext cx="6858000" cy="3060035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63B80BF-E3A4-7E72-907F-76711A20A3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497874"/>
              </p:ext>
            </p:extLst>
          </p:nvPr>
        </p:nvGraphicFramePr>
        <p:xfrm>
          <a:off x="971960" y="1808982"/>
          <a:ext cx="7347828" cy="1280160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3673914">
                  <a:extLst>
                    <a:ext uri="{9D8B030D-6E8A-4147-A177-3AD203B41FA5}">
                      <a16:colId xmlns:a16="http://schemas.microsoft.com/office/drawing/2014/main" val="3611106915"/>
                    </a:ext>
                  </a:extLst>
                </a:gridCol>
                <a:gridCol w="3673914">
                  <a:extLst>
                    <a:ext uri="{9D8B030D-6E8A-4147-A177-3AD203B41FA5}">
                      <a16:colId xmlns:a16="http://schemas.microsoft.com/office/drawing/2014/main" val="10482307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2200" dirty="0"/>
                        <a:t>Connectionless</a:t>
                      </a:r>
                      <a:endParaRPr lang="he-IL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200" dirty="0"/>
                        <a:t>Connection-Oriented</a:t>
                      </a:r>
                      <a:endParaRPr lang="he-IL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726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sz="2200" dirty="0"/>
                        <a:t>בלי </a:t>
                      </a:r>
                      <a:r>
                        <a:rPr lang="en-US" sz="2200" dirty="0"/>
                        <a:t>session</a:t>
                      </a:r>
                      <a:endParaRPr lang="he-IL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200" dirty="0"/>
                        <a:t>עם </a:t>
                      </a:r>
                      <a:r>
                        <a:rPr lang="en-US" sz="2200" dirty="0"/>
                        <a:t>session</a:t>
                      </a:r>
                      <a:endParaRPr lang="he-IL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248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sz="2200" dirty="0"/>
                        <a:t>ללא </a:t>
                      </a:r>
                      <a:r>
                        <a:rPr lang="en-US" sz="2200" dirty="0"/>
                        <a:t>handshake</a:t>
                      </a:r>
                      <a:endParaRPr lang="he-IL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200" dirty="0"/>
                        <a:t>דורש </a:t>
                      </a:r>
                      <a:r>
                        <a:rPr lang="en-US" sz="2200" dirty="0"/>
                        <a:t>handshake</a:t>
                      </a:r>
                      <a:endParaRPr lang="he-IL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087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49436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EBCDA-A9BE-E12E-60C0-91DC5D627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830D8-2181-71CE-5015-7398A79E2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מאפיינים של תקשורת 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CDEBC-4CD8-499E-04E2-92233A78B82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061961" y="1268976"/>
            <a:ext cx="7437946" cy="428625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lang="he-IL" sz="2800" b="1" dirty="0">
                <a:latin typeface="+mn-lt"/>
              </a:rPr>
              <a:t>אגירה / חציצה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8C5FD7-0CD5-CC79-B150-7FBE71B2C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887" y="5409022"/>
            <a:ext cx="438150" cy="428625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EF67DB9-BB7C-BBB0-D390-FA2D08F208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715050"/>
              </p:ext>
            </p:extLst>
          </p:nvPr>
        </p:nvGraphicFramePr>
        <p:xfrm>
          <a:off x="1094215" y="1898983"/>
          <a:ext cx="7347828" cy="1280160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3673914">
                  <a:extLst>
                    <a:ext uri="{9D8B030D-6E8A-4147-A177-3AD203B41FA5}">
                      <a16:colId xmlns:a16="http://schemas.microsoft.com/office/drawing/2014/main" val="3611106915"/>
                    </a:ext>
                  </a:extLst>
                </a:gridCol>
                <a:gridCol w="3673914">
                  <a:extLst>
                    <a:ext uri="{9D8B030D-6E8A-4147-A177-3AD203B41FA5}">
                      <a16:colId xmlns:a16="http://schemas.microsoft.com/office/drawing/2014/main" val="10482307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sz="2200" dirty="0"/>
                        <a:t>בלי אגירה (</a:t>
                      </a:r>
                      <a:r>
                        <a:rPr lang="en-US" sz="2200" dirty="0"/>
                        <a:t>unbuffered</a:t>
                      </a:r>
                      <a:r>
                        <a:rPr lang="he-IL" sz="22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200" dirty="0"/>
                        <a:t>עם אגירה (</a:t>
                      </a:r>
                      <a:r>
                        <a:rPr lang="en-US" sz="2200" dirty="0"/>
                        <a:t>buffered</a:t>
                      </a:r>
                      <a:r>
                        <a:rPr lang="he-IL" sz="22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726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sz="2200" dirty="0"/>
                        <a:t>שליחה מיידית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200" dirty="0"/>
                        <a:t>אוגרים ואז שולחים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248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sz="2200" dirty="0"/>
                        <a:t>תלוי בקצב המקבל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200" dirty="0"/>
                        <a:t>פחות תלוי במקבל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08729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C815A34-A024-6AC1-483B-59AEF3F36B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189" b="29002"/>
          <a:stretch>
            <a:fillRect/>
          </a:stretch>
        </p:blipFill>
        <p:spPr>
          <a:xfrm>
            <a:off x="1306875" y="3428999"/>
            <a:ext cx="6858000" cy="225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1155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7F1BB-6FE6-784E-D7ED-B660DAD5F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DDD89-D1D1-3248-1733-934141B17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מאפיינים של תקשורת 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2104C-2A84-034A-71C4-290733B530D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061961" y="1178975"/>
            <a:ext cx="7437946" cy="428625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lang="he-IL" sz="2800" b="1" dirty="0">
                <a:latin typeface="+mn-lt"/>
              </a:rPr>
              <a:t>סינכרוניזציה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5584D7-4B21-68FF-D77A-53CF7D0EC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887" y="5409022"/>
            <a:ext cx="438150" cy="428625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94A2C74-D3DD-70B2-20C4-D56543FF03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127160"/>
              </p:ext>
            </p:extLst>
          </p:nvPr>
        </p:nvGraphicFramePr>
        <p:xfrm>
          <a:off x="1061961" y="1628980"/>
          <a:ext cx="7347828" cy="1706880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3673914">
                  <a:extLst>
                    <a:ext uri="{9D8B030D-6E8A-4147-A177-3AD203B41FA5}">
                      <a16:colId xmlns:a16="http://schemas.microsoft.com/office/drawing/2014/main" val="3611106915"/>
                    </a:ext>
                  </a:extLst>
                </a:gridCol>
                <a:gridCol w="3673914">
                  <a:extLst>
                    <a:ext uri="{9D8B030D-6E8A-4147-A177-3AD203B41FA5}">
                      <a16:colId xmlns:a16="http://schemas.microsoft.com/office/drawing/2014/main" val="10482307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sz="2200" dirty="0"/>
                        <a:t>אסינכרונית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200" dirty="0"/>
                        <a:t>סינכרונית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726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sz="2200" dirty="0"/>
                        <a:t>non-blocking</a:t>
                      </a:r>
                      <a:endParaRPr lang="he-IL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2200" dirty="0"/>
                        <a:t>blocking</a:t>
                      </a:r>
                      <a:endParaRPr lang="he-IL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248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sz="2200" dirty="0"/>
                        <a:t>אין המתנה לתשובה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200" dirty="0"/>
                        <a:t>יש המתנה לתשובה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087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sz="2200" dirty="0"/>
                        <a:t>בדיקת סטטוס אח"כ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200" dirty="0"/>
                        <a:t>בדיקת הסטטוס מיידית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44965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6AE69166-0BB7-99F1-8B96-C9C1298053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252" b="30315"/>
          <a:stretch>
            <a:fillRect/>
          </a:stretch>
        </p:blipFill>
        <p:spPr>
          <a:xfrm>
            <a:off x="1306875" y="3609002"/>
            <a:ext cx="6858000" cy="2430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3337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C1C1D-3AEF-21FF-B096-3E0183E5B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F4A979-8FB8-160A-5701-AA835A6E81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248" b="25194"/>
          <a:stretch>
            <a:fillRect/>
          </a:stretch>
        </p:blipFill>
        <p:spPr>
          <a:xfrm>
            <a:off x="1961971" y="3500007"/>
            <a:ext cx="5380090" cy="26124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E00154-F423-B325-29A1-A64756104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מאפיינים של תקשורת 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09D8A-00ED-7396-DB21-20225BDF320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061961" y="1178975"/>
            <a:ext cx="7437946" cy="428625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lang="he-IL" sz="2800" b="1" dirty="0">
                <a:latin typeface="+mn-lt"/>
              </a:rPr>
              <a:t>אמינות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8BB681-F49F-9F18-11AF-FB07E40C2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887" y="5409022"/>
            <a:ext cx="438150" cy="428625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1B09803-5049-1C37-50A6-2164FC8FDE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836318"/>
              </p:ext>
            </p:extLst>
          </p:nvPr>
        </p:nvGraphicFramePr>
        <p:xfrm>
          <a:off x="861456" y="1607600"/>
          <a:ext cx="7707832" cy="1706880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3853916">
                  <a:extLst>
                    <a:ext uri="{9D8B030D-6E8A-4147-A177-3AD203B41FA5}">
                      <a16:colId xmlns:a16="http://schemas.microsoft.com/office/drawing/2014/main" val="3611106915"/>
                    </a:ext>
                  </a:extLst>
                </a:gridCol>
                <a:gridCol w="3853916">
                  <a:extLst>
                    <a:ext uri="{9D8B030D-6E8A-4147-A177-3AD203B41FA5}">
                      <a16:colId xmlns:a16="http://schemas.microsoft.com/office/drawing/2014/main" val="10482307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sz="2200" dirty="0"/>
                        <a:t>לא אמינה (</a:t>
                      </a:r>
                      <a:r>
                        <a:rPr lang="en-US" sz="2200" dirty="0"/>
                        <a:t>unreliable</a:t>
                      </a:r>
                      <a:r>
                        <a:rPr lang="he-IL" sz="22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200" dirty="0"/>
                        <a:t>אמינה (</a:t>
                      </a:r>
                      <a:r>
                        <a:rPr lang="en-US" sz="2200" dirty="0"/>
                        <a:t>reliable</a:t>
                      </a:r>
                      <a:r>
                        <a:rPr lang="he-IL" sz="22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726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sz="2200" dirty="0"/>
                        <a:t>בעיה = שגיאה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200" dirty="0"/>
                        <a:t>"שגר ושכח"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248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sz="2200" dirty="0"/>
                        <a:t>אין איבוד נתונים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200" dirty="0"/>
                        <a:t>יתכן איבוד נתונים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087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sz="2200" dirty="0"/>
                        <a:t>הסדר נשמר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z="2200" dirty="0"/>
                        <a:t>תתכן קבלה לא לפי סדר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449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02023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DCD4A-DDE8-0BF6-DCAA-882432DDC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F8AA8-D5D1-C8DE-A346-FB1F83187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מודל השכבות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304CE-1034-68D7-9DDF-124AB794699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71999" y="1538978"/>
            <a:ext cx="4050047" cy="491232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he-IL" b="1" dirty="0">
                <a:latin typeface="+mn-lt"/>
              </a:rPr>
              <a:t>שכבת האפליקציה (</a:t>
            </a:r>
            <a:r>
              <a:rPr lang="en-US" b="1" dirty="0">
                <a:latin typeface="+mn-lt"/>
              </a:rPr>
              <a:t>application</a:t>
            </a:r>
            <a:r>
              <a:rPr lang="he-IL" b="1" dirty="0">
                <a:latin typeface="+mn-lt"/>
              </a:rPr>
              <a:t>):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תפקידים ספציפיים לאפליקציה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דוגמאות: </a:t>
            </a:r>
            <a:r>
              <a:rPr lang="en-US" dirty="0">
                <a:latin typeface="+mn-lt"/>
              </a:rPr>
              <a:t>http</a:t>
            </a:r>
            <a:r>
              <a:rPr lang="he-IL" dirty="0">
                <a:latin typeface="+mn-lt"/>
              </a:rPr>
              <a:t>, </a:t>
            </a:r>
            <a:r>
              <a:rPr lang="en-US" dirty="0">
                <a:latin typeface="+mn-lt"/>
              </a:rPr>
              <a:t>stomp</a:t>
            </a:r>
            <a:r>
              <a:rPr lang="he-IL" dirty="0">
                <a:latin typeface="+mn-lt"/>
              </a:rPr>
              <a:t>, </a:t>
            </a:r>
            <a:r>
              <a:rPr lang="en-US" dirty="0" err="1">
                <a:latin typeface="+mn-lt"/>
              </a:rPr>
              <a:t>dns</a:t>
            </a:r>
            <a:endParaRPr lang="he-IL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he-IL" b="1" dirty="0">
                <a:latin typeface="+mn-lt"/>
              </a:rPr>
              <a:t>שכבת התעבורה (</a:t>
            </a:r>
            <a:r>
              <a:rPr lang="en-US" b="1" dirty="0">
                <a:latin typeface="+mn-lt"/>
              </a:rPr>
              <a:t>transport</a:t>
            </a:r>
            <a:r>
              <a:rPr lang="he-IL" b="1" dirty="0">
                <a:latin typeface="+mn-lt"/>
              </a:rPr>
              <a:t>):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תקשורת מקצה-לקצה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segments/datagrams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טיפול בשגיאות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he-IL" b="1" dirty="0">
                <a:latin typeface="+mn-lt"/>
              </a:rPr>
              <a:t>שכבת האינטרנט (</a:t>
            </a:r>
            <a:r>
              <a:rPr lang="en-US" b="1" dirty="0">
                <a:latin typeface="+mn-lt"/>
              </a:rPr>
              <a:t>internet</a:t>
            </a:r>
            <a:r>
              <a:rPr lang="he-IL" b="1" dirty="0">
                <a:latin typeface="+mn-lt"/>
              </a:rPr>
              <a:t>):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מציאת מסלול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חלוקה ל </a:t>
            </a:r>
            <a:r>
              <a:rPr lang="en-US" dirty="0">
                <a:latin typeface="+mn-lt"/>
              </a:rPr>
              <a:t>packets</a:t>
            </a:r>
            <a:endParaRPr lang="he-IL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he-IL" b="1" dirty="0">
                <a:latin typeface="+mn-lt"/>
              </a:rPr>
              <a:t>שכבה הגישה לרשת (</a:t>
            </a:r>
            <a:r>
              <a:rPr lang="en-US" b="1" dirty="0">
                <a:latin typeface="+mn-lt"/>
              </a:rPr>
              <a:t>access</a:t>
            </a:r>
            <a:r>
              <a:rPr lang="he-IL" b="1" dirty="0">
                <a:latin typeface="+mn-lt"/>
              </a:rPr>
              <a:t>):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המרה לסיגנלים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מתואמת לסוג הרשת</a:t>
            </a:r>
            <a:endParaRPr lang="en-US" dirty="0">
              <a:latin typeface="+mn-lt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ethernet, </a:t>
            </a:r>
            <a:r>
              <a:rPr lang="en-US" dirty="0" err="1">
                <a:latin typeface="+mn-lt"/>
              </a:rPr>
              <a:t>wifi</a:t>
            </a:r>
            <a:endParaRPr lang="he-IL" dirty="0">
              <a:latin typeface="+mn-lt"/>
            </a:endParaRPr>
          </a:p>
        </p:txBody>
      </p:sp>
      <p:pic>
        <p:nvPicPr>
          <p:cNvPr id="6" name="Picture 2" descr="Simple illustration of the 7 layers in the OSI model vs. the 4 layers in the TCP/IP model">
            <a:extLst>
              <a:ext uri="{FF2B5EF4-FFF2-40B4-BE49-F238E27FC236}">
                <a16:creationId xmlns:a16="http://schemas.microsoft.com/office/drawing/2014/main" id="{F2E6BACE-C715-6D9B-28F8-403C346CC9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39" r="9865"/>
          <a:stretch>
            <a:fillRect/>
          </a:stretch>
        </p:blipFill>
        <p:spPr bwMode="auto">
          <a:xfrm>
            <a:off x="1151962" y="1329945"/>
            <a:ext cx="3330037" cy="5092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A8E0EA-B55A-B228-F0E9-AF828A845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887" y="5409022"/>
            <a:ext cx="438150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098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187-ABB7-E3D8-3E21-6F0E0B53D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4A3AE-EEF4-8C9D-99D4-02E1BCA1A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מודל השכבות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22440-DC11-054D-64B3-4B19D73830F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71999" y="2258987"/>
            <a:ext cx="4050047" cy="419231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b="1" dirty="0">
                <a:latin typeface="+mn-lt"/>
              </a:rPr>
              <a:t>שכבת הגישה לרשת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מתרגמת ביטים לאותות</a:t>
            </a:r>
            <a:endParaRPr lang="en-US" dirty="0">
              <a:latin typeface="+mn-lt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מנהלת תזמון וסנכרון של אותות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כרטיס הרשת עושה את הרוב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הדרייבר מתרגם</a:t>
            </a:r>
            <a:endParaRPr lang="en-US" dirty="0">
              <a:latin typeface="+mn-lt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מערכת ההפעלה מתאמת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בודקת את קיום החיבור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מושפעת מרעש ומרחק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לא יודעת מי שולח ומי מקבל</a:t>
            </a:r>
          </a:p>
        </p:txBody>
      </p:sp>
      <p:pic>
        <p:nvPicPr>
          <p:cNvPr id="6" name="Picture 2" descr="Simple illustration of the 7 layers in the OSI model vs. the 4 layers in the TCP/IP model">
            <a:extLst>
              <a:ext uri="{FF2B5EF4-FFF2-40B4-BE49-F238E27FC236}">
                <a16:creationId xmlns:a16="http://schemas.microsoft.com/office/drawing/2014/main" id="{71E9B583-093E-75D2-3D0D-C8ECFBC671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39" r="9865"/>
          <a:stretch>
            <a:fillRect/>
          </a:stretch>
        </p:blipFill>
        <p:spPr bwMode="auto">
          <a:xfrm>
            <a:off x="1151962" y="1329945"/>
            <a:ext cx="3330037" cy="5092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A28E653-15B9-6F4F-AA3B-05D44159F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887" y="5409022"/>
            <a:ext cx="438150" cy="4286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F9F4031-52BF-1419-62DD-03DE0EB40E59}"/>
              </a:ext>
            </a:extLst>
          </p:cNvPr>
          <p:cNvSpPr/>
          <p:nvPr/>
        </p:nvSpPr>
        <p:spPr>
          <a:xfrm>
            <a:off x="1151962" y="5049018"/>
            <a:ext cx="3330037" cy="1080012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745896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923D8-DA8B-8F06-4354-EDF40ED19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20715-3716-352A-8616-DC78B1D20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מודל השכבות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921D2-02B8-0799-A312-77D237F49E7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81999" y="1988984"/>
            <a:ext cx="4140048" cy="446231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b="1" dirty="0">
                <a:latin typeface="+mn-lt"/>
              </a:rPr>
              <a:t>שכבת האינטרנט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שכבת ה"מפה והניווט"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משתמשת ב"שרתי מיקום"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מחלקת הודעות ל- </a:t>
            </a:r>
            <a:r>
              <a:rPr lang="en-US" dirty="0">
                <a:latin typeface="+mn-lt"/>
              </a:rPr>
              <a:t>packets</a:t>
            </a:r>
            <a:endParaRPr lang="he-IL" dirty="0">
              <a:latin typeface="+mn-lt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שמה כתובת שולח ומען על </a:t>
            </a:r>
            <a:r>
              <a:rPr lang="en-US" dirty="0"/>
              <a:t>packets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מחליטה לאן כל </a:t>
            </a:r>
            <a:r>
              <a:rPr lang="en-US" dirty="0"/>
              <a:t>packet</a:t>
            </a:r>
            <a:r>
              <a:rPr lang="he-IL" dirty="0"/>
              <a:t> ישלח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לא מבטיחה סדר הגעה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לא מבטיחה את עצם ההגעה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בנתב: מעבירה הודעות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/>
              <a:t>במחשב: מקבלת ושולחת</a:t>
            </a:r>
          </a:p>
        </p:txBody>
      </p:sp>
      <p:pic>
        <p:nvPicPr>
          <p:cNvPr id="6" name="Picture 2" descr="Simple illustration of the 7 layers in the OSI model vs. the 4 layers in the TCP/IP model">
            <a:extLst>
              <a:ext uri="{FF2B5EF4-FFF2-40B4-BE49-F238E27FC236}">
                <a16:creationId xmlns:a16="http://schemas.microsoft.com/office/drawing/2014/main" id="{6BB17810-5E0E-15CA-4420-27540CD92A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39" r="9865"/>
          <a:stretch>
            <a:fillRect/>
          </a:stretch>
        </p:blipFill>
        <p:spPr bwMode="auto">
          <a:xfrm>
            <a:off x="1151962" y="1329945"/>
            <a:ext cx="3330037" cy="5092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3033C55-60B1-BC2B-9490-85EA26F35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887" y="5409022"/>
            <a:ext cx="438150" cy="4286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AC2AF5D-09C2-5DD5-CEB7-AD5B09770D78}"/>
              </a:ext>
            </a:extLst>
          </p:cNvPr>
          <p:cNvSpPr/>
          <p:nvPr/>
        </p:nvSpPr>
        <p:spPr>
          <a:xfrm>
            <a:off x="1151961" y="4543322"/>
            <a:ext cx="3330037" cy="526112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2608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06226-96B1-85DC-03BE-9FEB4FA89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2F39D-71FD-5B0A-15C0-E9C87B455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מודל השכבות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6F39B-5A5E-1DCE-E8AE-D7607A32541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71999" y="1538979"/>
            <a:ext cx="4050047" cy="491232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b="1" dirty="0">
                <a:latin typeface="+mn-lt"/>
              </a:rPr>
              <a:t>שכבת התעבורה: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מאפשרת לאפליקציה לתקשר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משתמשת בפורטים</a:t>
            </a:r>
            <a:br>
              <a:rPr lang="en-US" dirty="0">
                <a:latin typeface="+mn-lt"/>
              </a:rPr>
            </a:br>
            <a:r>
              <a:rPr lang="he-IL" dirty="0">
                <a:latin typeface="+mn-lt"/>
              </a:rPr>
              <a:t>(כמו מס' דירה בבניין)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שני סוגים:</a:t>
            </a:r>
            <a:endParaRPr lang="en-US" dirty="0">
              <a:latin typeface="+mn-lt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TCP</a:t>
            </a:r>
            <a:endParaRPr lang="he-IL" dirty="0">
              <a:latin typeface="+mn-lt"/>
            </a:endParaRPr>
          </a:p>
          <a:p>
            <a:pPr marL="1028700" lvl="1" indent="-342900" algn="r" rtl="1">
              <a:lnSpc>
                <a:spcPct val="100000"/>
              </a:lnSpc>
              <a:spcBef>
                <a:spcPts val="0"/>
              </a:spcBef>
            </a:pPr>
            <a:r>
              <a:rPr lang="he-IL" sz="2200" dirty="0">
                <a:ea typeface="Calibri" panose="020F0502020204030204" pitchFamily="34" charset="0"/>
                <a:cs typeface="Calibri" panose="020F0502020204030204" pitchFamily="34" charset="0"/>
              </a:rPr>
              <a:t>אמין (</a:t>
            </a:r>
            <a:r>
              <a:rPr lang="he-IL" sz="2200" dirty="0" err="1">
                <a:ea typeface="Calibri" panose="020F0502020204030204" pitchFamily="34" charset="0"/>
                <a:cs typeface="Calibri" panose="020F0502020204030204" pitchFamily="34" charset="0"/>
              </a:rPr>
              <a:t>הכל</a:t>
            </a:r>
            <a:r>
              <a:rPr lang="he-IL" sz="2200" dirty="0">
                <a:ea typeface="Calibri" panose="020F0502020204030204" pitchFamily="34" charset="0"/>
                <a:cs typeface="Calibri" panose="020F0502020204030204" pitchFamily="34" charset="0"/>
              </a:rPr>
              <a:t> מגיע)</a:t>
            </a:r>
          </a:p>
          <a:p>
            <a:pPr marL="1028700" lvl="1" indent="-342900" algn="r" rtl="1">
              <a:lnSpc>
                <a:spcPct val="100000"/>
              </a:lnSpc>
              <a:spcBef>
                <a:spcPts val="0"/>
              </a:spcBef>
            </a:pPr>
            <a:r>
              <a:rPr lang="he-IL" sz="2200" dirty="0">
                <a:ea typeface="Calibri" panose="020F0502020204030204" pitchFamily="34" charset="0"/>
                <a:cs typeface="Calibri" panose="020F0502020204030204" pitchFamily="34" charset="0"/>
              </a:rPr>
              <a:t>מסדר לפי סדר</a:t>
            </a:r>
          </a:p>
          <a:p>
            <a:pPr marL="1028700" lvl="1" indent="-342900" algn="r" rtl="1">
              <a:lnSpc>
                <a:spcPct val="100000"/>
              </a:lnSpc>
              <a:spcBef>
                <a:spcPts val="0"/>
              </a:spcBef>
            </a:pPr>
            <a:r>
              <a:rPr lang="he-IL" sz="2200" dirty="0">
                <a:ea typeface="Calibri" panose="020F0502020204030204" pitchFamily="34" charset="0"/>
                <a:cs typeface="Calibri" panose="020F0502020204030204" pitchFamily="34" charset="0"/>
              </a:rPr>
              <a:t>לא מציף את הרשת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UDP</a:t>
            </a:r>
            <a:endParaRPr lang="he-IL" dirty="0"/>
          </a:p>
          <a:p>
            <a:pPr marL="1028700" lvl="1" indent="-342900" algn="r" rtl="1">
              <a:lnSpc>
                <a:spcPct val="100000"/>
              </a:lnSpc>
              <a:spcBef>
                <a:spcPts val="0"/>
              </a:spcBef>
            </a:pPr>
            <a:r>
              <a:rPr lang="he-IL" sz="2200" dirty="0">
                <a:ea typeface="Calibri" panose="020F0502020204030204" pitchFamily="34" charset="0"/>
                <a:cs typeface="Calibri" panose="020F0502020204030204" pitchFamily="34" charset="0"/>
              </a:rPr>
              <a:t>מהיר</a:t>
            </a:r>
            <a:endParaRPr lang="he-IL" sz="20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028700" lvl="1" indent="-342900" algn="r" rtl="1">
              <a:lnSpc>
                <a:spcPct val="100000"/>
              </a:lnSpc>
              <a:spcBef>
                <a:spcPts val="0"/>
              </a:spcBef>
            </a:pPr>
            <a:r>
              <a:rPr lang="he-IL" sz="2200" dirty="0">
                <a:ea typeface="Calibri" panose="020F0502020204030204" pitchFamily="34" charset="0"/>
                <a:cs typeface="Calibri" panose="020F0502020204030204" pitchFamily="34" charset="0"/>
              </a:rPr>
              <a:t>לא אמין (מה שמגיע מגיע...)</a:t>
            </a:r>
          </a:p>
          <a:p>
            <a:pPr marL="1028700" lvl="1" indent="-342900" algn="r" rtl="1">
              <a:lnSpc>
                <a:spcPct val="100000"/>
              </a:lnSpc>
              <a:spcBef>
                <a:spcPts val="0"/>
              </a:spcBef>
            </a:pPr>
            <a:r>
              <a:rPr lang="he-IL" sz="2200" dirty="0">
                <a:ea typeface="Calibri" panose="020F0502020204030204" pitchFamily="34" charset="0"/>
                <a:cs typeface="Calibri" panose="020F0502020204030204" pitchFamily="34" charset="0"/>
              </a:rPr>
              <a:t>לא מסדר לפי סדר</a:t>
            </a:r>
          </a:p>
        </p:txBody>
      </p:sp>
      <p:pic>
        <p:nvPicPr>
          <p:cNvPr id="6" name="Picture 2" descr="Simple illustration of the 7 layers in the OSI model vs. the 4 layers in the TCP/IP model">
            <a:extLst>
              <a:ext uri="{FF2B5EF4-FFF2-40B4-BE49-F238E27FC236}">
                <a16:creationId xmlns:a16="http://schemas.microsoft.com/office/drawing/2014/main" id="{662BAE5D-0D64-5109-7B35-AA77FE603B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39" r="9865"/>
          <a:stretch>
            <a:fillRect/>
          </a:stretch>
        </p:blipFill>
        <p:spPr bwMode="auto">
          <a:xfrm>
            <a:off x="1151962" y="1329945"/>
            <a:ext cx="3330037" cy="5092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D6EF9E7-D404-6191-0682-25045C256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887" y="5409022"/>
            <a:ext cx="438150" cy="4286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56E5A81-DCEE-DD46-ED7E-B5766552F387}"/>
              </a:ext>
            </a:extLst>
          </p:cNvPr>
          <p:cNvSpPr/>
          <p:nvPr/>
        </p:nvSpPr>
        <p:spPr>
          <a:xfrm>
            <a:off x="1151961" y="4038574"/>
            <a:ext cx="3330037" cy="526112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810730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18EFA-1A8C-94FE-EF7C-200E2A2C3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70EBF-54F9-5B1D-1488-5CD2C037F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מודל השכבות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0F56C-BD4A-2265-2DB2-F28D520040D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391999" y="1538979"/>
            <a:ext cx="4230048" cy="491232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b="1" dirty="0">
                <a:latin typeface="+mn-lt"/>
              </a:rPr>
              <a:t>שכבת האפליקציה: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מאפשרת לאפליקציה לתקשר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עוסקת ב"מה" לא ב"איך להגיע"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יחידת מידע:</a:t>
            </a:r>
            <a:r>
              <a:rPr lang="en-US" dirty="0">
                <a:latin typeface="+mn-lt"/>
              </a:rPr>
              <a:t> </a:t>
            </a:r>
            <a:r>
              <a:rPr lang="he-IL" dirty="0">
                <a:latin typeface="+mn-lt"/>
              </a:rPr>
              <a:t>הודעה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בדרך כלל: לקוח-שרת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+mn-lt"/>
              </a:rPr>
              <a:t>כל פרוטוקול ספציפי לאפליקציה:</a:t>
            </a:r>
          </a:p>
          <a:p>
            <a:pPr marL="540000" lvl="1" indent="-216000" algn="r" rtl="1">
              <a:lnSpc>
                <a:spcPct val="100000"/>
              </a:lnSpc>
              <a:spcBef>
                <a:spcPts val="0"/>
              </a:spcBef>
            </a:pPr>
            <a:r>
              <a:rPr lang="he-IL" sz="2200" dirty="0">
                <a:ea typeface="Calibri" panose="020F0502020204030204" pitchFamily="34" charset="0"/>
                <a:cs typeface="Calibri" panose="020F0502020204030204" pitchFamily="34" charset="0"/>
              </a:rPr>
              <a:t>זיהוי משתמשים: </a:t>
            </a:r>
            <a:r>
              <a:rPr lang="en-US" sz="2200" dirty="0">
                <a:ea typeface="Calibri" panose="020F0502020204030204" pitchFamily="34" charset="0"/>
                <a:cs typeface="Calibri" panose="020F0502020204030204" pitchFamily="34" charset="0"/>
              </a:rPr>
              <a:t>login, cookies</a:t>
            </a:r>
            <a:endParaRPr lang="he-IL" sz="22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40000" lvl="1" indent="-216000" algn="r" rtl="1">
              <a:lnSpc>
                <a:spcPct val="100000"/>
              </a:lnSpc>
              <a:spcBef>
                <a:spcPts val="0"/>
              </a:spcBef>
            </a:pPr>
            <a:r>
              <a:rPr lang="he-IL" sz="2200" dirty="0">
                <a:ea typeface="Calibri" panose="020F0502020204030204" pitchFamily="34" charset="0"/>
                <a:cs typeface="Calibri" panose="020F0502020204030204" pitchFamily="34" charset="0"/>
              </a:rPr>
              <a:t>שמירת "מצב": </a:t>
            </a:r>
            <a:r>
              <a:rPr lang="en-US" sz="2200" dirty="0">
                <a:ea typeface="Calibri" panose="020F0502020204030204" pitchFamily="34" charset="0"/>
                <a:cs typeface="Calibri" panose="020F0502020204030204" pitchFamily="34" charset="0"/>
              </a:rPr>
              <a:t>session</a:t>
            </a:r>
            <a:endParaRPr lang="he-IL" sz="22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40000" lvl="1" indent="-216000" algn="r" rtl="1">
              <a:lnSpc>
                <a:spcPct val="100000"/>
              </a:lnSpc>
              <a:spcBef>
                <a:spcPts val="0"/>
              </a:spcBef>
            </a:pPr>
            <a:r>
              <a:rPr lang="he-IL" sz="2200" dirty="0">
                <a:ea typeface="Calibri" panose="020F0502020204030204" pitchFamily="34" charset="0"/>
                <a:cs typeface="Calibri" panose="020F0502020204030204" pitchFamily="34" charset="0"/>
              </a:rPr>
              <a:t>פורמטים של תוכן: </a:t>
            </a:r>
            <a:r>
              <a:rPr lang="en-US" sz="2200" dirty="0">
                <a:ea typeface="Calibri" panose="020F0502020204030204" pitchFamily="34" charset="0"/>
                <a:cs typeface="Calibri" panose="020F0502020204030204" pitchFamily="34" charset="0"/>
              </a:rPr>
              <a:t>html, xml, </a:t>
            </a:r>
            <a:r>
              <a:rPr lang="en-US" sz="2200" dirty="0" err="1">
                <a:ea typeface="Calibri" panose="020F0502020204030204" pitchFamily="34" charset="0"/>
                <a:cs typeface="Calibri" panose="020F0502020204030204" pitchFamily="34" charset="0"/>
              </a:rPr>
              <a:t>json</a:t>
            </a:r>
            <a:r>
              <a:rPr lang="he-IL" sz="2200" dirty="0">
                <a:ea typeface="Calibri" panose="020F0502020204030204" pitchFamily="34" charset="0"/>
                <a:cs typeface="Calibri" panose="020F0502020204030204" pitchFamily="34" charset="0"/>
              </a:rPr>
              <a:t>, תמונות, וכו'</a:t>
            </a:r>
            <a:endParaRPr lang="en-US" sz="22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40000" lvl="1" indent="-216000" algn="r" rtl="1">
              <a:lnSpc>
                <a:spcPct val="100000"/>
              </a:lnSpc>
              <a:spcBef>
                <a:spcPts val="0"/>
              </a:spcBef>
            </a:pPr>
            <a:r>
              <a:rPr lang="he-IL" sz="2200" dirty="0">
                <a:ea typeface="Calibri" panose="020F0502020204030204" pitchFamily="34" charset="0"/>
                <a:cs typeface="Calibri" panose="020F0502020204030204" pitchFamily="34" charset="0"/>
              </a:rPr>
              <a:t>כללי אבטחה, הרשאות</a:t>
            </a:r>
            <a:endParaRPr lang="en-US" sz="22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40000" lvl="1" indent="-216000" algn="r" rtl="1">
              <a:lnSpc>
                <a:spcPct val="100000"/>
              </a:lnSpc>
              <a:spcBef>
                <a:spcPts val="0"/>
              </a:spcBef>
            </a:pPr>
            <a:r>
              <a:rPr lang="he-IL" sz="2200" dirty="0">
                <a:ea typeface="Calibri" panose="020F0502020204030204" pitchFamily="34" charset="0"/>
                <a:cs typeface="Calibri" panose="020F0502020204030204" pitchFamily="34" charset="0"/>
              </a:rPr>
              <a:t>דוגמאות: </a:t>
            </a:r>
            <a:r>
              <a:rPr lang="en-US" sz="2200" dirty="0">
                <a:ea typeface="Calibri" panose="020F0502020204030204" pitchFamily="34" charset="0"/>
                <a:cs typeface="Calibri" panose="020F0502020204030204" pitchFamily="34" charset="0"/>
              </a:rPr>
              <a:t>http/https</a:t>
            </a:r>
            <a:r>
              <a:rPr lang="he-IL" sz="2200" dirty="0"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200" dirty="0" err="1">
                <a:ea typeface="Calibri" panose="020F0502020204030204" pitchFamily="34" charset="0"/>
                <a:cs typeface="Calibri" panose="020F0502020204030204" pitchFamily="34" charset="0"/>
              </a:rPr>
              <a:t>dns</a:t>
            </a:r>
            <a:r>
              <a:rPr lang="he-IL" sz="2200" dirty="0"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200" dirty="0">
                <a:ea typeface="Calibri" panose="020F0502020204030204" pitchFamily="34" charset="0"/>
                <a:cs typeface="Calibri" panose="020F0502020204030204" pitchFamily="34" charset="0"/>
              </a:rPr>
              <a:t>smtp</a:t>
            </a:r>
            <a:r>
              <a:rPr lang="he-IL" sz="2200" dirty="0"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200" dirty="0" err="1">
                <a:ea typeface="Calibri" panose="020F0502020204030204" pitchFamily="34" charset="0"/>
                <a:cs typeface="Calibri" panose="020F0502020204030204" pitchFamily="34" charset="0"/>
              </a:rPr>
              <a:t>imap</a:t>
            </a:r>
            <a:r>
              <a:rPr lang="he-IL" sz="2200" dirty="0"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200" dirty="0">
                <a:ea typeface="Calibri" panose="020F0502020204030204" pitchFamily="34" charset="0"/>
                <a:cs typeface="Calibri" panose="020F0502020204030204" pitchFamily="34" charset="0"/>
              </a:rPr>
              <a:t>ftp</a:t>
            </a:r>
            <a:r>
              <a:rPr lang="he-IL" sz="2200" dirty="0"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200" dirty="0">
                <a:ea typeface="Calibri" panose="020F0502020204030204" pitchFamily="34" charset="0"/>
                <a:cs typeface="Calibri" panose="020F0502020204030204" pitchFamily="34" charset="0"/>
              </a:rPr>
              <a:t>ssh</a:t>
            </a:r>
            <a:endParaRPr lang="he-IL" sz="22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2" descr="Simple illustration of the 7 layers in the OSI model vs. the 4 layers in the TCP/IP model">
            <a:extLst>
              <a:ext uri="{FF2B5EF4-FFF2-40B4-BE49-F238E27FC236}">
                <a16:creationId xmlns:a16="http://schemas.microsoft.com/office/drawing/2014/main" id="{42D1B3A7-6C9A-B27B-37C2-682C633F7E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39" r="9865"/>
          <a:stretch>
            <a:fillRect/>
          </a:stretch>
        </p:blipFill>
        <p:spPr bwMode="auto">
          <a:xfrm>
            <a:off x="1151962" y="1329945"/>
            <a:ext cx="3330037" cy="5092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709967-E234-EB32-8EAF-8C2A89A23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887" y="5409022"/>
            <a:ext cx="438150" cy="42862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60CB21F-7592-DC6C-D7D9-DD48F6872B93}"/>
              </a:ext>
            </a:extLst>
          </p:cNvPr>
          <p:cNvSpPr/>
          <p:nvPr/>
        </p:nvSpPr>
        <p:spPr>
          <a:xfrm>
            <a:off x="1151961" y="2465222"/>
            <a:ext cx="3330037" cy="1565455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257292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A7CFC-6C98-4383-0352-6E0207A33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5BCD7-CC45-23B1-9414-4129BB032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מודל השכבות</a:t>
            </a:r>
            <a:endParaRPr lang="LID4096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68A64C-FA6D-7113-71E5-2B60A4D84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887" y="5409022"/>
            <a:ext cx="438150" cy="428625"/>
          </a:xfrm>
          <a:prstGeom prst="rect">
            <a:avLst/>
          </a:prstGeom>
        </p:spPr>
      </p:pic>
      <p:pic>
        <p:nvPicPr>
          <p:cNvPr id="12290" name="Picture 2" descr="A diagram of a network connection&#10;">
            <a:extLst>
              <a:ext uri="{FF2B5EF4-FFF2-40B4-BE49-F238E27FC236}">
                <a16:creationId xmlns:a16="http://schemas.microsoft.com/office/drawing/2014/main" id="{ABE81BBC-D1A0-419E-E3C8-034AC3BBE5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40"/>
          <a:stretch>
            <a:fillRect/>
          </a:stretch>
        </p:blipFill>
        <p:spPr bwMode="auto">
          <a:xfrm>
            <a:off x="889228" y="1448978"/>
            <a:ext cx="7762875" cy="4770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5027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AB935-14A1-A44C-D357-E3F14A293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FE5C7-554F-9538-23F2-B67C3D874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שכבת האינטרנט</a:t>
            </a:r>
            <a:endParaRPr lang="LID4096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8EB304-B736-DC0A-0C0D-328D15D76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887" y="5409022"/>
            <a:ext cx="438150" cy="42862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E4E63-CD65-54A2-EB0D-E128654D844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898982"/>
            <a:ext cx="7740652" cy="4552319"/>
          </a:xfrm>
        </p:spPr>
        <p:txBody>
          <a:bodyPr>
            <a:noAutofit/>
          </a:bodyPr>
          <a:lstStyle/>
          <a:p>
            <a:pPr algn="r">
              <a:lnSpc>
                <a:spcPct val="100000"/>
              </a:lnSpc>
              <a:spcBef>
                <a:spcPts val="300"/>
              </a:spcBef>
            </a:pPr>
            <a:r>
              <a:rPr lang="he-IL" b="1" dirty="0">
                <a:latin typeface="+mn-lt"/>
              </a:rPr>
              <a:t>פרוטוקול </a:t>
            </a:r>
            <a:r>
              <a:rPr lang="en-US" b="1" dirty="0">
                <a:latin typeface="+mn-lt"/>
              </a:rPr>
              <a:t>IP</a:t>
            </a:r>
            <a:endParaRPr lang="he-IL" b="1" dirty="0">
              <a:latin typeface="+mn-lt"/>
            </a:endParaRP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חבילה: יחידת העברה בין </a:t>
            </a:r>
            <a:r>
              <a:rPr lang="he-IL" dirty="0" err="1"/>
              <a:t>הוסטים</a:t>
            </a:r>
            <a:endParaRPr lang="he-IL" dirty="0"/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מבנה חבילה: כותרת + מטען (</a:t>
            </a:r>
            <a:r>
              <a:rPr lang="en-US" dirty="0"/>
              <a:t>header + payload</a:t>
            </a:r>
            <a:r>
              <a:rPr lang="he-IL" dirty="0"/>
              <a:t>)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כותרת: אורך כותרת, אורך כולל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כותרת: מספר זיהוי חבילה, דגלי בקרה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כותרת: </a:t>
            </a:r>
            <a:r>
              <a:rPr lang="en-US" dirty="0"/>
              <a:t>TTL</a:t>
            </a:r>
            <a:r>
              <a:rPr lang="he-IL" dirty="0"/>
              <a:t> (</a:t>
            </a:r>
            <a:r>
              <a:rPr lang="en-US" dirty="0"/>
              <a:t>time to live</a:t>
            </a:r>
            <a:r>
              <a:rPr lang="he-IL" dirty="0"/>
              <a:t>) למניעת "לולאות ניתוב"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כותרת: סוג תעבורה למי למסור למעלה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כותרת: כתובת מקור, כתובת יעד, </a:t>
            </a:r>
            <a:r>
              <a:rPr lang="en-US" dirty="0"/>
              <a:t>checksum</a:t>
            </a:r>
            <a:endParaRPr lang="he-IL" dirty="0"/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ועוד כמה...</a:t>
            </a:r>
            <a:endParaRPr lang="en-US" dirty="0"/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he-IL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55034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DBE14-8CE7-F89A-39D6-98A6925D4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5271F-87F9-F310-DC78-51D553F17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שכבת האינטרנט</a:t>
            </a:r>
            <a:endParaRPr lang="LID4096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DD8DD4-C574-F9FA-5096-E970DA389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887" y="5409022"/>
            <a:ext cx="438150" cy="428625"/>
          </a:xfrm>
          <a:prstGeom prst="rect">
            <a:avLst/>
          </a:prstGeom>
        </p:spPr>
      </p:pic>
      <p:pic>
        <p:nvPicPr>
          <p:cNvPr id="13314" name="Picture 2" descr="image">
            <a:extLst>
              <a:ext uri="{FF2B5EF4-FFF2-40B4-BE49-F238E27FC236}">
                <a16:creationId xmlns:a16="http://schemas.microsoft.com/office/drawing/2014/main" id="{04D433F7-C476-CAE9-4DAB-10AB7A1934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44" b="11986"/>
          <a:stretch>
            <a:fillRect/>
          </a:stretch>
        </p:blipFill>
        <p:spPr bwMode="auto">
          <a:xfrm>
            <a:off x="1371037" y="1553340"/>
            <a:ext cx="6749513" cy="4912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0D8C3-22E3-6137-32BB-E5022195544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51961" y="1178975"/>
            <a:ext cx="7470085" cy="5272327"/>
          </a:xfrm>
        </p:spPr>
        <p:txBody>
          <a:bodyPr>
            <a:noAutofit/>
          </a:bodyPr>
          <a:lstStyle/>
          <a:p>
            <a:pPr algn="l" rtl="0">
              <a:lnSpc>
                <a:spcPct val="100000"/>
              </a:lnSpc>
              <a:spcBef>
                <a:spcPts val="300"/>
              </a:spcBef>
            </a:pPr>
            <a:r>
              <a:rPr lang="en-US" b="1" dirty="0">
                <a:latin typeface="+mn-lt"/>
              </a:rPr>
              <a:t>IP Protocol Packet (IPv4)</a:t>
            </a:r>
            <a:endParaRPr lang="he-IL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491615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D5DB6-A46D-657F-2919-4B45B0044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67FDD-4279-0921-67E6-6E3301E82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שכבת האינטרנט</a:t>
            </a:r>
            <a:endParaRPr lang="LID4096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040C45-C04C-58AC-0582-4198B8345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887" y="5409022"/>
            <a:ext cx="438150" cy="42862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E216F-2974-E427-BEB5-6ACC60466C4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808982"/>
            <a:ext cx="7740652" cy="464231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b="1" dirty="0"/>
              <a:t>פרוטוקול </a:t>
            </a:r>
            <a:r>
              <a:rPr lang="en-US" b="1" dirty="0"/>
              <a:t>IP</a:t>
            </a:r>
            <a:r>
              <a:rPr lang="he-IL" b="1" dirty="0"/>
              <a:t>: ניתוב</a:t>
            </a:r>
            <a:endParaRPr lang="en-US" dirty="0"/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he-IL" dirty="0"/>
              <a:t>טבלת ניתוב מקומית: יעד – &gt; הופ הבא (</a:t>
            </a:r>
            <a:r>
              <a:rPr lang="en-US" dirty="0"/>
              <a:t>next hop</a:t>
            </a:r>
            <a:r>
              <a:rPr lang="he-IL" dirty="0"/>
              <a:t>)</a:t>
            </a:r>
            <a:endParaRPr lang="en-US" dirty="0"/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הופ הבא: שכן פיזי שאליו מעבירים עכשיו</a:t>
            </a:r>
            <a:endParaRPr lang="en-US" dirty="0"/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בכל תחנה: חיפוש הופ הבא בטבלה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בכל תחנה: הורדת ה </a:t>
            </a:r>
            <a:r>
              <a:rPr lang="en-US" dirty="0"/>
              <a:t>TTL</a:t>
            </a:r>
            <a:r>
              <a:rPr lang="he-IL" dirty="0"/>
              <a:t> באחד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העברה בפועל: דרך שכבת הגישה לרשת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בעיה: טבלה ענקית אם שומרים יעד לכל כתובת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פתרון: תת-רשתות והיררכיה "דמוית עץ"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שער ברירת מחדל: ברירת מחדל כשאין התאמה ספציפית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שער ברירת מחדל: "שלח למישהו שיודע יותר ממני"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קובץ </a:t>
            </a:r>
            <a:r>
              <a:rPr lang="en-US" dirty="0"/>
              <a:t>hosts</a:t>
            </a:r>
            <a:r>
              <a:rPr lang="he-IL" dirty="0"/>
              <a:t> מאפשר ניתוב-מחדש</a:t>
            </a:r>
          </a:p>
        </p:txBody>
      </p:sp>
    </p:spTree>
    <p:extLst>
      <p:ext uri="{BB962C8B-B14F-4D97-AF65-F5344CB8AC3E}">
        <p14:creationId xmlns:p14="http://schemas.microsoft.com/office/powerpoint/2010/main" val="11368157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43CB2-9826-E84B-33CA-55F629E91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image">
            <a:extLst>
              <a:ext uri="{FF2B5EF4-FFF2-40B4-BE49-F238E27FC236}">
                <a16:creationId xmlns:a16="http://schemas.microsoft.com/office/drawing/2014/main" id="{2E700AC8-5B01-56D8-BDFD-468646EF6A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86"/>
          <a:stretch>
            <a:fillRect/>
          </a:stretch>
        </p:blipFill>
        <p:spPr bwMode="auto">
          <a:xfrm>
            <a:off x="1334701" y="1382066"/>
            <a:ext cx="5940066" cy="501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E638A6-20FF-D294-F000-A6412316A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שכבת האינטרנט</a:t>
            </a:r>
            <a:endParaRPr lang="LID4096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26515D-93A0-87ED-D023-251456F8D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887" y="5409022"/>
            <a:ext cx="438150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087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2F1F5-15E3-411B-FB64-6EBCAD51F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E29D5-32C5-E7AD-4C81-F7AAC5F5E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שכבת האינטרנט</a:t>
            </a:r>
            <a:endParaRPr lang="LID4096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6B8C62-175C-CBF9-BF58-15AD5D162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887" y="5409022"/>
            <a:ext cx="438150" cy="42862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4A490-B207-7045-0683-B5B14DEA2C5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358977"/>
            <a:ext cx="7740652" cy="509232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b="1" u="sng" dirty="0"/>
              <a:t>שירותים משלימים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he-IL" b="1" dirty="0"/>
              <a:t>מערכת תרגום שמות (</a:t>
            </a:r>
            <a:r>
              <a:rPr lang="en-US" b="1" dirty="0"/>
              <a:t>DNS</a:t>
            </a:r>
            <a:r>
              <a:rPr lang="he-IL" b="1" dirty="0"/>
              <a:t>)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תרגום כתובת מילולית לכתובת </a:t>
            </a:r>
            <a:r>
              <a:rPr lang="en-US" dirty="0"/>
              <a:t>IP</a:t>
            </a:r>
            <a:r>
              <a:rPr lang="he-IL" dirty="0"/>
              <a:t> (כמו ספר טלפונים)</a:t>
            </a:r>
            <a:endParaRPr lang="en-US" dirty="0"/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חיפוש: היררכיית של </a:t>
            </a:r>
            <a:r>
              <a:rPr lang="he-IL" dirty="0" err="1"/>
              <a:t>דומיינים</a:t>
            </a:r>
            <a:r>
              <a:rPr lang="he-IL" dirty="0"/>
              <a:t> ושרתי שמות</a:t>
            </a:r>
            <a:endParaRPr lang="en-US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he-IL" b="1" dirty="0"/>
              <a:t>תרגום כתובת רשת (</a:t>
            </a:r>
            <a:r>
              <a:rPr lang="en-US" b="1" dirty="0"/>
              <a:t>NAT</a:t>
            </a:r>
            <a:r>
              <a:rPr lang="he-IL" b="1" dirty="0"/>
              <a:t>)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כתובת ציבורית אחת לרשת מקומית</a:t>
            </a:r>
            <a:endParaRPr lang="en-US" dirty="0"/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החלפת </a:t>
            </a:r>
            <a:r>
              <a:rPr lang="en-US" dirty="0"/>
              <a:t>IP</a:t>
            </a:r>
            <a:r>
              <a:rPr lang="he-IL" dirty="0"/>
              <a:t> ופורט ביציאה + הוספה לטבלת תרגום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החלפת יעד בכניסה לפי טבלת התרגום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שרת פנימי לא נגיש בלי הפניית פורטים (</a:t>
            </a:r>
            <a:r>
              <a:rPr lang="en-US" dirty="0"/>
              <a:t>port forwarding</a:t>
            </a:r>
            <a:r>
              <a:rPr lang="he-IL" dirty="0"/>
              <a:t>)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he-IL" b="1" dirty="0"/>
              <a:t>מנגנוני הפצת חבילות (</a:t>
            </a:r>
            <a:r>
              <a:rPr lang="en-US" b="1" dirty="0"/>
              <a:t>IP Multicast / IP Broadcast</a:t>
            </a:r>
            <a:r>
              <a:rPr lang="he-IL" b="1" dirty="0"/>
              <a:t>)</a:t>
            </a:r>
            <a:endParaRPr lang="en-US" b="1" dirty="0"/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מנגנון הצטרפות לקבוצה (</a:t>
            </a:r>
            <a:r>
              <a:rPr lang="en-US" dirty="0"/>
              <a:t>multicast</a:t>
            </a:r>
            <a:r>
              <a:rPr lang="he-IL" dirty="0"/>
              <a:t>)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מאפשר שליחה לקבוצות / לכולם עם </a:t>
            </a:r>
            <a:r>
              <a:rPr lang="en-US" dirty="0"/>
              <a:t>datagrams</a:t>
            </a:r>
          </a:p>
        </p:txBody>
      </p:sp>
    </p:spTree>
    <p:extLst>
      <p:ext uri="{BB962C8B-B14F-4D97-AF65-F5344CB8AC3E}">
        <p14:creationId xmlns:p14="http://schemas.microsoft.com/office/powerpoint/2010/main" val="2988674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8F14F-F869-D120-E3B0-8E59910E3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E1C0B-D505-742B-7400-70B8DBF47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שכבת התעבורה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27001-DC9C-1B41-5652-EDD7C87EC65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391999" y="1538979"/>
            <a:ext cx="4230048" cy="491232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b="1" dirty="0">
                <a:latin typeface="+mn-lt"/>
              </a:rPr>
              <a:t>אנחנו נתמקד ב: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sz="2200" dirty="0">
                <a:latin typeface="+mn-lt"/>
              </a:rPr>
              <a:t>שכבת האפליקציה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b="1" dirty="0">
                <a:latin typeface="+mn-lt"/>
              </a:rPr>
              <a:t>שכבת התעבורה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sz="2200" b="1" dirty="0">
                <a:latin typeface="+mn-lt"/>
              </a:rPr>
              <a:t>מונחים בשכבת התעבורה: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b="1" dirty="0">
                <a:latin typeface="+mn-lt"/>
              </a:rPr>
              <a:t>מארח (</a:t>
            </a:r>
            <a:r>
              <a:rPr lang="en-US" b="1" dirty="0">
                <a:latin typeface="+mn-lt"/>
              </a:rPr>
              <a:t>host</a:t>
            </a:r>
            <a:r>
              <a:rPr lang="he-IL" b="1" dirty="0">
                <a:latin typeface="+mn-lt"/>
              </a:rPr>
              <a:t>): </a:t>
            </a:r>
            <a:r>
              <a:rPr lang="he-IL" dirty="0">
                <a:latin typeface="+mn-lt"/>
              </a:rPr>
              <a:t>מחשב ברשת שמריץ תהליכים ושולח ומקבל תקשורת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sz="2200" b="1" dirty="0">
                <a:latin typeface="+mn-lt"/>
              </a:rPr>
              <a:t>כתובת </a:t>
            </a:r>
            <a:r>
              <a:rPr lang="en-US" sz="2200" b="1" dirty="0">
                <a:latin typeface="+mn-lt"/>
              </a:rPr>
              <a:t>IP</a:t>
            </a:r>
            <a:r>
              <a:rPr lang="he-IL" sz="2200" b="1" dirty="0">
                <a:latin typeface="+mn-lt"/>
              </a:rPr>
              <a:t>: </a:t>
            </a:r>
            <a:r>
              <a:rPr lang="he-IL" dirty="0"/>
              <a:t>מזהה לוגי של מארח ברשת לצורך ניתוב והגעה ליעד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port</a:t>
            </a:r>
            <a:r>
              <a:rPr lang="he-IL" b="1" dirty="0">
                <a:latin typeface="+mn-lt"/>
              </a:rPr>
              <a:t>: </a:t>
            </a:r>
            <a:r>
              <a:rPr lang="he-IL" dirty="0"/>
              <a:t>מספר שמזהה שירות או תהליך מסוים על המארח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socket</a:t>
            </a:r>
            <a:r>
              <a:rPr lang="he-IL" b="1" dirty="0">
                <a:latin typeface="+mn-lt"/>
              </a:rPr>
              <a:t>: </a:t>
            </a:r>
            <a:r>
              <a:rPr lang="he-IL" dirty="0">
                <a:latin typeface="+mn-lt"/>
              </a:rPr>
              <a:t>אובייקט תכנותי שמייצג נק' קצה בשכבת התעבורה</a:t>
            </a:r>
            <a:endParaRPr lang="he-IL" sz="2200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he-IL" sz="2200" dirty="0">
              <a:latin typeface="+mn-lt"/>
            </a:endParaRPr>
          </a:p>
        </p:txBody>
      </p:sp>
      <p:pic>
        <p:nvPicPr>
          <p:cNvPr id="6" name="Picture 2" descr="Simple illustration of the 7 layers in the OSI model vs. the 4 layers in the TCP/IP model">
            <a:extLst>
              <a:ext uri="{FF2B5EF4-FFF2-40B4-BE49-F238E27FC236}">
                <a16:creationId xmlns:a16="http://schemas.microsoft.com/office/drawing/2014/main" id="{0EB23E41-046F-4C62-DB7F-416C586695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39" r="9865"/>
          <a:stretch>
            <a:fillRect/>
          </a:stretch>
        </p:blipFill>
        <p:spPr bwMode="auto">
          <a:xfrm>
            <a:off x="1151962" y="1329945"/>
            <a:ext cx="3330037" cy="5092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63DB47D-51B1-093E-95A1-FB178E4F5F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887" y="5409022"/>
            <a:ext cx="438150" cy="42862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973FA45-A4CD-3866-75C3-E2D95858C828}"/>
              </a:ext>
            </a:extLst>
          </p:cNvPr>
          <p:cNvSpPr/>
          <p:nvPr/>
        </p:nvSpPr>
        <p:spPr>
          <a:xfrm>
            <a:off x="1151961" y="4030674"/>
            <a:ext cx="3330037" cy="526695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10460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DEFB5-D1AC-0BF4-EB02-C5813F800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2C4BD-C3A2-5F18-002D-6F1F8C0B0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שכבת התעבורה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DAAF8-473E-8B16-27D1-D6B8B0B19B1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32887" y="2978995"/>
            <a:ext cx="7689160" cy="347230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b="1" dirty="0">
                <a:latin typeface="+mn-lt"/>
              </a:rPr>
              <a:t>אנחנו נתמקד ב: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sz="2200" dirty="0">
                <a:latin typeface="+mn-lt"/>
              </a:rPr>
              <a:t>שכבת האפליקציה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b="1" dirty="0">
                <a:latin typeface="+mn-lt"/>
              </a:rPr>
              <a:t>שכבת התעבורה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sz="2200" b="1" dirty="0">
                <a:latin typeface="+mn-lt"/>
              </a:rPr>
              <a:t>מונחים בשכבת התעבורה: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b="1" dirty="0">
                <a:latin typeface="+mn-lt"/>
              </a:rPr>
              <a:t>מארח (</a:t>
            </a:r>
            <a:r>
              <a:rPr lang="en-US" b="1" dirty="0">
                <a:latin typeface="+mn-lt"/>
              </a:rPr>
              <a:t>host</a:t>
            </a:r>
            <a:r>
              <a:rPr lang="he-IL" b="1" dirty="0">
                <a:latin typeface="+mn-lt"/>
              </a:rPr>
              <a:t>): </a:t>
            </a:r>
            <a:r>
              <a:rPr lang="he-IL" dirty="0">
                <a:latin typeface="+mn-lt"/>
              </a:rPr>
              <a:t>מחשב ברשת שמריץ תהליכים ושולח ומקבל תקשורת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sz="2200" b="1" dirty="0">
                <a:latin typeface="+mn-lt"/>
              </a:rPr>
              <a:t>כתובת </a:t>
            </a:r>
            <a:r>
              <a:rPr lang="en-US" sz="2200" b="1" dirty="0">
                <a:latin typeface="+mn-lt"/>
              </a:rPr>
              <a:t>IP</a:t>
            </a:r>
            <a:r>
              <a:rPr lang="he-IL" sz="2200" b="1" dirty="0">
                <a:latin typeface="+mn-lt"/>
              </a:rPr>
              <a:t>: </a:t>
            </a:r>
            <a:r>
              <a:rPr lang="he-IL" dirty="0"/>
              <a:t>מזהה לוגי של מארח ברשת לצורך ניתוב והגעה ליעד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port</a:t>
            </a:r>
            <a:r>
              <a:rPr lang="he-IL" b="1" dirty="0">
                <a:latin typeface="+mn-lt"/>
              </a:rPr>
              <a:t>: </a:t>
            </a:r>
            <a:r>
              <a:rPr lang="he-IL" dirty="0"/>
              <a:t>מספר שמזהה שירות או תהליך מסוים על המארח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+mn-lt"/>
              </a:rPr>
              <a:t>socket</a:t>
            </a:r>
            <a:r>
              <a:rPr lang="he-IL" b="1" dirty="0">
                <a:latin typeface="+mn-lt"/>
              </a:rPr>
              <a:t>: </a:t>
            </a:r>
            <a:r>
              <a:rPr lang="he-IL" dirty="0">
                <a:latin typeface="+mn-lt"/>
              </a:rPr>
              <a:t>אובייקט תכנותי שמייצג נק' קצה בשכבת התעבורה</a:t>
            </a:r>
            <a:endParaRPr lang="he-IL" sz="2200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06D0A7-CB9B-D19A-563E-4AB2F3DA1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887" y="5409022"/>
            <a:ext cx="438150" cy="4286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5A395D-823C-E242-F749-0CFF621722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1963" y="1358978"/>
            <a:ext cx="4050045" cy="270003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69285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DB1D4-0451-6651-EFDC-3688A8891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FDA25-3584-4CE2-C122-F1A1AB073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שכבת התעבורה</a:t>
            </a:r>
            <a:endParaRPr lang="LID4096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054F6D-C0BC-A4D2-67EA-94DD1601D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887" y="5409022"/>
            <a:ext cx="438150" cy="4286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5FC503-B101-4EEB-4DAE-D875367DE5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30" y="1628980"/>
            <a:ext cx="7722035" cy="45000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6565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55CCC-46B2-1B05-4DD5-A2773C229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882FA-AB5C-6CE0-CBBA-3EB44FAB6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שכבת התעבורה</a:t>
            </a:r>
            <a:endParaRPr lang="LID4096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1ED122-B25C-088B-427C-D3F225CF4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887" y="5409022"/>
            <a:ext cx="438150" cy="428625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0025BAE-C845-EDF5-7412-5AC30D02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224957"/>
              </p:ext>
            </p:extLst>
          </p:nvPr>
        </p:nvGraphicFramePr>
        <p:xfrm>
          <a:off x="881394" y="1442313"/>
          <a:ext cx="7830651" cy="4605350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1401452">
                  <a:extLst>
                    <a:ext uri="{9D8B030D-6E8A-4147-A177-3AD203B41FA5}">
                      <a16:colId xmlns:a16="http://schemas.microsoft.com/office/drawing/2014/main" val="63158788"/>
                    </a:ext>
                  </a:extLst>
                </a:gridCol>
                <a:gridCol w="3272645">
                  <a:extLst>
                    <a:ext uri="{9D8B030D-6E8A-4147-A177-3AD203B41FA5}">
                      <a16:colId xmlns:a16="http://schemas.microsoft.com/office/drawing/2014/main" val="2727868071"/>
                    </a:ext>
                  </a:extLst>
                </a:gridCol>
                <a:gridCol w="3156554">
                  <a:extLst>
                    <a:ext uri="{9D8B030D-6E8A-4147-A177-3AD203B41FA5}">
                      <a16:colId xmlns:a16="http://schemas.microsoft.com/office/drawing/2014/main" val="2049291479"/>
                    </a:ext>
                  </a:extLst>
                </a:gridCol>
              </a:tblGrid>
              <a:tr h="241180"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he-IL" sz="1800" kern="0" dirty="0">
                          <a:effectLst/>
                        </a:rPr>
                        <a:t>מאפיין</a:t>
                      </a:r>
                      <a:endParaRPr lang="he-IL" sz="18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800" kern="0" dirty="0">
                          <a:effectLst/>
                        </a:rPr>
                        <a:t>TCP</a:t>
                      </a:r>
                      <a:endParaRPr lang="en-US" sz="18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UDP</a:t>
                      </a:r>
                      <a:endParaRPr lang="en-US" sz="18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20050051"/>
                  </a:ext>
                </a:extLst>
              </a:tr>
              <a:tr h="428081"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he-IL" sz="1800" kern="0" dirty="0">
                          <a:effectLst/>
                        </a:rPr>
                        <a:t>חיבור</a:t>
                      </a:r>
                      <a:endParaRPr lang="he-IL" sz="18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he-IL" sz="1800" kern="0" dirty="0">
                          <a:effectLst/>
                        </a:rPr>
                        <a:t>מחייב </a:t>
                      </a:r>
                      <a:r>
                        <a:rPr lang="en-US" sz="1800" kern="0" dirty="0">
                          <a:effectLst/>
                        </a:rPr>
                        <a:t>handshake</a:t>
                      </a:r>
                      <a:r>
                        <a:rPr lang="he-IL" sz="1800" kern="0" dirty="0">
                          <a:effectLst/>
                        </a:rPr>
                        <a:t> (הקמת </a:t>
                      </a:r>
                      <a:r>
                        <a:rPr lang="en-US" sz="1800" kern="0" dirty="0">
                          <a:effectLst/>
                        </a:rPr>
                        <a:t>session</a:t>
                      </a:r>
                      <a:r>
                        <a:rPr lang="he-IL" sz="1800" kern="0" dirty="0">
                          <a:effectLst/>
                        </a:rPr>
                        <a:t>)</a:t>
                      </a:r>
                      <a:endParaRPr lang="en-US" sz="18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800" kern="0" dirty="0">
                          <a:effectLst/>
                        </a:rPr>
                        <a:t>connectionless</a:t>
                      </a:r>
                      <a:r>
                        <a:rPr lang="he-IL" sz="1800" kern="0" dirty="0">
                          <a:effectLst/>
                        </a:rPr>
                        <a:t>, </a:t>
                      </a:r>
                      <a:r>
                        <a:rPr lang="en-US" sz="1800" kern="0" dirty="0">
                          <a:effectLst/>
                        </a:rPr>
                        <a:t>"</a:t>
                      </a:r>
                      <a:r>
                        <a:rPr lang="he-IL" sz="1800" kern="0" dirty="0">
                          <a:effectLst/>
                        </a:rPr>
                        <a:t>שגר ושכח"</a:t>
                      </a:r>
                      <a:endParaRPr lang="he-IL" sz="18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26119921"/>
                  </a:ext>
                </a:extLst>
              </a:tr>
              <a:tr h="654279"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he-IL" sz="1800" kern="0" dirty="0">
                          <a:effectLst/>
                        </a:rPr>
                        <a:t>אמינות</a:t>
                      </a:r>
                      <a:endParaRPr lang="he-IL" sz="18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he-IL" sz="1800" kern="0" dirty="0">
                          <a:effectLst/>
                        </a:rPr>
                        <a:t>אמין – מנגנון אישורי קבלה</a:t>
                      </a:r>
                      <a:endParaRPr lang="he-IL" sz="1800" kern="100" dirty="0">
                        <a:effectLst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he-IL" sz="1800" kern="0" dirty="0">
                          <a:effectLst/>
                        </a:rPr>
                        <a:t>+ שליחת הודעות חסרות מחדש</a:t>
                      </a:r>
                      <a:endParaRPr lang="he-IL" sz="18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he-IL" sz="1800" kern="0" dirty="0">
                          <a:effectLst/>
                        </a:rPr>
                        <a:t>לא אמין </a:t>
                      </a:r>
                      <a:r>
                        <a:rPr lang="en-US" sz="1800" kern="0" dirty="0">
                          <a:effectLst/>
                        </a:rPr>
                        <a:t>best effort"</a:t>
                      </a:r>
                      <a:r>
                        <a:rPr lang="he-IL" sz="1800" kern="0" dirty="0">
                          <a:effectLst/>
                        </a:rPr>
                        <a:t>"</a:t>
                      </a:r>
                      <a:endParaRPr lang="en-US" sz="18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27229949"/>
                  </a:ext>
                </a:extLst>
              </a:tr>
              <a:tr h="540006"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he-IL" sz="1800" kern="0" dirty="0">
                          <a:effectLst/>
                        </a:rPr>
                        <a:t>בדיקת שגיאות</a:t>
                      </a:r>
                      <a:endParaRPr lang="he-IL" sz="18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he-IL" sz="1800" kern="0" dirty="0">
                          <a:effectLst/>
                        </a:rPr>
                        <a:t>זריקת חבילה פגומה </a:t>
                      </a:r>
                      <a:endParaRPr lang="en-US" sz="1800" kern="0" dirty="0">
                        <a:effectLst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he-IL" sz="1800" kern="0" dirty="0">
                          <a:effectLst/>
                        </a:rPr>
                        <a:t>+</a:t>
                      </a:r>
                      <a:r>
                        <a:rPr lang="en-US" sz="1800" kern="0" dirty="0">
                          <a:effectLst/>
                        </a:rPr>
                        <a:t> </a:t>
                      </a:r>
                      <a:r>
                        <a:rPr lang="he-IL" sz="1800" kern="0" dirty="0">
                          <a:effectLst/>
                        </a:rPr>
                        <a:t>שליחת הודעות פגומות מחדש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he-IL" sz="1800" kern="0" dirty="0">
                          <a:effectLst/>
                        </a:rPr>
                        <a:t>אופציונלית – זריקת חבילה פגומה (ללא שידור חוזר)</a:t>
                      </a:r>
                      <a:endParaRPr lang="he-IL" sz="18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46836518"/>
                  </a:ext>
                </a:extLst>
              </a:tr>
              <a:tr h="621373"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he-IL" sz="1800" kern="0" dirty="0">
                          <a:effectLst/>
                        </a:rPr>
                        <a:t>סדר הגעה</a:t>
                      </a:r>
                      <a:endParaRPr lang="he-IL" sz="18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he-IL" sz="1800" kern="0" dirty="0">
                          <a:effectLst/>
                        </a:rPr>
                        <a:t>מנגנון מספור חבילות</a:t>
                      </a:r>
                      <a:endParaRPr lang="he-IL" sz="1800" kern="100" dirty="0">
                        <a:effectLst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he-IL" sz="1800" kern="0" dirty="0">
                          <a:effectLst/>
                        </a:rPr>
                        <a:t>הרכבה מחדש לפי הסדר</a:t>
                      </a:r>
                      <a:endParaRPr lang="he-IL" sz="18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he-IL" sz="1800" kern="0" dirty="0">
                          <a:effectLst/>
                        </a:rPr>
                        <a:t>חבילות מגיעות בכל סדר</a:t>
                      </a:r>
                      <a:endParaRPr lang="he-IL" sz="18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39573415"/>
                  </a:ext>
                </a:extLst>
              </a:tr>
              <a:tr h="360004"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he-IL" sz="1800" kern="0" dirty="0">
                          <a:effectLst/>
                        </a:rPr>
                        <a:t>בקרת זרימה</a:t>
                      </a:r>
                      <a:endParaRPr lang="he-IL" sz="18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he-IL" sz="1800" kern="0">
                          <a:effectLst/>
                        </a:rPr>
                        <a:t>מנגנון למניעת הצפת המקבל</a:t>
                      </a:r>
                      <a:endParaRPr lang="he-IL" sz="18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he-IL" sz="1800" kern="0" dirty="0">
                          <a:effectLst/>
                        </a:rPr>
                        <a:t>אין התחשבות ביכולת המקבל</a:t>
                      </a:r>
                      <a:endParaRPr lang="he-IL" sz="18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35301436"/>
                  </a:ext>
                </a:extLst>
              </a:tr>
              <a:tr h="351370"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he-IL" sz="1800" kern="0" dirty="0">
                          <a:effectLst/>
                        </a:rPr>
                        <a:t>מהירות ותקורה</a:t>
                      </a:r>
                      <a:endParaRPr lang="he-IL" sz="18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he-IL" sz="1800" kern="0" dirty="0">
                          <a:effectLst/>
                        </a:rPr>
                        <a:t>זיהוי עומס רשת והאטת קצב השליחה</a:t>
                      </a:r>
                      <a:endParaRPr lang="he-IL" sz="18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he-IL" sz="1800" kern="0" dirty="0">
                          <a:effectLst/>
                        </a:rPr>
                        <a:t>שליחה בקצב קבוע/מקסימלי</a:t>
                      </a:r>
                      <a:endParaRPr lang="he-IL" sz="18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46195646"/>
                  </a:ext>
                </a:extLst>
              </a:tr>
              <a:tr h="237330"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he-IL" sz="1800" kern="0">
                          <a:effectLst/>
                        </a:rPr>
                        <a:t>גודל כותרת</a:t>
                      </a:r>
                      <a:endParaRPr lang="he-IL" sz="18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he-IL" sz="1800" kern="0" dirty="0">
                          <a:effectLst/>
                        </a:rPr>
                        <a:t>כותרת גדולה – 20-60 בתים</a:t>
                      </a:r>
                      <a:endParaRPr lang="he-IL" sz="18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he-IL" sz="1800" kern="0" dirty="0">
                          <a:effectLst/>
                        </a:rPr>
                        <a:t>כותרת קטנה – 8 בתים</a:t>
                      </a:r>
                      <a:endParaRPr lang="he-IL" sz="18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34438977"/>
                  </a:ext>
                </a:extLst>
              </a:tr>
              <a:tr h="347053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he-IL" sz="1800" kern="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שידור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he-IL" sz="1800" kern="0" dirty="0">
                          <a:effectLst/>
                        </a:rPr>
                        <a:t>רק אחד-על-אחד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he-IL" sz="1800" kern="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יש </a:t>
                      </a:r>
                      <a:r>
                        <a:rPr lang="en-US" sz="1800" kern="1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multicast / broadcast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11938435"/>
                  </a:ext>
                </a:extLst>
              </a:tr>
              <a:tr h="413015">
                <a:tc>
                  <a:txBody>
                    <a:bodyPr/>
                    <a:lstStyle/>
                    <a:p>
                      <a:pPr algn="ctr" rtl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he-IL" sz="1800" kern="0" dirty="0">
                          <a:effectLst/>
                        </a:rPr>
                        <a:t>שימושים</a:t>
                      </a:r>
                      <a:endParaRPr lang="he-IL" sz="18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he-IL" sz="1800" kern="0" dirty="0">
                          <a:effectLst/>
                        </a:rPr>
                        <a:t>כאשר הדיוק חשוב</a:t>
                      </a:r>
                    </a:p>
                    <a:p>
                      <a:pPr algn="r" rtl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800" kern="0" dirty="0">
                          <a:effectLst/>
                        </a:rPr>
                        <a:t>email, http/s, ftp</a:t>
                      </a:r>
                      <a:endParaRPr lang="he-IL" sz="1800" kern="0" dirty="0">
                        <a:effectLst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he-IL" sz="1800" kern="0" dirty="0">
                          <a:effectLst/>
                        </a:rPr>
                        <a:t>כאשר המהירות חשובה והדיוק פחות </a:t>
                      </a:r>
                      <a:r>
                        <a:rPr lang="en-US" sz="1800" kern="0" dirty="0">
                          <a:effectLst/>
                        </a:rPr>
                        <a:t>Streaming, VoIP, Gaming</a:t>
                      </a:r>
                      <a:endParaRPr lang="en-US" sz="18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84511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3568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8292E-E761-6CB1-03CD-FE18AF393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89057-143C-CA04-8C2F-37B535B2C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שכבת האינטרנט</a:t>
            </a:r>
            <a:endParaRPr lang="LID4096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201BA4-480E-5D4D-A577-212F82544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887" y="5409022"/>
            <a:ext cx="438150" cy="42862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47B1A-B9E7-FA3A-7F2E-EAE64936FCE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358977"/>
            <a:ext cx="7740652" cy="509232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b="1" dirty="0"/>
              <a:t>כמה חיבורים לשרת אחד על אותו פורט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שחזור </a:t>
            </a:r>
            <a:r>
              <a:rPr lang="en-US" dirty="0"/>
              <a:t>socket</a:t>
            </a:r>
            <a:r>
              <a:rPr lang="he-IL" dirty="0"/>
              <a:t> היעד (</a:t>
            </a:r>
            <a:r>
              <a:rPr lang="en-US" dirty="0"/>
              <a:t>demultiplexing</a:t>
            </a:r>
            <a:r>
              <a:rPr lang="he-IL" dirty="0"/>
              <a:t>) לפי כתובת הלקוח</a:t>
            </a:r>
            <a:endParaRPr lang="en-US" dirty="0"/>
          </a:p>
        </p:txBody>
      </p:sp>
      <p:pic>
        <p:nvPicPr>
          <p:cNvPr id="16386" name="Picture 2" descr="image">
            <a:extLst>
              <a:ext uri="{FF2B5EF4-FFF2-40B4-BE49-F238E27FC236}">
                <a16:creationId xmlns:a16="http://schemas.microsoft.com/office/drawing/2014/main" id="{64E31F9F-F12A-3DDA-685A-A89BD4481A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805"/>
          <a:stretch>
            <a:fillRect/>
          </a:stretch>
        </p:blipFill>
        <p:spPr bwMode="auto">
          <a:xfrm>
            <a:off x="1511966" y="2335444"/>
            <a:ext cx="6621001" cy="4051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760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038B2-A261-A2B5-D3C9-69567AA99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E843E-A908-626C-45CE-6FC27310C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שכבת האינטרנט</a:t>
            </a:r>
            <a:endParaRPr lang="LID4096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F67928-ECAA-7E39-6546-711DBE703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887" y="5409022"/>
            <a:ext cx="438150" cy="42862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F7982-AFAF-A8B0-227C-EE126C2A38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742013" y="1358977"/>
            <a:ext cx="2880034" cy="5092324"/>
          </a:xfrm>
        </p:spPr>
        <p:txBody>
          <a:bodyPr>
            <a:noAutofit/>
          </a:bodyPr>
          <a:lstStyle/>
          <a:p>
            <a:pPr algn="r">
              <a:lnSpc>
                <a:spcPct val="100000"/>
              </a:lnSpc>
              <a:spcBef>
                <a:spcPts val="300"/>
              </a:spcBef>
            </a:pPr>
            <a:r>
              <a:rPr lang="he-IL" b="1" dirty="0"/>
              <a:t>חיבור מקומי </a:t>
            </a:r>
            <a:endParaRPr lang="en-US" b="1" dirty="0"/>
          </a:p>
          <a:p>
            <a:pPr marL="342900" indent="-342900" algn="r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חיבור </a:t>
            </a:r>
            <a:r>
              <a:rPr lang="en-US" dirty="0"/>
              <a:t>TCP</a:t>
            </a:r>
            <a:r>
              <a:rPr lang="he-IL" dirty="0"/>
              <a:t> או </a:t>
            </a:r>
            <a:r>
              <a:rPr lang="en-US" dirty="0"/>
              <a:t>UDP</a:t>
            </a:r>
            <a:r>
              <a:rPr lang="he-IL" dirty="0"/>
              <a:t> בין תהליכים באותו מחשב (עדיין מעל </a:t>
            </a:r>
            <a:r>
              <a:rPr lang="en-US" dirty="0"/>
              <a:t>IP</a:t>
            </a:r>
            <a:r>
              <a:rPr lang="he-IL" dirty="0"/>
              <a:t>)</a:t>
            </a:r>
          </a:p>
          <a:p>
            <a:pPr marL="342900" indent="-342900" algn="r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שימוש ב </a:t>
            </a:r>
            <a:r>
              <a:rPr lang="en-US" dirty="0"/>
              <a:t>loopback</a:t>
            </a:r>
            <a:r>
              <a:rPr lang="he-IL" dirty="0"/>
              <a:t> (כתובת: </a:t>
            </a:r>
            <a:r>
              <a:rPr lang="en-US" i="1" dirty="0"/>
              <a:t>localhost</a:t>
            </a:r>
            <a:r>
              <a:rPr lang="he-IL" dirty="0"/>
              <a:t> או </a:t>
            </a:r>
            <a:r>
              <a:rPr lang="en-US" i="1" dirty="0"/>
              <a:t>127.0.0.1</a:t>
            </a:r>
            <a:r>
              <a:rPr lang="he-IL" dirty="0"/>
              <a:t> או </a:t>
            </a:r>
            <a:r>
              <a:rPr lang="en-US" i="1" dirty="0"/>
              <a:t>::1</a:t>
            </a:r>
            <a:r>
              <a:rPr lang="he-IL" dirty="0"/>
              <a:t>)</a:t>
            </a:r>
            <a:endParaRPr lang="en-US" dirty="0"/>
          </a:p>
          <a:p>
            <a:pPr marL="342900" indent="-342900" algn="r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מדלג על שכבת הגישה לרשת (הפיסית)</a:t>
            </a:r>
          </a:p>
          <a:p>
            <a:pPr marL="342900" indent="-342900" algn="r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he-IL" dirty="0"/>
              <a:t>אותו מודל (</a:t>
            </a:r>
            <a:r>
              <a:rPr lang="en-US" dirty="0"/>
              <a:t>socket</a:t>
            </a:r>
            <a:r>
              <a:rPr lang="he-IL" dirty="0"/>
              <a:t>, </a:t>
            </a:r>
            <a:r>
              <a:rPr lang="en-US" dirty="0"/>
              <a:t>port</a:t>
            </a:r>
            <a:r>
              <a:rPr lang="he-IL" dirty="0"/>
              <a:t>, </a:t>
            </a:r>
            <a:r>
              <a:rPr lang="en-US" dirty="0"/>
              <a:t>demultiplexing</a:t>
            </a:r>
            <a:r>
              <a:rPr lang="he-IL" dirty="0"/>
              <a:t>, וכו')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BFE9C3-3856-2392-ABC4-D9A679D879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879" t="9317" r="15879" b="10630"/>
          <a:stretch>
            <a:fillRect/>
          </a:stretch>
        </p:blipFill>
        <p:spPr>
          <a:xfrm>
            <a:off x="1061961" y="1381312"/>
            <a:ext cx="3989552" cy="468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229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975D1-690E-A4F0-916B-9C7615D8B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A5EB7-AB42-18E6-C0F6-5EA8C4207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שכבת התעבורה</a:t>
            </a:r>
            <a:endParaRPr lang="LID4096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A73A60-C367-7794-6A98-6B51344DC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887" y="5409022"/>
            <a:ext cx="438150" cy="4286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3B6DA7-DFD3-ECED-537B-72032EA7F3C5}"/>
              </a:ext>
            </a:extLst>
          </p:cNvPr>
          <p:cNvSpPr txBox="1"/>
          <p:nvPr/>
        </p:nvSpPr>
        <p:spPr>
          <a:xfrm>
            <a:off x="1061961" y="1538979"/>
            <a:ext cx="756008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server side - TCP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ServerSocket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ss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ServerSocket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Socket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ss.accept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Scanner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in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Scanner(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s.getInputStream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PrintWriter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out 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PrintWriter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s.getOutputStream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out.println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"hi from server"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System.out.println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"client said: 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in.nextLine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EBCD09-22F5-FABC-DE15-76E61E146912}"/>
              </a:ext>
            </a:extLst>
          </p:cNvPr>
          <p:cNvSpPr txBox="1"/>
          <p:nvPr/>
        </p:nvSpPr>
        <p:spPr>
          <a:xfrm>
            <a:off x="1061961" y="4059007"/>
            <a:ext cx="756008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client side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- TCP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Socket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Socket(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blabla.com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Scanner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in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Scanner(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s.getInputStream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PrintWriter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out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PrintWriter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s.getOutputStream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out.println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"hi from client"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System.out.println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"server said: 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in.nextLine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26281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3E36D-1CA2-6197-3BF8-918AE72B3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7CF43-FE6E-B189-B765-859331D04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שכבת התעבורה</a:t>
            </a:r>
            <a:endParaRPr lang="LID4096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61FB7E-ACDA-EF0F-6AB0-DA72BB5C2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887" y="5409022"/>
            <a:ext cx="438150" cy="4286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0CDB93-8FBD-E13C-933B-A10D8340FDE9}"/>
              </a:ext>
            </a:extLst>
          </p:cNvPr>
          <p:cNvSpPr txBox="1"/>
          <p:nvPr/>
        </p:nvSpPr>
        <p:spPr>
          <a:xfrm>
            <a:off x="1061961" y="1718981"/>
            <a:ext cx="7220529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server side - UDP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DatagramSocket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ds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DatagramSocket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byte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byte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256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DatagramPacket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DatagramPacket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buf.length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ds.receive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(p);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msg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String(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p.getData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p.getLength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System.out.println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"client said: 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msg);</a:t>
            </a:r>
          </a:p>
          <a:p>
            <a:pPr>
              <a:spcBef>
                <a:spcPts val="1200"/>
              </a:spcBef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byte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reply 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"hi from 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udp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server"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getBytes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InetAddress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p.getAddress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port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p.getPort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DatagramPacket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DatagramPacket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(reply,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reply.length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port);</a:t>
            </a:r>
          </a:p>
          <a:p>
            <a:pPr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ds.send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(r);</a:t>
            </a:r>
          </a:p>
          <a:p>
            <a:pPr>
              <a:spcBef>
                <a:spcPts val="1200"/>
              </a:spcBef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ds.close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587523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7127E-118C-4E1B-6DA3-0D227E766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F8BC5-9FA3-1D2D-7E4D-6E2CB2999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שכבת התעבורה</a:t>
            </a:r>
            <a:endParaRPr lang="LID4096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11E64F-A5D5-B44D-A999-064D74DCE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887" y="5409022"/>
            <a:ext cx="438150" cy="4286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5C9BFA-8A89-D4C8-2151-D3C30BC5AFAE}"/>
              </a:ext>
            </a:extLst>
          </p:cNvPr>
          <p:cNvSpPr txBox="1"/>
          <p:nvPr/>
        </p:nvSpPr>
        <p:spPr>
          <a:xfrm>
            <a:off x="1061680" y="1842217"/>
            <a:ext cx="7380082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client side - UDP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DatagramSocket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ds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DatagramSocket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byte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msg =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"hi from 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udp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client"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getBytes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InetAddress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InetAddress.getByName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"127.0.0.1"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DatagramPacket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 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DatagramPacket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(msg,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msg.length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ds.send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(p);</a:t>
            </a:r>
          </a:p>
          <a:p>
            <a:pPr>
              <a:spcBef>
                <a:spcPts val="1200"/>
              </a:spcBef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byte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byte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256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DatagramPacket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DatagramPacket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buf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buf.length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ds.receive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(r);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reply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String(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r.getData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r.getLength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System.out.println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"server said: 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reply);</a:t>
            </a:r>
          </a:p>
          <a:p>
            <a:pPr>
              <a:spcBef>
                <a:spcPts val="1200"/>
              </a:spcBef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ds.close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567887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!!text2">
            <a:extLst>
              <a:ext uri="{FF2B5EF4-FFF2-40B4-BE49-F238E27FC236}">
                <a16:creationId xmlns:a16="http://schemas.microsoft.com/office/drawing/2014/main" id="{96F2F361-D7D3-F0F0-3453-3882383A44DF}"/>
              </a:ext>
            </a:extLst>
          </p:cNvPr>
          <p:cNvSpPr/>
          <p:nvPr/>
        </p:nvSpPr>
        <p:spPr>
          <a:xfrm>
            <a:off x="1190595" y="3459480"/>
            <a:ext cx="7341405" cy="2022092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sp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b="1" dirty="0">
                <a:latin typeface="Roboto" panose="02000000000000000000" pitchFamily="2" charset="0"/>
                <a:cs typeface="Calibri" panose="020F0502020204030204" pitchFamily="34" charset="0"/>
              </a:rPr>
              <a:t>צינור עם שם 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named pipe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  <a:p>
            <a:pPr marL="285750" lvl="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תהליך אחד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כותב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לצינור והשני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קורא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ממנו.</a:t>
            </a: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תקשורת חד כיוונית בין שני תהליכים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כלשהם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.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משתמש מאחורי הקלעים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בקבצים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.</a:t>
            </a: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לא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נמחק אוטומטית 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כשסוגרים את מזהה הקובץ</a:t>
            </a:r>
            <a:b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</a:b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(ולכן גם לא כשהתהליך מסתיים).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6" name="!!pic2">
            <a:extLst>
              <a:ext uri="{FF2B5EF4-FFF2-40B4-BE49-F238E27FC236}">
                <a16:creationId xmlns:a16="http://schemas.microsoft.com/office/drawing/2014/main" id="{6213101F-62B8-3CA4-6D9F-5064EB8FAFF1}"/>
              </a:ext>
            </a:extLst>
          </p:cNvPr>
          <p:cNvSpPr/>
          <p:nvPr/>
        </p:nvSpPr>
        <p:spPr>
          <a:xfrm>
            <a:off x="8163684" y="3492576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17" name="!!text1">
            <a:extLst>
              <a:ext uri="{FF2B5EF4-FFF2-40B4-BE49-F238E27FC236}">
                <a16:creationId xmlns:a16="http://schemas.microsoft.com/office/drawing/2014/main" id="{6C74F241-7B45-FA91-7CB4-860E2EF40F34}"/>
              </a:ext>
            </a:extLst>
          </p:cNvPr>
          <p:cNvSpPr/>
          <p:nvPr/>
        </p:nvSpPr>
        <p:spPr>
          <a:xfrm>
            <a:off x="1195388" y="1389000"/>
            <a:ext cx="7339012" cy="1772793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sp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b="1" dirty="0">
                <a:latin typeface="Roboto" panose="02000000000000000000" pitchFamily="2" charset="0"/>
                <a:cs typeface="Calibri" panose="020F0502020204030204" pitchFamily="34" charset="0"/>
              </a:rPr>
              <a:t>צינור ללא שם 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anonymous pipe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  <a:p>
            <a:pPr marL="285750" lvl="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תהליך אחד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כותב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לצינור והשני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קורא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ממנו על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מחשב אחד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.</a:t>
            </a: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תקשורת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חד כיוונית 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בין תהליך אב לבן או לצאצא.</a:t>
            </a: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משמשים ליצירת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שרשרת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של קלט-פלט בין קבצים (כמו ב 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shell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).</a:t>
            </a: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נמחק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אוטומטית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כשסוגרים את מזהה הקובץ (וכשהתהליך מסתיים).</a:t>
            </a:r>
          </a:p>
        </p:txBody>
      </p:sp>
      <p:sp>
        <p:nvSpPr>
          <p:cNvPr id="18" name="!!pic1">
            <a:extLst>
              <a:ext uri="{FF2B5EF4-FFF2-40B4-BE49-F238E27FC236}">
                <a16:creationId xmlns:a16="http://schemas.microsoft.com/office/drawing/2014/main" id="{55515CFE-59F7-9339-7532-498A1FD36BA5}"/>
              </a:ext>
            </a:extLst>
          </p:cNvPr>
          <p:cNvSpPr/>
          <p:nvPr/>
        </p:nvSpPr>
        <p:spPr>
          <a:xfrm>
            <a:off x="8168477" y="1428369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4545" t="4277" r="4545" b="4277"/>
            </a:stretch>
          </a:blipFill>
          <a:ln>
            <a:solidFill>
              <a:schemeClr val="lt1">
                <a:hueOff val="0"/>
                <a:satOff val="0"/>
                <a:lumOff val="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3" name="!!header">
            <a:extLst>
              <a:ext uri="{FF2B5EF4-FFF2-40B4-BE49-F238E27FC236}">
                <a16:creationId xmlns:a16="http://schemas.microsoft.com/office/drawing/2014/main" id="{A21683D7-8491-0739-84B3-26384E575EAD}"/>
              </a:ext>
            </a:extLst>
          </p:cNvPr>
          <p:cNvSpPr txBox="1"/>
          <p:nvPr/>
        </p:nvSpPr>
        <p:spPr>
          <a:xfrm>
            <a:off x="1192988" y="188964"/>
            <a:ext cx="73390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5400" b="1" dirty="0">
                <a:ln w="12700">
                  <a:solidFill>
                    <a:srgbClr val="525252"/>
                  </a:solidFill>
                  <a:prstDash val="solid"/>
                </a:ln>
                <a:pattFill prst="narHorz">
                  <a:fgClr>
                    <a:srgbClr val="00B0F0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Roboto" panose="02000000000000000000" pitchFamily="2" charset="0"/>
                <a:cs typeface="Calibri" panose="020F0502020204030204" pitchFamily="34" charset="0"/>
              </a:rPr>
              <a:t>מנגנוני תקשורת</a:t>
            </a:r>
            <a:endParaRPr lang="en-US" sz="3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91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!!text2">
            <a:extLst>
              <a:ext uri="{FF2B5EF4-FFF2-40B4-BE49-F238E27FC236}">
                <a16:creationId xmlns:a16="http://schemas.microsoft.com/office/drawing/2014/main" id="{96F2F361-D7D3-F0F0-3453-3882383A44DF}"/>
              </a:ext>
            </a:extLst>
          </p:cNvPr>
          <p:cNvSpPr/>
          <p:nvPr/>
        </p:nvSpPr>
        <p:spPr>
          <a:xfrm>
            <a:off x="1195388" y="1801944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צינור עם שם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named pipe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6" name="!!pic2">
            <a:extLst>
              <a:ext uri="{FF2B5EF4-FFF2-40B4-BE49-F238E27FC236}">
                <a16:creationId xmlns:a16="http://schemas.microsoft.com/office/drawing/2014/main" id="{6213101F-62B8-3CA4-6D9F-5064EB8FAFF1}"/>
              </a:ext>
            </a:extLst>
          </p:cNvPr>
          <p:cNvSpPr/>
          <p:nvPr/>
        </p:nvSpPr>
        <p:spPr>
          <a:xfrm>
            <a:off x="8168477" y="1836493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17" name="!!text1">
            <a:extLst>
              <a:ext uri="{FF2B5EF4-FFF2-40B4-BE49-F238E27FC236}">
                <a16:creationId xmlns:a16="http://schemas.microsoft.com/office/drawing/2014/main" id="{6C74F241-7B45-FA91-7CB4-860E2EF40F34}"/>
              </a:ext>
            </a:extLst>
          </p:cNvPr>
          <p:cNvSpPr/>
          <p:nvPr/>
        </p:nvSpPr>
        <p:spPr>
          <a:xfrm>
            <a:off x="1195388" y="1389000"/>
            <a:ext cx="7339012" cy="392400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ctr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800" kern="1200" dirty="0">
                <a:latin typeface="Roboto" panose="02000000000000000000" pitchFamily="2" charset="0"/>
                <a:cs typeface="Calibri" panose="020F0502020204030204" pitchFamily="34" charset="0"/>
              </a:rPr>
              <a:t>צינור ללא שם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anonymous pipe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8" name="!!pic1">
            <a:extLst>
              <a:ext uri="{FF2B5EF4-FFF2-40B4-BE49-F238E27FC236}">
                <a16:creationId xmlns:a16="http://schemas.microsoft.com/office/drawing/2014/main" id="{55515CFE-59F7-9339-7532-498A1FD36BA5}"/>
              </a:ext>
            </a:extLst>
          </p:cNvPr>
          <p:cNvSpPr/>
          <p:nvPr/>
        </p:nvSpPr>
        <p:spPr>
          <a:xfrm>
            <a:off x="8168477" y="1428368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4545" t="4277" r="4545" b="4277"/>
            </a:stretch>
          </a:blipFill>
          <a:ln>
            <a:solidFill>
              <a:schemeClr val="lt1">
                <a:hueOff val="0"/>
                <a:satOff val="0"/>
                <a:lumOff val="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3" name="!!header">
            <a:extLst>
              <a:ext uri="{FF2B5EF4-FFF2-40B4-BE49-F238E27FC236}">
                <a16:creationId xmlns:a16="http://schemas.microsoft.com/office/drawing/2014/main" id="{B968F42C-73BE-111B-DA8A-F0257C54D29D}"/>
              </a:ext>
            </a:extLst>
          </p:cNvPr>
          <p:cNvSpPr txBox="1"/>
          <p:nvPr/>
        </p:nvSpPr>
        <p:spPr>
          <a:xfrm>
            <a:off x="1192988" y="188964"/>
            <a:ext cx="73390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5400" b="1" dirty="0">
                <a:ln w="12700">
                  <a:solidFill>
                    <a:srgbClr val="525252"/>
                  </a:solidFill>
                  <a:prstDash val="solid"/>
                </a:ln>
                <a:pattFill prst="narHorz">
                  <a:fgClr>
                    <a:srgbClr val="00B0F0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Roboto" panose="02000000000000000000" pitchFamily="2" charset="0"/>
                <a:cs typeface="Calibri" panose="020F0502020204030204" pitchFamily="34" charset="0"/>
              </a:rPr>
              <a:t>מנגנוני תקשורת</a:t>
            </a:r>
            <a:endParaRPr lang="en-US" sz="3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340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!!text2">
            <a:extLst>
              <a:ext uri="{FF2B5EF4-FFF2-40B4-BE49-F238E27FC236}">
                <a16:creationId xmlns:a16="http://schemas.microsoft.com/office/drawing/2014/main" id="{96F2F361-D7D3-F0F0-3453-3882383A44DF}"/>
              </a:ext>
            </a:extLst>
          </p:cNvPr>
          <p:cNvSpPr/>
          <p:nvPr/>
        </p:nvSpPr>
        <p:spPr>
          <a:xfrm>
            <a:off x="1195388" y="1801944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צינור עם שם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named pipe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6" name="!!pic2">
            <a:extLst>
              <a:ext uri="{FF2B5EF4-FFF2-40B4-BE49-F238E27FC236}">
                <a16:creationId xmlns:a16="http://schemas.microsoft.com/office/drawing/2014/main" id="{6213101F-62B8-3CA4-6D9F-5064EB8FAFF1}"/>
              </a:ext>
            </a:extLst>
          </p:cNvPr>
          <p:cNvSpPr/>
          <p:nvPr/>
        </p:nvSpPr>
        <p:spPr>
          <a:xfrm>
            <a:off x="8168477" y="1836493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17" name="!!text1">
            <a:extLst>
              <a:ext uri="{FF2B5EF4-FFF2-40B4-BE49-F238E27FC236}">
                <a16:creationId xmlns:a16="http://schemas.microsoft.com/office/drawing/2014/main" id="{6C74F241-7B45-FA91-7CB4-860E2EF40F34}"/>
              </a:ext>
            </a:extLst>
          </p:cNvPr>
          <p:cNvSpPr/>
          <p:nvPr/>
        </p:nvSpPr>
        <p:spPr>
          <a:xfrm>
            <a:off x="1195388" y="1389000"/>
            <a:ext cx="7339012" cy="392400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ctr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800" kern="1200" dirty="0">
                <a:latin typeface="Roboto" panose="02000000000000000000" pitchFamily="2" charset="0"/>
                <a:cs typeface="Calibri" panose="020F0502020204030204" pitchFamily="34" charset="0"/>
              </a:rPr>
              <a:t>צינור ללא שם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anonymous pipe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8" name="!!pic1">
            <a:extLst>
              <a:ext uri="{FF2B5EF4-FFF2-40B4-BE49-F238E27FC236}">
                <a16:creationId xmlns:a16="http://schemas.microsoft.com/office/drawing/2014/main" id="{55515CFE-59F7-9339-7532-498A1FD36BA5}"/>
              </a:ext>
            </a:extLst>
          </p:cNvPr>
          <p:cNvSpPr/>
          <p:nvPr/>
        </p:nvSpPr>
        <p:spPr>
          <a:xfrm>
            <a:off x="8168477" y="1428368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4545" t="4277" r="4545" b="4277"/>
            </a:stretch>
          </a:blipFill>
          <a:ln>
            <a:solidFill>
              <a:schemeClr val="lt1">
                <a:hueOff val="0"/>
                <a:satOff val="0"/>
                <a:lumOff val="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10" name="!!text4">
            <a:extLst>
              <a:ext uri="{FF2B5EF4-FFF2-40B4-BE49-F238E27FC236}">
                <a16:creationId xmlns:a16="http://schemas.microsoft.com/office/drawing/2014/main" id="{11C5D443-ECCE-D3B1-6BE3-59CDDD4A101F}"/>
              </a:ext>
            </a:extLst>
          </p:cNvPr>
          <p:cNvSpPr/>
          <p:nvPr/>
        </p:nvSpPr>
        <p:spPr>
          <a:xfrm>
            <a:off x="1190595" y="3909000"/>
            <a:ext cx="7341405" cy="2487960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b="1" dirty="0">
                <a:latin typeface="Roboto" panose="02000000000000000000" pitchFamily="2" charset="0"/>
                <a:cs typeface="Calibri" panose="020F0502020204030204" pitchFamily="34" charset="0"/>
              </a:rPr>
              <a:t>שקע </a:t>
            </a:r>
            <a:r>
              <a:rPr lang="en-US" b="1" dirty="0">
                <a:latin typeface="Roboto" panose="02000000000000000000" pitchFamily="2" charset="0"/>
                <a:cs typeface="Calibri" panose="020F0502020204030204" pitchFamily="34" charset="0"/>
              </a:rPr>
              <a:t>UDP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User Datagram Protocol socket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  <a:p>
            <a:pPr marL="285750" lvl="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פועל על גבי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האתרנט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ethernet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 (מאפשר תקשורת בין מחשבים).</a:t>
            </a: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משתמש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בפרוטוקול האינטרנט 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IP, Internet Protocol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).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לא דורש חיבור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connectionless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).</a:t>
            </a: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תקשורת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לא אמינה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: לא בהכרח ע"פ סדר, מידע יכול ללכת לאיבוד.</a:t>
            </a: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מהיר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יותר מ 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TCP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בגלל שיש פחות תְּקוּרָה.</a:t>
            </a: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דוגמאות: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 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הזרמת וידאו / אודיו.</a:t>
            </a:r>
          </a:p>
        </p:txBody>
      </p:sp>
      <p:sp>
        <p:nvSpPr>
          <p:cNvPr id="15" name="!!pic4">
            <a:extLst>
              <a:ext uri="{FF2B5EF4-FFF2-40B4-BE49-F238E27FC236}">
                <a16:creationId xmlns:a16="http://schemas.microsoft.com/office/drawing/2014/main" id="{0414D40E-ADA0-B474-CE03-250A53D1035B}"/>
              </a:ext>
            </a:extLst>
          </p:cNvPr>
          <p:cNvSpPr/>
          <p:nvPr/>
        </p:nvSpPr>
        <p:spPr>
          <a:xfrm>
            <a:off x="8166075" y="3954545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11" name="!!text3">
            <a:extLst>
              <a:ext uri="{FF2B5EF4-FFF2-40B4-BE49-F238E27FC236}">
                <a16:creationId xmlns:a16="http://schemas.microsoft.com/office/drawing/2014/main" id="{4DF42DA0-6B76-DCD0-71FF-87F0C716858B}"/>
              </a:ext>
            </a:extLst>
          </p:cNvPr>
          <p:cNvSpPr/>
          <p:nvPr/>
        </p:nvSpPr>
        <p:spPr>
          <a:xfrm>
            <a:off x="1195388" y="1389000"/>
            <a:ext cx="7339012" cy="2457973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b="1" dirty="0">
                <a:latin typeface="Roboto" panose="02000000000000000000" pitchFamily="2" charset="0"/>
                <a:cs typeface="Calibri" panose="020F0502020204030204" pitchFamily="34" charset="0"/>
              </a:rPr>
              <a:t>שקע </a:t>
            </a:r>
            <a:r>
              <a:rPr lang="en-US" b="1" dirty="0">
                <a:latin typeface="Roboto" panose="02000000000000000000" pitchFamily="2" charset="0"/>
                <a:cs typeface="Calibri" panose="020F0502020204030204" pitchFamily="34" charset="0"/>
              </a:rPr>
              <a:t>TCP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Transmission Control Protocol socket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  <a:p>
            <a:pPr marL="285750" lvl="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פועל על גבי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האתרנט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ethernet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 (מאפשר תקשורת בין מחשבים).</a:t>
            </a: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משתמש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בפרוטוקול האינטרנט 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IP, Internet Protocol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 לזיהוי היעד.</a:t>
            </a: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דורש חיבור 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connection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 בין נקודות הקצה לפני שליחת מידע.</a:t>
            </a: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תומך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בביקורת צפיפות 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congestion control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).</a:t>
            </a: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תקשורת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אמינה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reliable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):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ע"פ סדר, ועם תיקון שגיאות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.</a:t>
            </a: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דוגמאות: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 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אימייל, העברת קבצים, גלישה באינטרנט.</a:t>
            </a:r>
          </a:p>
        </p:txBody>
      </p:sp>
      <p:sp>
        <p:nvSpPr>
          <p:cNvPr id="12" name="!!pic3">
            <a:extLst>
              <a:ext uri="{FF2B5EF4-FFF2-40B4-BE49-F238E27FC236}">
                <a16:creationId xmlns:a16="http://schemas.microsoft.com/office/drawing/2014/main" id="{9257FF83-8220-4B0B-A10A-15695FABC5D7}"/>
              </a:ext>
            </a:extLst>
          </p:cNvPr>
          <p:cNvSpPr/>
          <p:nvPr/>
        </p:nvSpPr>
        <p:spPr>
          <a:xfrm>
            <a:off x="8168475" y="1444800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3" name="!!header">
            <a:extLst>
              <a:ext uri="{FF2B5EF4-FFF2-40B4-BE49-F238E27FC236}">
                <a16:creationId xmlns:a16="http://schemas.microsoft.com/office/drawing/2014/main" id="{807DCD21-DE46-F3FF-CDF5-847E8DF55D3D}"/>
              </a:ext>
            </a:extLst>
          </p:cNvPr>
          <p:cNvSpPr txBox="1"/>
          <p:nvPr/>
        </p:nvSpPr>
        <p:spPr>
          <a:xfrm>
            <a:off x="1192988" y="188964"/>
            <a:ext cx="73390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5400" b="1" dirty="0">
                <a:ln w="12700">
                  <a:solidFill>
                    <a:srgbClr val="525252"/>
                  </a:solidFill>
                  <a:prstDash val="solid"/>
                </a:ln>
                <a:pattFill prst="narHorz">
                  <a:fgClr>
                    <a:srgbClr val="00B0F0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Roboto" panose="02000000000000000000" pitchFamily="2" charset="0"/>
                <a:cs typeface="Calibri" panose="020F0502020204030204" pitchFamily="34" charset="0"/>
              </a:rPr>
              <a:t>מנגנוני תקשורת</a:t>
            </a:r>
            <a:endParaRPr lang="en-US" sz="3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6563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ext4">
            <a:extLst>
              <a:ext uri="{FF2B5EF4-FFF2-40B4-BE49-F238E27FC236}">
                <a16:creationId xmlns:a16="http://schemas.microsoft.com/office/drawing/2014/main" id="{BA395AF4-F045-77C2-CC7F-6695B2E4B664}"/>
              </a:ext>
            </a:extLst>
          </p:cNvPr>
          <p:cNvSpPr/>
          <p:nvPr/>
        </p:nvSpPr>
        <p:spPr>
          <a:xfrm>
            <a:off x="1195388" y="2623230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800" kern="1200" dirty="0">
                <a:latin typeface="Roboto" panose="02000000000000000000" pitchFamily="2" charset="0"/>
                <a:cs typeface="Calibri" panose="020F0502020204030204" pitchFamily="34" charset="0"/>
              </a:rPr>
              <a:t>שקע 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UDP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User Datagram Protocol socket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sz="1800" kern="1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9" name="!!pic4">
            <a:extLst>
              <a:ext uri="{FF2B5EF4-FFF2-40B4-BE49-F238E27FC236}">
                <a16:creationId xmlns:a16="http://schemas.microsoft.com/office/drawing/2014/main" id="{1ED3F563-2194-6FF2-1D3D-A7EA7023DE6C}"/>
              </a:ext>
            </a:extLst>
          </p:cNvPr>
          <p:cNvSpPr/>
          <p:nvPr/>
        </p:nvSpPr>
        <p:spPr>
          <a:xfrm>
            <a:off x="8168475" y="2655791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4" name="!!text3">
            <a:extLst>
              <a:ext uri="{FF2B5EF4-FFF2-40B4-BE49-F238E27FC236}">
                <a16:creationId xmlns:a16="http://schemas.microsoft.com/office/drawing/2014/main" id="{2D483B80-A079-A5B2-6FF7-F8F4FADAA344}"/>
              </a:ext>
            </a:extLst>
          </p:cNvPr>
          <p:cNvSpPr/>
          <p:nvPr/>
        </p:nvSpPr>
        <p:spPr>
          <a:xfrm>
            <a:off x="1195388" y="2210286"/>
            <a:ext cx="7339012" cy="392400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ctr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שקע 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TCP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Transmission Control Protocol socket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sz="1800" kern="1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8" name="!!pic3">
            <a:extLst>
              <a:ext uri="{FF2B5EF4-FFF2-40B4-BE49-F238E27FC236}">
                <a16:creationId xmlns:a16="http://schemas.microsoft.com/office/drawing/2014/main" id="{ECFFF17F-917D-08C5-C79F-B51DBEEBF405}"/>
              </a:ext>
            </a:extLst>
          </p:cNvPr>
          <p:cNvSpPr/>
          <p:nvPr/>
        </p:nvSpPr>
        <p:spPr>
          <a:xfrm>
            <a:off x="8168476" y="2249015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4" name="!!text2">
            <a:extLst>
              <a:ext uri="{FF2B5EF4-FFF2-40B4-BE49-F238E27FC236}">
                <a16:creationId xmlns:a16="http://schemas.microsoft.com/office/drawing/2014/main" id="{96F2F361-D7D3-F0F0-3453-3882383A44DF}"/>
              </a:ext>
            </a:extLst>
          </p:cNvPr>
          <p:cNvSpPr/>
          <p:nvPr/>
        </p:nvSpPr>
        <p:spPr>
          <a:xfrm>
            <a:off x="1195388" y="1801944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צינור עם שם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named pipe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6" name="!!pic2">
            <a:extLst>
              <a:ext uri="{FF2B5EF4-FFF2-40B4-BE49-F238E27FC236}">
                <a16:creationId xmlns:a16="http://schemas.microsoft.com/office/drawing/2014/main" id="{6213101F-62B8-3CA4-6D9F-5064EB8FAFF1}"/>
              </a:ext>
            </a:extLst>
          </p:cNvPr>
          <p:cNvSpPr/>
          <p:nvPr/>
        </p:nvSpPr>
        <p:spPr>
          <a:xfrm>
            <a:off x="8168477" y="1836493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17" name="!!text1">
            <a:extLst>
              <a:ext uri="{FF2B5EF4-FFF2-40B4-BE49-F238E27FC236}">
                <a16:creationId xmlns:a16="http://schemas.microsoft.com/office/drawing/2014/main" id="{6C74F241-7B45-FA91-7CB4-860E2EF40F34}"/>
              </a:ext>
            </a:extLst>
          </p:cNvPr>
          <p:cNvSpPr/>
          <p:nvPr/>
        </p:nvSpPr>
        <p:spPr>
          <a:xfrm>
            <a:off x="1195388" y="1389000"/>
            <a:ext cx="7339012" cy="392400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ctr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800" kern="1200" dirty="0">
                <a:latin typeface="Roboto" panose="02000000000000000000" pitchFamily="2" charset="0"/>
                <a:cs typeface="Calibri" panose="020F0502020204030204" pitchFamily="34" charset="0"/>
              </a:rPr>
              <a:t>צינור ללא שם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anonymous pipe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8" name="!!pic1">
            <a:extLst>
              <a:ext uri="{FF2B5EF4-FFF2-40B4-BE49-F238E27FC236}">
                <a16:creationId xmlns:a16="http://schemas.microsoft.com/office/drawing/2014/main" id="{55515CFE-59F7-9339-7532-498A1FD36BA5}"/>
              </a:ext>
            </a:extLst>
          </p:cNvPr>
          <p:cNvSpPr/>
          <p:nvPr/>
        </p:nvSpPr>
        <p:spPr>
          <a:xfrm>
            <a:off x="8168477" y="1428368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l="4545" t="4277" r="4545" b="4277"/>
            </a:stretch>
          </a:blipFill>
          <a:ln>
            <a:solidFill>
              <a:schemeClr val="lt1">
                <a:hueOff val="0"/>
                <a:satOff val="0"/>
                <a:lumOff val="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5" name="!!header">
            <a:extLst>
              <a:ext uri="{FF2B5EF4-FFF2-40B4-BE49-F238E27FC236}">
                <a16:creationId xmlns:a16="http://schemas.microsoft.com/office/drawing/2014/main" id="{E096A115-038B-834B-DFE7-010F53790310}"/>
              </a:ext>
            </a:extLst>
          </p:cNvPr>
          <p:cNvSpPr txBox="1"/>
          <p:nvPr/>
        </p:nvSpPr>
        <p:spPr>
          <a:xfrm>
            <a:off x="1192988" y="188964"/>
            <a:ext cx="73390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5400" b="1" dirty="0">
                <a:ln w="12700">
                  <a:solidFill>
                    <a:srgbClr val="525252"/>
                  </a:solidFill>
                  <a:prstDash val="solid"/>
                </a:ln>
                <a:pattFill prst="narHorz">
                  <a:fgClr>
                    <a:srgbClr val="00B0F0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Roboto" panose="02000000000000000000" pitchFamily="2" charset="0"/>
                <a:cs typeface="Calibri" panose="020F0502020204030204" pitchFamily="34" charset="0"/>
              </a:rPr>
              <a:t>מנגנוני תקשורת</a:t>
            </a:r>
            <a:endParaRPr lang="en-US" sz="3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806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text4">
            <a:extLst>
              <a:ext uri="{FF2B5EF4-FFF2-40B4-BE49-F238E27FC236}">
                <a16:creationId xmlns:a16="http://schemas.microsoft.com/office/drawing/2014/main" id="{9B99E935-22B6-F640-74B8-C114F01AC8B5}"/>
              </a:ext>
            </a:extLst>
          </p:cNvPr>
          <p:cNvSpPr/>
          <p:nvPr/>
        </p:nvSpPr>
        <p:spPr>
          <a:xfrm>
            <a:off x="1195388" y="2623230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800" kern="1200" dirty="0">
                <a:latin typeface="Roboto" panose="02000000000000000000" pitchFamily="2" charset="0"/>
                <a:cs typeface="Calibri" panose="020F0502020204030204" pitchFamily="34" charset="0"/>
              </a:rPr>
              <a:t>שקע 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UDP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User Datagram Protocol socket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sz="1800" kern="1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4" name="!!pic4">
            <a:extLst>
              <a:ext uri="{FF2B5EF4-FFF2-40B4-BE49-F238E27FC236}">
                <a16:creationId xmlns:a16="http://schemas.microsoft.com/office/drawing/2014/main" id="{FF1940C2-EB86-1886-EA71-9DC4FE9D4CEB}"/>
              </a:ext>
            </a:extLst>
          </p:cNvPr>
          <p:cNvSpPr/>
          <p:nvPr/>
        </p:nvSpPr>
        <p:spPr>
          <a:xfrm>
            <a:off x="8168475" y="2655791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5" name="!!text3">
            <a:extLst>
              <a:ext uri="{FF2B5EF4-FFF2-40B4-BE49-F238E27FC236}">
                <a16:creationId xmlns:a16="http://schemas.microsoft.com/office/drawing/2014/main" id="{952AE268-2FCE-0E71-244E-F45125C84816}"/>
              </a:ext>
            </a:extLst>
          </p:cNvPr>
          <p:cNvSpPr/>
          <p:nvPr/>
        </p:nvSpPr>
        <p:spPr>
          <a:xfrm>
            <a:off x="1195388" y="2210286"/>
            <a:ext cx="7339012" cy="392400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ctr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שקע 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TCP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Transmission Control Protocol socket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sz="1800" kern="1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7" name="!!pic3">
            <a:extLst>
              <a:ext uri="{FF2B5EF4-FFF2-40B4-BE49-F238E27FC236}">
                <a16:creationId xmlns:a16="http://schemas.microsoft.com/office/drawing/2014/main" id="{D57B544A-E1AF-4614-DBE9-F4D625CB4359}"/>
              </a:ext>
            </a:extLst>
          </p:cNvPr>
          <p:cNvSpPr/>
          <p:nvPr/>
        </p:nvSpPr>
        <p:spPr>
          <a:xfrm>
            <a:off x="8168476" y="2249015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4" name="!!text2">
            <a:extLst>
              <a:ext uri="{FF2B5EF4-FFF2-40B4-BE49-F238E27FC236}">
                <a16:creationId xmlns:a16="http://schemas.microsoft.com/office/drawing/2014/main" id="{96F2F361-D7D3-F0F0-3453-3882383A44DF}"/>
              </a:ext>
            </a:extLst>
          </p:cNvPr>
          <p:cNvSpPr/>
          <p:nvPr/>
        </p:nvSpPr>
        <p:spPr>
          <a:xfrm>
            <a:off x="1195388" y="1801944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צינור עם שם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named pipe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6" name="!!pic2">
            <a:extLst>
              <a:ext uri="{FF2B5EF4-FFF2-40B4-BE49-F238E27FC236}">
                <a16:creationId xmlns:a16="http://schemas.microsoft.com/office/drawing/2014/main" id="{6213101F-62B8-3CA4-6D9F-5064EB8FAFF1}"/>
              </a:ext>
            </a:extLst>
          </p:cNvPr>
          <p:cNvSpPr/>
          <p:nvPr/>
        </p:nvSpPr>
        <p:spPr>
          <a:xfrm>
            <a:off x="8168477" y="1836493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17" name="!!text1">
            <a:extLst>
              <a:ext uri="{FF2B5EF4-FFF2-40B4-BE49-F238E27FC236}">
                <a16:creationId xmlns:a16="http://schemas.microsoft.com/office/drawing/2014/main" id="{6C74F241-7B45-FA91-7CB4-860E2EF40F34}"/>
              </a:ext>
            </a:extLst>
          </p:cNvPr>
          <p:cNvSpPr/>
          <p:nvPr/>
        </p:nvSpPr>
        <p:spPr>
          <a:xfrm>
            <a:off x="1195388" y="1389000"/>
            <a:ext cx="7339012" cy="392400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ctr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800" kern="1200" dirty="0">
                <a:latin typeface="Roboto" panose="02000000000000000000" pitchFamily="2" charset="0"/>
                <a:cs typeface="Calibri" panose="020F0502020204030204" pitchFamily="34" charset="0"/>
              </a:rPr>
              <a:t>צינור ללא שם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anonymous pipe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8" name="!!pic1">
            <a:extLst>
              <a:ext uri="{FF2B5EF4-FFF2-40B4-BE49-F238E27FC236}">
                <a16:creationId xmlns:a16="http://schemas.microsoft.com/office/drawing/2014/main" id="{55515CFE-59F7-9339-7532-498A1FD36BA5}"/>
              </a:ext>
            </a:extLst>
          </p:cNvPr>
          <p:cNvSpPr/>
          <p:nvPr/>
        </p:nvSpPr>
        <p:spPr>
          <a:xfrm>
            <a:off x="8168477" y="1428368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l="4545" t="4277" r="4545" b="4277"/>
            </a:stretch>
          </a:blipFill>
          <a:ln>
            <a:solidFill>
              <a:schemeClr val="lt1">
                <a:hueOff val="0"/>
                <a:satOff val="0"/>
                <a:lumOff val="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11" name="!!text5">
            <a:extLst>
              <a:ext uri="{FF2B5EF4-FFF2-40B4-BE49-F238E27FC236}">
                <a16:creationId xmlns:a16="http://schemas.microsoft.com/office/drawing/2014/main" id="{4DF42DA0-6B76-DCD0-71FF-87F0C716858B}"/>
              </a:ext>
            </a:extLst>
          </p:cNvPr>
          <p:cNvSpPr/>
          <p:nvPr/>
        </p:nvSpPr>
        <p:spPr>
          <a:xfrm>
            <a:off x="1195388" y="1389000"/>
            <a:ext cx="7339012" cy="2811539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sp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b="1" dirty="0">
                <a:latin typeface="Roboto" panose="02000000000000000000" pitchFamily="2" charset="0"/>
                <a:cs typeface="Calibri" panose="020F0502020204030204" pitchFamily="34" charset="0"/>
              </a:rPr>
              <a:t>תור הודעות 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message queue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  <a:p>
            <a:pPr marL="285750" lvl="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תהליך יכול ליצור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תור חדש 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או להצטרף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לתור קיים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.</a:t>
            </a:r>
          </a:p>
          <a:p>
            <a:pPr marL="285750" lvl="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תקשורת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 דו-כיוונית 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(תהליך יכול לקבל ולשלוח הודעות על אותו התור).</a:t>
            </a:r>
          </a:p>
          <a:p>
            <a:pPr marL="285750" lvl="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מאפשר תקשורת עם תהליך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במחשב אחר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.</a:t>
            </a:r>
          </a:p>
          <a:p>
            <a:pPr marL="285750" lvl="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תקשורת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אסינכרונית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.</a:t>
            </a: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מאפשר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קדימות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priority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של הודעות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.</a:t>
            </a:r>
          </a:p>
          <a:p>
            <a:pPr marL="285750" lvl="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תקשורת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אמינה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(למעט אם התור מלא), ע"פ סדר (וקדימות).</a:t>
            </a: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דוגמאות: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 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מערכות מבוזרות, מערכות זמן-אמת, מערכות פיננסיות, צ'ט.</a:t>
            </a:r>
          </a:p>
        </p:txBody>
      </p:sp>
      <p:sp>
        <p:nvSpPr>
          <p:cNvPr id="12" name="!!pic5">
            <a:extLst>
              <a:ext uri="{FF2B5EF4-FFF2-40B4-BE49-F238E27FC236}">
                <a16:creationId xmlns:a16="http://schemas.microsoft.com/office/drawing/2014/main" id="{9257FF83-8220-4B0B-A10A-15695FABC5D7}"/>
              </a:ext>
            </a:extLst>
          </p:cNvPr>
          <p:cNvSpPr/>
          <p:nvPr/>
        </p:nvSpPr>
        <p:spPr>
          <a:xfrm>
            <a:off x="8168475" y="1444800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" name="!!header">
            <a:extLst>
              <a:ext uri="{FF2B5EF4-FFF2-40B4-BE49-F238E27FC236}">
                <a16:creationId xmlns:a16="http://schemas.microsoft.com/office/drawing/2014/main" id="{67AC1FCF-1335-1C5C-BA66-617703066663}"/>
              </a:ext>
            </a:extLst>
          </p:cNvPr>
          <p:cNvSpPr txBox="1"/>
          <p:nvPr/>
        </p:nvSpPr>
        <p:spPr>
          <a:xfrm>
            <a:off x="1192988" y="188964"/>
            <a:ext cx="73390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5400" b="1" dirty="0">
                <a:ln w="12700">
                  <a:solidFill>
                    <a:srgbClr val="525252"/>
                  </a:solidFill>
                  <a:prstDash val="solid"/>
                </a:ln>
                <a:pattFill prst="narHorz">
                  <a:fgClr>
                    <a:srgbClr val="00B0F0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Roboto" panose="02000000000000000000" pitchFamily="2" charset="0"/>
                <a:cs typeface="Calibri" panose="020F0502020204030204" pitchFamily="34" charset="0"/>
              </a:rPr>
              <a:t>מנגנוני תקשורת</a:t>
            </a:r>
            <a:endParaRPr lang="en-US" sz="3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5695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ext4">
            <a:extLst>
              <a:ext uri="{FF2B5EF4-FFF2-40B4-BE49-F238E27FC236}">
                <a16:creationId xmlns:a16="http://schemas.microsoft.com/office/drawing/2014/main" id="{BA395AF4-F045-77C2-CC7F-6695B2E4B664}"/>
              </a:ext>
            </a:extLst>
          </p:cNvPr>
          <p:cNvSpPr/>
          <p:nvPr/>
        </p:nvSpPr>
        <p:spPr>
          <a:xfrm>
            <a:off x="1195388" y="2623230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800" kern="1200" dirty="0">
                <a:latin typeface="Roboto" panose="02000000000000000000" pitchFamily="2" charset="0"/>
                <a:cs typeface="Calibri" panose="020F0502020204030204" pitchFamily="34" charset="0"/>
              </a:rPr>
              <a:t>שקע 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UDP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User Datagram Protocol socket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sz="1800" kern="1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9" name="!!pic4">
            <a:extLst>
              <a:ext uri="{FF2B5EF4-FFF2-40B4-BE49-F238E27FC236}">
                <a16:creationId xmlns:a16="http://schemas.microsoft.com/office/drawing/2014/main" id="{1ED3F563-2194-6FF2-1D3D-A7EA7023DE6C}"/>
              </a:ext>
            </a:extLst>
          </p:cNvPr>
          <p:cNvSpPr/>
          <p:nvPr/>
        </p:nvSpPr>
        <p:spPr>
          <a:xfrm>
            <a:off x="8168475" y="2655791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4" name="!!text3">
            <a:extLst>
              <a:ext uri="{FF2B5EF4-FFF2-40B4-BE49-F238E27FC236}">
                <a16:creationId xmlns:a16="http://schemas.microsoft.com/office/drawing/2014/main" id="{2D483B80-A079-A5B2-6FF7-F8F4FADAA344}"/>
              </a:ext>
            </a:extLst>
          </p:cNvPr>
          <p:cNvSpPr/>
          <p:nvPr/>
        </p:nvSpPr>
        <p:spPr>
          <a:xfrm>
            <a:off x="1195388" y="2210286"/>
            <a:ext cx="7339012" cy="392400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ctr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שקע 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TCP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Transmission Control Protocol socket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sz="1800" kern="1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8" name="!!pic3">
            <a:extLst>
              <a:ext uri="{FF2B5EF4-FFF2-40B4-BE49-F238E27FC236}">
                <a16:creationId xmlns:a16="http://schemas.microsoft.com/office/drawing/2014/main" id="{ECFFF17F-917D-08C5-C79F-B51DBEEBF405}"/>
              </a:ext>
            </a:extLst>
          </p:cNvPr>
          <p:cNvSpPr/>
          <p:nvPr/>
        </p:nvSpPr>
        <p:spPr>
          <a:xfrm>
            <a:off x="8168476" y="2249015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4" name="!!text2">
            <a:extLst>
              <a:ext uri="{FF2B5EF4-FFF2-40B4-BE49-F238E27FC236}">
                <a16:creationId xmlns:a16="http://schemas.microsoft.com/office/drawing/2014/main" id="{96F2F361-D7D3-F0F0-3453-3882383A44DF}"/>
              </a:ext>
            </a:extLst>
          </p:cNvPr>
          <p:cNvSpPr/>
          <p:nvPr/>
        </p:nvSpPr>
        <p:spPr>
          <a:xfrm>
            <a:off x="1195388" y="1801944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צינור עם שם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named pipe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6" name="!!pic2">
            <a:extLst>
              <a:ext uri="{FF2B5EF4-FFF2-40B4-BE49-F238E27FC236}">
                <a16:creationId xmlns:a16="http://schemas.microsoft.com/office/drawing/2014/main" id="{6213101F-62B8-3CA4-6D9F-5064EB8FAFF1}"/>
              </a:ext>
            </a:extLst>
          </p:cNvPr>
          <p:cNvSpPr/>
          <p:nvPr/>
        </p:nvSpPr>
        <p:spPr>
          <a:xfrm>
            <a:off x="8168477" y="1836493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17" name="!!text1">
            <a:extLst>
              <a:ext uri="{FF2B5EF4-FFF2-40B4-BE49-F238E27FC236}">
                <a16:creationId xmlns:a16="http://schemas.microsoft.com/office/drawing/2014/main" id="{6C74F241-7B45-FA91-7CB4-860E2EF40F34}"/>
              </a:ext>
            </a:extLst>
          </p:cNvPr>
          <p:cNvSpPr/>
          <p:nvPr/>
        </p:nvSpPr>
        <p:spPr>
          <a:xfrm>
            <a:off x="1195388" y="1389000"/>
            <a:ext cx="7339012" cy="392400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ctr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800" kern="1200" dirty="0">
                <a:latin typeface="Roboto" panose="02000000000000000000" pitchFamily="2" charset="0"/>
                <a:cs typeface="Calibri" panose="020F0502020204030204" pitchFamily="34" charset="0"/>
              </a:rPr>
              <a:t>צינור ללא שם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anonymous pipe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8" name="!!pic1">
            <a:extLst>
              <a:ext uri="{FF2B5EF4-FFF2-40B4-BE49-F238E27FC236}">
                <a16:creationId xmlns:a16="http://schemas.microsoft.com/office/drawing/2014/main" id="{55515CFE-59F7-9339-7532-498A1FD36BA5}"/>
              </a:ext>
            </a:extLst>
          </p:cNvPr>
          <p:cNvSpPr/>
          <p:nvPr/>
        </p:nvSpPr>
        <p:spPr>
          <a:xfrm>
            <a:off x="8168477" y="1428368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l="4545" t="4277" r="4545" b="4277"/>
            </a:stretch>
          </a:blipFill>
          <a:ln>
            <a:solidFill>
              <a:schemeClr val="lt1">
                <a:hueOff val="0"/>
                <a:satOff val="0"/>
                <a:lumOff val="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3" name="!!text5">
            <a:extLst>
              <a:ext uri="{FF2B5EF4-FFF2-40B4-BE49-F238E27FC236}">
                <a16:creationId xmlns:a16="http://schemas.microsoft.com/office/drawing/2014/main" id="{0BEB61DA-A8DB-EBF5-96A3-C694436B0B5C}"/>
              </a:ext>
            </a:extLst>
          </p:cNvPr>
          <p:cNvSpPr/>
          <p:nvPr/>
        </p:nvSpPr>
        <p:spPr>
          <a:xfrm>
            <a:off x="1195388" y="3041202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תור הודעות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message queue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sz="1800" kern="1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5" name="!!pic5">
            <a:extLst>
              <a:ext uri="{FF2B5EF4-FFF2-40B4-BE49-F238E27FC236}">
                <a16:creationId xmlns:a16="http://schemas.microsoft.com/office/drawing/2014/main" id="{2FA7FE2F-1E73-3347-7BDD-A1989A4B29B1}"/>
              </a:ext>
            </a:extLst>
          </p:cNvPr>
          <p:cNvSpPr/>
          <p:nvPr/>
        </p:nvSpPr>
        <p:spPr>
          <a:xfrm>
            <a:off x="8168475" y="3073763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0" name="!!header">
            <a:extLst>
              <a:ext uri="{FF2B5EF4-FFF2-40B4-BE49-F238E27FC236}">
                <a16:creationId xmlns:a16="http://schemas.microsoft.com/office/drawing/2014/main" id="{97894C0A-6314-8712-3129-2635B9A861B1}"/>
              </a:ext>
            </a:extLst>
          </p:cNvPr>
          <p:cNvSpPr txBox="1"/>
          <p:nvPr/>
        </p:nvSpPr>
        <p:spPr>
          <a:xfrm>
            <a:off x="1192988" y="188964"/>
            <a:ext cx="73390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5400" b="1" dirty="0">
                <a:ln w="12700">
                  <a:solidFill>
                    <a:srgbClr val="525252"/>
                  </a:solidFill>
                  <a:prstDash val="solid"/>
                </a:ln>
                <a:pattFill prst="narHorz">
                  <a:fgClr>
                    <a:srgbClr val="00B0F0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Roboto" panose="02000000000000000000" pitchFamily="2" charset="0"/>
                <a:cs typeface="Calibri" panose="020F0502020204030204" pitchFamily="34" charset="0"/>
              </a:rPr>
              <a:t>מנגנוני תקשורת</a:t>
            </a:r>
            <a:endParaRPr lang="en-US" sz="3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0411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ext4">
            <a:extLst>
              <a:ext uri="{FF2B5EF4-FFF2-40B4-BE49-F238E27FC236}">
                <a16:creationId xmlns:a16="http://schemas.microsoft.com/office/drawing/2014/main" id="{BA395AF4-F045-77C2-CC7F-6695B2E4B664}"/>
              </a:ext>
            </a:extLst>
          </p:cNvPr>
          <p:cNvSpPr/>
          <p:nvPr/>
        </p:nvSpPr>
        <p:spPr>
          <a:xfrm>
            <a:off x="1195388" y="2623230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800" kern="1200" dirty="0">
                <a:latin typeface="Roboto" panose="02000000000000000000" pitchFamily="2" charset="0"/>
                <a:cs typeface="Calibri" panose="020F0502020204030204" pitchFamily="34" charset="0"/>
              </a:rPr>
              <a:t>שקע 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UDP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User Datagram Protocol socket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sz="1800" kern="1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9" name="!!pic4">
            <a:extLst>
              <a:ext uri="{FF2B5EF4-FFF2-40B4-BE49-F238E27FC236}">
                <a16:creationId xmlns:a16="http://schemas.microsoft.com/office/drawing/2014/main" id="{1ED3F563-2194-6FF2-1D3D-A7EA7023DE6C}"/>
              </a:ext>
            </a:extLst>
          </p:cNvPr>
          <p:cNvSpPr/>
          <p:nvPr/>
        </p:nvSpPr>
        <p:spPr>
          <a:xfrm>
            <a:off x="8168475" y="2655791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4" name="!!text3">
            <a:extLst>
              <a:ext uri="{FF2B5EF4-FFF2-40B4-BE49-F238E27FC236}">
                <a16:creationId xmlns:a16="http://schemas.microsoft.com/office/drawing/2014/main" id="{2D483B80-A079-A5B2-6FF7-F8F4FADAA344}"/>
              </a:ext>
            </a:extLst>
          </p:cNvPr>
          <p:cNvSpPr/>
          <p:nvPr/>
        </p:nvSpPr>
        <p:spPr>
          <a:xfrm>
            <a:off x="1195388" y="2210286"/>
            <a:ext cx="7339012" cy="392400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ctr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שקע 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TCP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Transmission Control Protocol socket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sz="1800" kern="1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8" name="!!pic3">
            <a:extLst>
              <a:ext uri="{FF2B5EF4-FFF2-40B4-BE49-F238E27FC236}">
                <a16:creationId xmlns:a16="http://schemas.microsoft.com/office/drawing/2014/main" id="{ECFFF17F-917D-08C5-C79F-B51DBEEBF405}"/>
              </a:ext>
            </a:extLst>
          </p:cNvPr>
          <p:cNvSpPr/>
          <p:nvPr/>
        </p:nvSpPr>
        <p:spPr>
          <a:xfrm>
            <a:off x="8168476" y="2249015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4" name="!!text2">
            <a:extLst>
              <a:ext uri="{FF2B5EF4-FFF2-40B4-BE49-F238E27FC236}">
                <a16:creationId xmlns:a16="http://schemas.microsoft.com/office/drawing/2014/main" id="{96F2F361-D7D3-F0F0-3453-3882383A44DF}"/>
              </a:ext>
            </a:extLst>
          </p:cNvPr>
          <p:cNvSpPr/>
          <p:nvPr/>
        </p:nvSpPr>
        <p:spPr>
          <a:xfrm>
            <a:off x="1195388" y="1801944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צינור עם שם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named pipe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6" name="!!pic2">
            <a:extLst>
              <a:ext uri="{FF2B5EF4-FFF2-40B4-BE49-F238E27FC236}">
                <a16:creationId xmlns:a16="http://schemas.microsoft.com/office/drawing/2014/main" id="{6213101F-62B8-3CA4-6D9F-5064EB8FAFF1}"/>
              </a:ext>
            </a:extLst>
          </p:cNvPr>
          <p:cNvSpPr/>
          <p:nvPr/>
        </p:nvSpPr>
        <p:spPr>
          <a:xfrm>
            <a:off x="8168477" y="1836493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17" name="!!text1">
            <a:extLst>
              <a:ext uri="{FF2B5EF4-FFF2-40B4-BE49-F238E27FC236}">
                <a16:creationId xmlns:a16="http://schemas.microsoft.com/office/drawing/2014/main" id="{6C74F241-7B45-FA91-7CB4-860E2EF40F34}"/>
              </a:ext>
            </a:extLst>
          </p:cNvPr>
          <p:cNvSpPr/>
          <p:nvPr/>
        </p:nvSpPr>
        <p:spPr>
          <a:xfrm>
            <a:off x="1195388" y="1389000"/>
            <a:ext cx="7339012" cy="392400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ctr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800" kern="1200" dirty="0">
                <a:latin typeface="Roboto" panose="02000000000000000000" pitchFamily="2" charset="0"/>
                <a:cs typeface="Calibri" panose="020F0502020204030204" pitchFamily="34" charset="0"/>
              </a:rPr>
              <a:t>צינור ללא שם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anonymous pipe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8" name="!!pic1">
            <a:extLst>
              <a:ext uri="{FF2B5EF4-FFF2-40B4-BE49-F238E27FC236}">
                <a16:creationId xmlns:a16="http://schemas.microsoft.com/office/drawing/2014/main" id="{55515CFE-59F7-9339-7532-498A1FD36BA5}"/>
              </a:ext>
            </a:extLst>
          </p:cNvPr>
          <p:cNvSpPr/>
          <p:nvPr/>
        </p:nvSpPr>
        <p:spPr>
          <a:xfrm>
            <a:off x="8168477" y="1428368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l="4545" t="4277" r="4545" b="4277"/>
            </a:stretch>
          </a:blipFill>
          <a:ln>
            <a:solidFill>
              <a:schemeClr val="lt1">
                <a:hueOff val="0"/>
                <a:satOff val="0"/>
                <a:lumOff val="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3" name="!!text5">
            <a:extLst>
              <a:ext uri="{FF2B5EF4-FFF2-40B4-BE49-F238E27FC236}">
                <a16:creationId xmlns:a16="http://schemas.microsoft.com/office/drawing/2014/main" id="{0BEB61DA-A8DB-EBF5-96A3-C694436B0B5C}"/>
              </a:ext>
            </a:extLst>
          </p:cNvPr>
          <p:cNvSpPr/>
          <p:nvPr/>
        </p:nvSpPr>
        <p:spPr>
          <a:xfrm>
            <a:off x="1195388" y="3041202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תור הודעות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message queue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sz="1800" kern="1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5" name="!!pic5">
            <a:extLst>
              <a:ext uri="{FF2B5EF4-FFF2-40B4-BE49-F238E27FC236}">
                <a16:creationId xmlns:a16="http://schemas.microsoft.com/office/drawing/2014/main" id="{2FA7FE2F-1E73-3347-7BDD-A1989A4B29B1}"/>
              </a:ext>
            </a:extLst>
          </p:cNvPr>
          <p:cNvSpPr/>
          <p:nvPr/>
        </p:nvSpPr>
        <p:spPr>
          <a:xfrm>
            <a:off x="8168475" y="3073763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7" name="!!text7">
            <a:extLst>
              <a:ext uri="{FF2B5EF4-FFF2-40B4-BE49-F238E27FC236}">
                <a16:creationId xmlns:a16="http://schemas.microsoft.com/office/drawing/2014/main" id="{98C2CD9E-257A-3357-5175-4547F213C1AD}"/>
              </a:ext>
            </a:extLst>
          </p:cNvPr>
          <p:cNvSpPr/>
          <p:nvPr/>
        </p:nvSpPr>
        <p:spPr>
          <a:xfrm>
            <a:off x="1190595" y="3207288"/>
            <a:ext cx="7341405" cy="2465290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sp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b="1" dirty="0">
                <a:latin typeface="Roboto" panose="02000000000000000000" pitchFamily="2" charset="0"/>
                <a:cs typeface="Calibri" panose="020F0502020204030204" pitchFamily="34" charset="0"/>
              </a:rPr>
              <a:t>קבצים ממופי זיכרון 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memory mapped files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מיפוי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חלקים של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קבצים לדפי זיכרון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.</a:t>
            </a: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מנגנון דומה לזיכרון שיתופי.</a:t>
            </a: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מאפשר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גישה ישירה 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לקובץ (כאילו זה מערך).</a:t>
            </a: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עבודה מהירה </a:t>
            </a:r>
            <a:r>
              <a:rPr lang="he-IL" dirty="0">
                <a:solidFill>
                  <a:schemeClr val="bg1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עם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 קבצים 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(לא דרך מערכת ההפעלה).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מפשט את העבודה 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עם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כמויות גדולות של נתונים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.</a:t>
            </a: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דוגמאות: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 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בסיסי נתונים, שרתי אינטרנט, חישובים מדעיים כבדים.</a:t>
            </a:r>
          </a:p>
        </p:txBody>
      </p:sp>
      <p:sp>
        <p:nvSpPr>
          <p:cNvPr id="10" name="!!pic7">
            <a:extLst>
              <a:ext uri="{FF2B5EF4-FFF2-40B4-BE49-F238E27FC236}">
                <a16:creationId xmlns:a16="http://schemas.microsoft.com/office/drawing/2014/main" id="{44113169-0982-A6A6-F7A3-2E9BCC038204}"/>
              </a:ext>
            </a:extLst>
          </p:cNvPr>
          <p:cNvSpPr/>
          <p:nvPr/>
        </p:nvSpPr>
        <p:spPr>
          <a:xfrm>
            <a:off x="8166075" y="3252833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11" name="!!text6">
            <a:extLst>
              <a:ext uri="{FF2B5EF4-FFF2-40B4-BE49-F238E27FC236}">
                <a16:creationId xmlns:a16="http://schemas.microsoft.com/office/drawing/2014/main" id="{24370154-DE07-2070-03BD-738C25DB9EC0}"/>
              </a:ext>
            </a:extLst>
          </p:cNvPr>
          <p:cNvSpPr/>
          <p:nvPr/>
        </p:nvSpPr>
        <p:spPr>
          <a:xfrm>
            <a:off x="1195388" y="1389000"/>
            <a:ext cx="7339012" cy="1772793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sp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b="1" dirty="0">
                <a:latin typeface="Roboto" panose="02000000000000000000" pitchFamily="2" charset="0"/>
                <a:cs typeface="Calibri" panose="020F0502020204030204" pitchFamily="34" charset="0"/>
              </a:rPr>
              <a:t>זיכרון שיתופי 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shared memory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  <a:p>
            <a:pPr marL="285750" lvl="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פועל ע"י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שיתוף דפי זיכרון 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(פיזי) בין תהליכים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באותו מחשב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.</a:t>
            </a: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תקשורת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מהירה מאוד 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(לא דורש העתקת מידע).</a:t>
            </a: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דורש בדרך כלל שימוש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במנגנוני סנכרון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.</a:t>
            </a: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דוגמאות: בסיסי נתונים, עיבוד מידע מקבילי.</a:t>
            </a:r>
          </a:p>
        </p:txBody>
      </p:sp>
      <p:sp>
        <p:nvSpPr>
          <p:cNvPr id="12" name="!!pic6">
            <a:extLst>
              <a:ext uri="{FF2B5EF4-FFF2-40B4-BE49-F238E27FC236}">
                <a16:creationId xmlns:a16="http://schemas.microsoft.com/office/drawing/2014/main" id="{EC83255D-0720-2D66-2D91-1E0EFEC11E06}"/>
              </a:ext>
            </a:extLst>
          </p:cNvPr>
          <p:cNvSpPr/>
          <p:nvPr/>
        </p:nvSpPr>
        <p:spPr>
          <a:xfrm>
            <a:off x="8168475" y="1444800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3" name="!!header">
            <a:extLst>
              <a:ext uri="{FF2B5EF4-FFF2-40B4-BE49-F238E27FC236}">
                <a16:creationId xmlns:a16="http://schemas.microsoft.com/office/drawing/2014/main" id="{E616CDD1-52BA-9B31-76EB-D0D38452D5CC}"/>
              </a:ext>
            </a:extLst>
          </p:cNvPr>
          <p:cNvSpPr txBox="1"/>
          <p:nvPr/>
        </p:nvSpPr>
        <p:spPr>
          <a:xfrm>
            <a:off x="1192988" y="188964"/>
            <a:ext cx="73390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5400" b="1" dirty="0">
                <a:ln w="12700">
                  <a:solidFill>
                    <a:srgbClr val="525252"/>
                  </a:solidFill>
                  <a:prstDash val="solid"/>
                </a:ln>
                <a:pattFill prst="narHorz">
                  <a:fgClr>
                    <a:srgbClr val="00B0F0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Roboto" panose="02000000000000000000" pitchFamily="2" charset="0"/>
                <a:cs typeface="Calibri" panose="020F0502020204030204" pitchFamily="34" charset="0"/>
              </a:rPr>
              <a:t>מנגנוני תקשורת</a:t>
            </a:r>
            <a:endParaRPr lang="en-US" sz="3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051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text7">
            <a:extLst>
              <a:ext uri="{FF2B5EF4-FFF2-40B4-BE49-F238E27FC236}">
                <a16:creationId xmlns:a16="http://schemas.microsoft.com/office/drawing/2014/main" id="{A8639DAC-949A-31EA-28DA-6D7AF4EA444D}"/>
              </a:ext>
            </a:extLst>
          </p:cNvPr>
          <p:cNvSpPr/>
          <p:nvPr/>
        </p:nvSpPr>
        <p:spPr>
          <a:xfrm>
            <a:off x="1195388" y="3884345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קבצים ממופי זיכרון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memory mapped files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6" name="!!pic7">
            <a:extLst>
              <a:ext uri="{FF2B5EF4-FFF2-40B4-BE49-F238E27FC236}">
                <a16:creationId xmlns:a16="http://schemas.microsoft.com/office/drawing/2014/main" id="{124AD1F7-C6FA-AF1C-3C87-A56626F54C05}"/>
              </a:ext>
            </a:extLst>
          </p:cNvPr>
          <p:cNvSpPr/>
          <p:nvPr/>
        </p:nvSpPr>
        <p:spPr>
          <a:xfrm>
            <a:off x="8168474" y="3920773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1" name="!!text6">
            <a:extLst>
              <a:ext uri="{FF2B5EF4-FFF2-40B4-BE49-F238E27FC236}">
                <a16:creationId xmlns:a16="http://schemas.microsoft.com/office/drawing/2014/main" id="{8A75CE0D-7389-3000-3A55-0D9684C45008}"/>
              </a:ext>
            </a:extLst>
          </p:cNvPr>
          <p:cNvSpPr/>
          <p:nvPr/>
        </p:nvSpPr>
        <p:spPr>
          <a:xfrm>
            <a:off x="1195388" y="3471401"/>
            <a:ext cx="7339012" cy="392400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ctr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זיכרון שיתופי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shared memory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5" name="!!pic6">
            <a:extLst>
              <a:ext uri="{FF2B5EF4-FFF2-40B4-BE49-F238E27FC236}">
                <a16:creationId xmlns:a16="http://schemas.microsoft.com/office/drawing/2014/main" id="{53589D15-DC2C-52DB-E82B-F05E5988E89E}"/>
              </a:ext>
            </a:extLst>
          </p:cNvPr>
          <p:cNvSpPr/>
          <p:nvPr/>
        </p:nvSpPr>
        <p:spPr>
          <a:xfrm>
            <a:off x="8168474" y="3510130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3" name="!!text5">
            <a:extLst>
              <a:ext uri="{FF2B5EF4-FFF2-40B4-BE49-F238E27FC236}">
                <a16:creationId xmlns:a16="http://schemas.microsoft.com/office/drawing/2014/main" id="{0BEB61DA-A8DB-EBF5-96A3-C694436B0B5C}"/>
              </a:ext>
            </a:extLst>
          </p:cNvPr>
          <p:cNvSpPr/>
          <p:nvPr/>
        </p:nvSpPr>
        <p:spPr>
          <a:xfrm>
            <a:off x="1195388" y="3041202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תור הודעות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message queue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sz="1800" kern="1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5" name="!!pic5">
            <a:extLst>
              <a:ext uri="{FF2B5EF4-FFF2-40B4-BE49-F238E27FC236}">
                <a16:creationId xmlns:a16="http://schemas.microsoft.com/office/drawing/2014/main" id="{2FA7FE2F-1E73-3347-7BDD-A1989A4B29B1}"/>
              </a:ext>
            </a:extLst>
          </p:cNvPr>
          <p:cNvSpPr/>
          <p:nvPr/>
        </p:nvSpPr>
        <p:spPr>
          <a:xfrm>
            <a:off x="8168475" y="3073763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" name="!!text4">
            <a:extLst>
              <a:ext uri="{FF2B5EF4-FFF2-40B4-BE49-F238E27FC236}">
                <a16:creationId xmlns:a16="http://schemas.microsoft.com/office/drawing/2014/main" id="{BA395AF4-F045-77C2-CC7F-6695B2E4B664}"/>
              </a:ext>
            </a:extLst>
          </p:cNvPr>
          <p:cNvSpPr/>
          <p:nvPr/>
        </p:nvSpPr>
        <p:spPr>
          <a:xfrm>
            <a:off x="1195388" y="2623230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800" kern="1200" dirty="0">
                <a:latin typeface="Roboto" panose="02000000000000000000" pitchFamily="2" charset="0"/>
                <a:cs typeface="Calibri" panose="020F0502020204030204" pitchFamily="34" charset="0"/>
              </a:rPr>
              <a:t>שקע 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UDP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User Datagram Protocol socket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sz="1800" kern="1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9" name="!!pic4">
            <a:extLst>
              <a:ext uri="{FF2B5EF4-FFF2-40B4-BE49-F238E27FC236}">
                <a16:creationId xmlns:a16="http://schemas.microsoft.com/office/drawing/2014/main" id="{1ED3F563-2194-6FF2-1D3D-A7EA7023DE6C}"/>
              </a:ext>
            </a:extLst>
          </p:cNvPr>
          <p:cNvSpPr/>
          <p:nvPr/>
        </p:nvSpPr>
        <p:spPr>
          <a:xfrm>
            <a:off x="8168475" y="2655791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4" name="!!text3">
            <a:extLst>
              <a:ext uri="{FF2B5EF4-FFF2-40B4-BE49-F238E27FC236}">
                <a16:creationId xmlns:a16="http://schemas.microsoft.com/office/drawing/2014/main" id="{2D483B80-A079-A5B2-6FF7-F8F4FADAA344}"/>
              </a:ext>
            </a:extLst>
          </p:cNvPr>
          <p:cNvSpPr/>
          <p:nvPr/>
        </p:nvSpPr>
        <p:spPr>
          <a:xfrm>
            <a:off x="1195388" y="2210286"/>
            <a:ext cx="7339012" cy="392400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ctr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שקע 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TCP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Transmission Control Protocol socket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sz="1800" kern="1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8" name="!!pic3">
            <a:extLst>
              <a:ext uri="{FF2B5EF4-FFF2-40B4-BE49-F238E27FC236}">
                <a16:creationId xmlns:a16="http://schemas.microsoft.com/office/drawing/2014/main" id="{ECFFF17F-917D-08C5-C79F-B51DBEEBF405}"/>
              </a:ext>
            </a:extLst>
          </p:cNvPr>
          <p:cNvSpPr/>
          <p:nvPr/>
        </p:nvSpPr>
        <p:spPr>
          <a:xfrm>
            <a:off x="8168476" y="2249015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4" name="!!text2">
            <a:extLst>
              <a:ext uri="{FF2B5EF4-FFF2-40B4-BE49-F238E27FC236}">
                <a16:creationId xmlns:a16="http://schemas.microsoft.com/office/drawing/2014/main" id="{96F2F361-D7D3-F0F0-3453-3882383A44DF}"/>
              </a:ext>
            </a:extLst>
          </p:cNvPr>
          <p:cNvSpPr/>
          <p:nvPr/>
        </p:nvSpPr>
        <p:spPr>
          <a:xfrm>
            <a:off x="1195388" y="1801944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צינור עם שם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named pipe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6" name="!!pic2">
            <a:extLst>
              <a:ext uri="{FF2B5EF4-FFF2-40B4-BE49-F238E27FC236}">
                <a16:creationId xmlns:a16="http://schemas.microsoft.com/office/drawing/2014/main" id="{6213101F-62B8-3CA4-6D9F-5064EB8FAFF1}"/>
              </a:ext>
            </a:extLst>
          </p:cNvPr>
          <p:cNvSpPr/>
          <p:nvPr/>
        </p:nvSpPr>
        <p:spPr>
          <a:xfrm>
            <a:off x="8168477" y="1836493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17" name="!!text1">
            <a:extLst>
              <a:ext uri="{FF2B5EF4-FFF2-40B4-BE49-F238E27FC236}">
                <a16:creationId xmlns:a16="http://schemas.microsoft.com/office/drawing/2014/main" id="{6C74F241-7B45-FA91-7CB4-860E2EF40F34}"/>
              </a:ext>
            </a:extLst>
          </p:cNvPr>
          <p:cNvSpPr/>
          <p:nvPr/>
        </p:nvSpPr>
        <p:spPr>
          <a:xfrm>
            <a:off x="1195388" y="1389000"/>
            <a:ext cx="7339012" cy="392400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ctr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800" kern="1200" dirty="0">
                <a:latin typeface="Roboto" panose="02000000000000000000" pitchFamily="2" charset="0"/>
                <a:cs typeface="Calibri" panose="020F0502020204030204" pitchFamily="34" charset="0"/>
              </a:rPr>
              <a:t>צינור ללא שם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anonymous pipe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8" name="!!pic1">
            <a:extLst>
              <a:ext uri="{FF2B5EF4-FFF2-40B4-BE49-F238E27FC236}">
                <a16:creationId xmlns:a16="http://schemas.microsoft.com/office/drawing/2014/main" id="{55515CFE-59F7-9339-7532-498A1FD36BA5}"/>
              </a:ext>
            </a:extLst>
          </p:cNvPr>
          <p:cNvSpPr/>
          <p:nvPr/>
        </p:nvSpPr>
        <p:spPr>
          <a:xfrm>
            <a:off x="8168477" y="1428368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 l="4545" t="4277" r="4545" b="4277"/>
            </a:stretch>
          </a:blipFill>
          <a:ln>
            <a:solidFill>
              <a:schemeClr val="lt1">
                <a:hueOff val="0"/>
                <a:satOff val="0"/>
                <a:lumOff val="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12" name="!!header">
            <a:extLst>
              <a:ext uri="{FF2B5EF4-FFF2-40B4-BE49-F238E27FC236}">
                <a16:creationId xmlns:a16="http://schemas.microsoft.com/office/drawing/2014/main" id="{0E3666A0-B290-02F4-B95B-4B85E034D237}"/>
              </a:ext>
            </a:extLst>
          </p:cNvPr>
          <p:cNvSpPr txBox="1"/>
          <p:nvPr/>
        </p:nvSpPr>
        <p:spPr>
          <a:xfrm>
            <a:off x="1192988" y="188964"/>
            <a:ext cx="73390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5400" b="1" dirty="0">
                <a:ln w="12700">
                  <a:solidFill>
                    <a:srgbClr val="525252"/>
                  </a:solidFill>
                  <a:prstDash val="solid"/>
                </a:ln>
                <a:pattFill prst="narHorz">
                  <a:fgClr>
                    <a:srgbClr val="00B0F0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Roboto" panose="02000000000000000000" pitchFamily="2" charset="0"/>
                <a:cs typeface="Calibri" panose="020F0502020204030204" pitchFamily="34" charset="0"/>
              </a:rPr>
              <a:t>מנגנוני תקשורת</a:t>
            </a:r>
            <a:endParaRPr lang="en-US" sz="3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068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ext4">
            <a:extLst>
              <a:ext uri="{FF2B5EF4-FFF2-40B4-BE49-F238E27FC236}">
                <a16:creationId xmlns:a16="http://schemas.microsoft.com/office/drawing/2014/main" id="{BA395AF4-F045-77C2-CC7F-6695B2E4B664}"/>
              </a:ext>
            </a:extLst>
          </p:cNvPr>
          <p:cNvSpPr/>
          <p:nvPr/>
        </p:nvSpPr>
        <p:spPr>
          <a:xfrm>
            <a:off x="1195388" y="2623230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800" kern="1200" dirty="0">
                <a:latin typeface="Roboto" panose="02000000000000000000" pitchFamily="2" charset="0"/>
                <a:cs typeface="Calibri" panose="020F0502020204030204" pitchFamily="34" charset="0"/>
              </a:rPr>
              <a:t>שקע 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UDP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User Datagram Protocol socket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sz="1800" kern="1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9" name="!!pic4">
            <a:extLst>
              <a:ext uri="{FF2B5EF4-FFF2-40B4-BE49-F238E27FC236}">
                <a16:creationId xmlns:a16="http://schemas.microsoft.com/office/drawing/2014/main" id="{1ED3F563-2194-6FF2-1D3D-A7EA7023DE6C}"/>
              </a:ext>
            </a:extLst>
          </p:cNvPr>
          <p:cNvSpPr/>
          <p:nvPr/>
        </p:nvSpPr>
        <p:spPr>
          <a:xfrm>
            <a:off x="8168475" y="2655791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4" name="!!text3">
            <a:extLst>
              <a:ext uri="{FF2B5EF4-FFF2-40B4-BE49-F238E27FC236}">
                <a16:creationId xmlns:a16="http://schemas.microsoft.com/office/drawing/2014/main" id="{2D483B80-A079-A5B2-6FF7-F8F4FADAA344}"/>
              </a:ext>
            </a:extLst>
          </p:cNvPr>
          <p:cNvSpPr/>
          <p:nvPr/>
        </p:nvSpPr>
        <p:spPr>
          <a:xfrm>
            <a:off x="1195388" y="2210286"/>
            <a:ext cx="7339012" cy="392400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ctr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שקע 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TCP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Transmission Control Protocol socket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sz="1800" kern="1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8" name="!!pic3">
            <a:extLst>
              <a:ext uri="{FF2B5EF4-FFF2-40B4-BE49-F238E27FC236}">
                <a16:creationId xmlns:a16="http://schemas.microsoft.com/office/drawing/2014/main" id="{ECFFF17F-917D-08C5-C79F-B51DBEEBF405}"/>
              </a:ext>
            </a:extLst>
          </p:cNvPr>
          <p:cNvSpPr/>
          <p:nvPr/>
        </p:nvSpPr>
        <p:spPr>
          <a:xfrm>
            <a:off x="8168476" y="2249015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4" name="!!text2">
            <a:extLst>
              <a:ext uri="{FF2B5EF4-FFF2-40B4-BE49-F238E27FC236}">
                <a16:creationId xmlns:a16="http://schemas.microsoft.com/office/drawing/2014/main" id="{96F2F361-D7D3-F0F0-3453-3882383A44DF}"/>
              </a:ext>
            </a:extLst>
          </p:cNvPr>
          <p:cNvSpPr/>
          <p:nvPr/>
        </p:nvSpPr>
        <p:spPr>
          <a:xfrm>
            <a:off x="1195388" y="1801944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צינור עם שם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named pipe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6" name="!!pic2">
            <a:extLst>
              <a:ext uri="{FF2B5EF4-FFF2-40B4-BE49-F238E27FC236}">
                <a16:creationId xmlns:a16="http://schemas.microsoft.com/office/drawing/2014/main" id="{6213101F-62B8-3CA4-6D9F-5064EB8FAFF1}"/>
              </a:ext>
            </a:extLst>
          </p:cNvPr>
          <p:cNvSpPr/>
          <p:nvPr/>
        </p:nvSpPr>
        <p:spPr>
          <a:xfrm>
            <a:off x="8168477" y="1836493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17" name="!!text1">
            <a:extLst>
              <a:ext uri="{FF2B5EF4-FFF2-40B4-BE49-F238E27FC236}">
                <a16:creationId xmlns:a16="http://schemas.microsoft.com/office/drawing/2014/main" id="{6C74F241-7B45-FA91-7CB4-860E2EF40F34}"/>
              </a:ext>
            </a:extLst>
          </p:cNvPr>
          <p:cNvSpPr/>
          <p:nvPr/>
        </p:nvSpPr>
        <p:spPr>
          <a:xfrm>
            <a:off x="1195388" y="1389000"/>
            <a:ext cx="7339012" cy="392400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ctr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800" kern="1200" dirty="0">
                <a:latin typeface="Roboto" panose="02000000000000000000" pitchFamily="2" charset="0"/>
                <a:cs typeface="Calibri" panose="020F0502020204030204" pitchFamily="34" charset="0"/>
              </a:rPr>
              <a:t>צינור ללא שם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anonymous pipe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8" name="!!pic1">
            <a:extLst>
              <a:ext uri="{FF2B5EF4-FFF2-40B4-BE49-F238E27FC236}">
                <a16:creationId xmlns:a16="http://schemas.microsoft.com/office/drawing/2014/main" id="{55515CFE-59F7-9339-7532-498A1FD36BA5}"/>
              </a:ext>
            </a:extLst>
          </p:cNvPr>
          <p:cNvSpPr/>
          <p:nvPr/>
        </p:nvSpPr>
        <p:spPr>
          <a:xfrm>
            <a:off x="8168477" y="1428368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l="4545" t="4277" r="4545" b="4277"/>
            </a:stretch>
          </a:blipFill>
          <a:ln>
            <a:solidFill>
              <a:schemeClr val="lt1">
                <a:hueOff val="0"/>
                <a:satOff val="0"/>
                <a:lumOff val="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19" name="!!text7">
            <a:extLst>
              <a:ext uri="{FF2B5EF4-FFF2-40B4-BE49-F238E27FC236}">
                <a16:creationId xmlns:a16="http://schemas.microsoft.com/office/drawing/2014/main" id="{7B043C6C-4D08-E9E6-25D3-979EC31714F4}"/>
              </a:ext>
            </a:extLst>
          </p:cNvPr>
          <p:cNvSpPr/>
          <p:nvPr/>
        </p:nvSpPr>
        <p:spPr>
          <a:xfrm>
            <a:off x="1195388" y="3884345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קבצים ממופי זיכרון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memory mapped files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0" name="!!pic7">
            <a:extLst>
              <a:ext uri="{FF2B5EF4-FFF2-40B4-BE49-F238E27FC236}">
                <a16:creationId xmlns:a16="http://schemas.microsoft.com/office/drawing/2014/main" id="{38F05C39-20E5-C32C-53A5-5657EB716F9E}"/>
              </a:ext>
            </a:extLst>
          </p:cNvPr>
          <p:cNvSpPr/>
          <p:nvPr/>
        </p:nvSpPr>
        <p:spPr>
          <a:xfrm>
            <a:off x="8168474" y="3920773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1" name="!!text6">
            <a:extLst>
              <a:ext uri="{FF2B5EF4-FFF2-40B4-BE49-F238E27FC236}">
                <a16:creationId xmlns:a16="http://schemas.microsoft.com/office/drawing/2014/main" id="{D57624A6-C7EA-5E94-1C07-732F62A48E25}"/>
              </a:ext>
            </a:extLst>
          </p:cNvPr>
          <p:cNvSpPr/>
          <p:nvPr/>
        </p:nvSpPr>
        <p:spPr>
          <a:xfrm>
            <a:off x="1195388" y="3471401"/>
            <a:ext cx="7339012" cy="392400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ctr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זיכרון שיתופי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shared memory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2" name="!!pic6">
            <a:extLst>
              <a:ext uri="{FF2B5EF4-FFF2-40B4-BE49-F238E27FC236}">
                <a16:creationId xmlns:a16="http://schemas.microsoft.com/office/drawing/2014/main" id="{09DCBF03-7464-96D6-306F-75882ED6FBF5}"/>
              </a:ext>
            </a:extLst>
          </p:cNvPr>
          <p:cNvSpPr/>
          <p:nvPr/>
        </p:nvSpPr>
        <p:spPr>
          <a:xfrm>
            <a:off x="8168474" y="3510130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3" name="!!text5">
            <a:extLst>
              <a:ext uri="{FF2B5EF4-FFF2-40B4-BE49-F238E27FC236}">
                <a16:creationId xmlns:a16="http://schemas.microsoft.com/office/drawing/2014/main" id="{0BEB61DA-A8DB-EBF5-96A3-C694436B0B5C}"/>
              </a:ext>
            </a:extLst>
          </p:cNvPr>
          <p:cNvSpPr/>
          <p:nvPr/>
        </p:nvSpPr>
        <p:spPr>
          <a:xfrm>
            <a:off x="1195388" y="3041202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תור הודעות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message queue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sz="1800" kern="1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5" name="!!pic5">
            <a:extLst>
              <a:ext uri="{FF2B5EF4-FFF2-40B4-BE49-F238E27FC236}">
                <a16:creationId xmlns:a16="http://schemas.microsoft.com/office/drawing/2014/main" id="{2FA7FE2F-1E73-3347-7BDD-A1989A4B29B1}"/>
              </a:ext>
            </a:extLst>
          </p:cNvPr>
          <p:cNvSpPr/>
          <p:nvPr/>
        </p:nvSpPr>
        <p:spPr>
          <a:xfrm>
            <a:off x="8168475" y="3073763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3" name="!!text10">
            <a:extLst>
              <a:ext uri="{FF2B5EF4-FFF2-40B4-BE49-F238E27FC236}">
                <a16:creationId xmlns:a16="http://schemas.microsoft.com/office/drawing/2014/main" id="{2437215D-08A8-CA3C-DDB3-3F6BA28D0771}"/>
              </a:ext>
            </a:extLst>
          </p:cNvPr>
          <p:cNvSpPr/>
          <p:nvPr/>
        </p:nvSpPr>
        <p:spPr>
          <a:xfrm>
            <a:off x="1190595" y="5004194"/>
            <a:ext cx="7341405" cy="1080296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sp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b="1" dirty="0">
                <a:latin typeface="Roboto" panose="02000000000000000000" pitchFamily="2" charset="0"/>
                <a:cs typeface="Calibri" panose="020F0502020204030204" pitchFamily="34" charset="0"/>
              </a:rPr>
              <a:t>מנעול משתני תנאי 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condition variables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משתמש במנעולי מְנִיעָה הֲדָדִית.</a:t>
            </a: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משמשים לסנכרון עם תנאים יותר מורכבים.</a:t>
            </a:r>
          </a:p>
        </p:txBody>
      </p:sp>
      <p:sp>
        <p:nvSpPr>
          <p:cNvPr id="27" name="!!pic10">
            <a:extLst>
              <a:ext uri="{FF2B5EF4-FFF2-40B4-BE49-F238E27FC236}">
                <a16:creationId xmlns:a16="http://schemas.microsoft.com/office/drawing/2014/main" id="{1864A13F-1166-92F8-40E4-7D3B2ADE71D6}"/>
              </a:ext>
            </a:extLst>
          </p:cNvPr>
          <p:cNvSpPr/>
          <p:nvPr/>
        </p:nvSpPr>
        <p:spPr>
          <a:xfrm>
            <a:off x="8166074" y="5036652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>
              <a:fillRect l="10228" t="9993" r="10228" b="9993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7" name="!!text9">
            <a:extLst>
              <a:ext uri="{FF2B5EF4-FFF2-40B4-BE49-F238E27FC236}">
                <a16:creationId xmlns:a16="http://schemas.microsoft.com/office/drawing/2014/main" id="{98C2CD9E-257A-3357-5175-4547F213C1AD}"/>
              </a:ext>
            </a:extLst>
          </p:cNvPr>
          <p:cNvSpPr/>
          <p:nvPr/>
        </p:nvSpPr>
        <p:spPr>
          <a:xfrm>
            <a:off x="1190595" y="3201192"/>
            <a:ext cx="7341405" cy="1772793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sp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b="1" dirty="0">
                <a:latin typeface="Roboto" panose="02000000000000000000" pitchFamily="2" charset="0"/>
                <a:cs typeface="Calibri" panose="020F0502020204030204" pitchFamily="34" charset="0"/>
              </a:rPr>
              <a:t>מנעול אַתָּת 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semaphore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 </a:t>
            </a:r>
            <a:r>
              <a:rPr lang="he-IL" b="1" dirty="0">
                <a:latin typeface="Roboto" panose="02000000000000000000" pitchFamily="2" charset="0"/>
                <a:cs typeface="Calibri" panose="020F0502020204030204" pitchFamily="34" charset="0"/>
              </a:rPr>
              <a:t>ומנעול מְנִיעָה הֲדָדִית 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mutex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משתמש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באיתותים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.</a:t>
            </a: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משמש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לסנכרון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גישה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למשאבים משותפים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.</a:t>
            </a: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אַתָּת מאפשר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הגבלת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מספר התהליכים המשתמשים (גם ליותר מאחד).</a:t>
            </a: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מנעול מסוג </a:t>
            </a:r>
            <a:r>
              <a:rPr lang="en-US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mutex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הוא כמו אַתָּת עם מגבלה של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אחד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(הביצועים שונים).</a:t>
            </a:r>
          </a:p>
        </p:txBody>
      </p:sp>
      <p:sp>
        <p:nvSpPr>
          <p:cNvPr id="10" name="!!pic9">
            <a:extLst>
              <a:ext uri="{FF2B5EF4-FFF2-40B4-BE49-F238E27FC236}">
                <a16:creationId xmlns:a16="http://schemas.microsoft.com/office/drawing/2014/main" id="{44113169-0982-A6A6-F7A3-2E9BCC038204}"/>
              </a:ext>
            </a:extLst>
          </p:cNvPr>
          <p:cNvSpPr/>
          <p:nvPr/>
        </p:nvSpPr>
        <p:spPr>
          <a:xfrm>
            <a:off x="8166075" y="3246737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>
              <a:fillRect l="10228" t="9993" r="10228" b="9993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15" name="!!text8">
            <a:extLst>
              <a:ext uri="{FF2B5EF4-FFF2-40B4-BE49-F238E27FC236}">
                <a16:creationId xmlns:a16="http://schemas.microsoft.com/office/drawing/2014/main" id="{76F4DA75-719B-8337-C0CB-EFE5C71791A8}"/>
              </a:ext>
            </a:extLst>
          </p:cNvPr>
          <p:cNvSpPr/>
          <p:nvPr/>
        </p:nvSpPr>
        <p:spPr>
          <a:xfrm>
            <a:off x="1196585" y="1393031"/>
            <a:ext cx="7339012" cy="1772793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sp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b="1" dirty="0">
                <a:latin typeface="Roboto" panose="02000000000000000000" pitchFamily="2" charset="0"/>
                <a:cs typeface="Calibri" panose="020F0502020204030204" pitchFamily="34" charset="0"/>
              </a:rPr>
              <a:t>איתותים / סיגנלים 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signals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מנגנון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התראות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שעובד באמצעות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פסיקות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interrupts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).</a:t>
            </a: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מנגנון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אסינכרוני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, פועל רק בין תהליכים על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אותו מחשב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.</a:t>
            </a: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יכול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לעצור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פעילות של תהליך "באמצע העבודה".</a:t>
            </a: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דוגמאות: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 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טיפול בשגיאות, עצירת תהליכים.</a:t>
            </a:r>
          </a:p>
        </p:txBody>
      </p:sp>
      <p:sp>
        <p:nvSpPr>
          <p:cNvPr id="16" name="!!pic8">
            <a:extLst>
              <a:ext uri="{FF2B5EF4-FFF2-40B4-BE49-F238E27FC236}">
                <a16:creationId xmlns:a16="http://schemas.microsoft.com/office/drawing/2014/main" id="{48EF5F0F-F574-6DCB-C72B-341C272D379A}"/>
              </a:ext>
            </a:extLst>
          </p:cNvPr>
          <p:cNvSpPr/>
          <p:nvPr/>
        </p:nvSpPr>
        <p:spPr>
          <a:xfrm>
            <a:off x="8169672" y="1448831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2" name="!!header">
            <a:extLst>
              <a:ext uri="{FF2B5EF4-FFF2-40B4-BE49-F238E27FC236}">
                <a16:creationId xmlns:a16="http://schemas.microsoft.com/office/drawing/2014/main" id="{3C4E3911-A9E6-EBE5-A069-1E9105257C23}"/>
              </a:ext>
            </a:extLst>
          </p:cNvPr>
          <p:cNvSpPr txBox="1"/>
          <p:nvPr/>
        </p:nvSpPr>
        <p:spPr>
          <a:xfrm>
            <a:off x="1192988" y="188964"/>
            <a:ext cx="73390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5400" b="1" dirty="0">
                <a:ln w="12700">
                  <a:solidFill>
                    <a:srgbClr val="525252"/>
                  </a:solidFill>
                  <a:prstDash val="solid"/>
                </a:ln>
                <a:pattFill prst="narHorz">
                  <a:fgClr>
                    <a:srgbClr val="00B0F0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Roboto" panose="02000000000000000000" pitchFamily="2" charset="0"/>
                <a:cs typeface="Calibri" panose="020F0502020204030204" pitchFamily="34" charset="0"/>
              </a:rPr>
              <a:t>מנגנוני תקשורת</a:t>
            </a:r>
            <a:endParaRPr lang="en-US" sz="3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0038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7" grpId="0" animBg="1"/>
      <p:bldP spid="15" grpId="0" animBg="1"/>
      <p:bldP spid="1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!!text10">
            <a:extLst>
              <a:ext uri="{FF2B5EF4-FFF2-40B4-BE49-F238E27FC236}">
                <a16:creationId xmlns:a16="http://schemas.microsoft.com/office/drawing/2014/main" id="{393B922E-7A27-D8E9-7DAB-C7D71C8AD20D}"/>
              </a:ext>
            </a:extLst>
          </p:cNvPr>
          <p:cNvSpPr/>
          <p:nvPr/>
        </p:nvSpPr>
        <p:spPr>
          <a:xfrm>
            <a:off x="1195388" y="5151714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מנעול משתני תנאי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condition variables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9" name="!!pic10">
            <a:extLst>
              <a:ext uri="{FF2B5EF4-FFF2-40B4-BE49-F238E27FC236}">
                <a16:creationId xmlns:a16="http://schemas.microsoft.com/office/drawing/2014/main" id="{7B0E6B5D-7402-3228-767B-F633959A5CB0}"/>
              </a:ext>
            </a:extLst>
          </p:cNvPr>
          <p:cNvSpPr/>
          <p:nvPr/>
        </p:nvSpPr>
        <p:spPr>
          <a:xfrm>
            <a:off x="8168473" y="5190766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10228" t="9993" r="10228" b="9993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3" name="!!text9">
            <a:extLst>
              <a:ext uri="{FF2B5EF4-FFF2-40B4-BE49-F238E27FC236}">
                <a16:creationId xmlns:a16="http://schemas.microsoft.com/office/drawing/2014/main" id="{1328B162-B552-0171-4E89-F4E28D515CBD}"/>
              </a:ext>
            </a:extLst>
          </p:cNvPr>
          <p:cNvSpPr/>
          <p:nvPr/>
        </p:nvSpPr>
        <p:spPr>
          <a:xfrm>
            <a:off x="1195388" y="4726578"/>
            <a:ext cx="7339012" cy="392400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ctr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מנעול אַתָּת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semaphore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 ומנעול מְנִיעָה הֲדָדִית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mutex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30" name="!!pic9">
            <a:extLst>
              <a:ext uri="{FF2B5EF4-FFF2-40B4-BE49-F238E27FC236}">
                <a16:creationId xmlns:a16="http://schemas.microsoft.com/office/drawing/2014/main" id="{1F73BBE2-592D-2C93-6EB9-1B8FCC98503C}"/>
              </a:ext>
            </a:extLst>
          </p:cNvPr>
          <p:cNvSpPr/>
          <p:nvPr/>
        </p:nvSpPr>
        <p:spPr>
          <a:xfrm>
            <a:off x="8168473" y="4765307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10228" t="9993" r="10228" b="9993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5" name="!!text8">
            <a:extLst>
              <a:ext uri="{FF2B5EF4-FFF2-40B4-BE49-F238E27FC236}">
                <a16:creationId xmlns:a16="http://schemas.microsoft.com/office/drawing/2014/main" id="{4074AD79-4F9F-EE9F-46A1-31FC80E486DD}"/>
              </a:ext>
            </a:extLst>
          </p:cNvPr>
          <p:cNvSpPr/>
          <p:nvPr/>
        </p:nvSpPr>
        <p:spPr>
          <a:xfrm>
            <a:off x="1195388" y="4308571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איתותים / סיגנלים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signals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8" name="!!pic8">
            <a:extLst>
              <a:ext uri="{FF2B5EF4-FFF2-40B4-BE49-F238E27FC236}">
                <a16:creationId xmlns:a16="http://schemas.microsoft.com/office/drawing/2014/main" id="{C3F84F98-86DC-C0D8-90CD-BE699EAC4144}"/>
              </a:ext>
            </a:extLst>
          </p:cNvPr>
          <p:cNvSpPr/>
          <p:nvPr/>
        </p:nvSpPr>
        <p:spPr>
          <a:xfrm>
            <a:off x="8168474" y="4344999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7" name="!!text7">
            <a:extLst>
              <a:ext uri="{FF2B5EF4-FFF2-40B4-BE49-F238E27FC236}">
                <a16:creationId xmlns:a16="http://schemas.microsoft.com/office/drawing/2014/main" id="{A8639DAC-949A-31EA-28DA-6D7AF4EA444D}"/>
              </a:ext>
            </a:extLst>
          </p:cNvPr>
          <p:cNvSpPr/>
          <p:nvPr/>
        </p:nvSpPr>
        <p:spPr>
          <a:xfrm>
            <a:off x="1195388" y="3896537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קבצים ממופי זיכרון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memory mapped files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6" name="!!pic7">
            <a:extLst>
              <a:ext uri="{FF2B5EF4-FFF2-40B4-BE49-F238E27FC236}">
                <a16:creationId xmlns:a16="http://schemas.microsoft.com/office/drawing/2014/main" id="{124AD1F7-C6FA-AF1C-3C87-A56626F54C05}"/>
              </a:ext>
            </a:extLst>
          </p:cNvPr>
          <p:cNvSpPr/>
          <p:nvPr/>
        </p:nvSpPr>
        <p:spPr>
          <a:xfrm>
            <a:off x="8168474" y="3932965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1" name="!!text6">
            <a:extLst>
              <a:ext uri="{FF2B5EF4-FFF2-40B4-BE49-F238E27FC236}">
                <a16:creationId xmlns:a16="http://schemas.microsoft.com/office/drawing/2014/main" id="{8A75CE0D-7389-3000-3A55-0D9684C45008}"/>
              </a:ext>
            </a:extLst>
          </p:cNvPr>
          <p:cNvSpPr/>
          <p:nvPr/>
        </p:nvSpPr>
        <p:spPr>
          <a:xfrm>
            <a:off x="1195388" y="3471401"/>
            <a:ext cx="7339012" cy="392400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ctr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זיכרון שיתופי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shared memory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5" name="!!pic6">
            <a:extLst>
              <a:ext uri="{FF2B5EF4-FFF2-40B4-BE49-F238E27FC236}">
                <a16:creationId xmlns:a16="http://schemas.microsoft.com/office/drawing/2014/main" id="{53589D15-DC2C-52DB-E82B-F05E5988E89E}"/>
              </a:ext>
            </a:extLst>
          </p:cNvPr>
          <p:cNvSpPr/>
          <p:nvPr/>
        </p:nvSpPr>
        <p:spPr>
          <a:xfrm>
            <a:off x="8168474" y="3510130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3" name="!!text5">
            <a:extLst>
              <a:ext uri="{FF2B5EF4-FFF2-40B4-BE49-F238E27FC236}">
                <a16:creationId xmlns:a16="http://schemas.microsoft.com/office/drawing/2014/main" id="{0BEB61DA-A8DB-EBF5-96A3-C694436B0B5C}"/>
              </a:ext>
            </a:extLst>
          </p:cNvPr>
          <p:cNvSpPr/>
          <p:nvPr/>
        </p:nvSpPr>
        <p:spPr>
          <a:xfrm>
            <a:off x="1195388" y="3041202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תור הודעות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message queue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sz="1800" kern="1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5" name="!!pic5">
            <a:extLst>
              <a:ext uri="{FF2B5EF4-FFF2-40B4-BE49-F238E27FC236}">
                <a16:creationId xmlns:a16="http://schemas.microsoft.com/office/drawing/2014/main" id="{2FA7FE2F-1E73-3347-7BDD-A1989A4B29B1}"/>
              </a:ext>
            </a:extLst>
          </p:cNvPr>
          <p:cNvSpPr/>
          <p:nvPr/>
        </p:nvSpPr>
        <p:spPr>
          <a:xfrm>
            <a:off x="8168475" y="3073763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" name="!!text4">
            <a:extLst>
              <a:ext uri="{FF2B5EF4-FFF2-40B4-BE49-F238E27FC236}">
                <a16:creationId xmlns:a16="http://schemas.microsoft.com/office/drawing/2014/main" id="{BA395AF4-F045-77C2-CC7F-6695B2E4B664}"/>
              </a:ext>
            </a:extLst>
          </p:cNvPr>
          <p:cNvSpPr/>
          <p:nvPr/>
        </p:nvSpPr>
        <p:spPr>
          <a:xfrm>
            <a:off x="1195388" y="2623230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800" kern="1200" dirty="0">
                <a:latin typeface="Roboto" panose="02000000000000000000" pitchFamily="2" charset="0"/>
                <a:cs typeface="Calibri" panose="020F0502020204030204" pitchFamily="34" charset="0"/>
              </a:rPr>
              <a:t>שקע 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UDP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User Datagram Protocol socket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sz="1800" kern="1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9" name="!!pic4">
            <a:extLst>
              <a:ext uri="{FF2B5EF4-FFF2-40B4-BE49-F238E27FC236}">
                <a16:creationId xmlns:a16="http://schemas.microsoft.com/office/drawing/2014/main" id="{1ED3F563-2194-6FF2-1D3D-A7EA7023DE6C}"/>
              </a:ext>
            </a:extLst>
          </p:cNvPr>
          <p:cNvSpPr/>
          <p:nvPr/>
        </p:nvSpPr>
        <p:spPr>
          <a:xfrm>
            <a:off x="8168475" y="2655791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4" name="!!text3">
            <a:extLst>
              <a:ext uri="{FF2B5EF4-FFF2-40B4-BE49-F238E27FC236}">
                <a16:creationId xmlns:a16="http://schemas.microsoft.com/office/drawing/2014/main" id="{2D483B80-A079-A5B2-6FF7-F8F4FADAA344}"/>
              </a:ext>
            </a:extLst>
          </p:cNvPr>
          <p:cNvSpPr/>
          <p:nvPr/>
        </p:nvSpPr>
        <p:spPr>
          <a:xfrm>
            <a:off x="1195388" y="2210286"/>
            <a:ext cx="7339012" cy="392400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ctr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שקע 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TCP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Transmission Control Protocol socket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sz="1800" kern="1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8" name="!!pic3">
            <a:extLst>
              <a:ext uri="{FF2B5EF4-FFF2-40B4-BE49-F238E27FC236}">
                <a16:creationId xmlns:a16="http://schemas.microsoft.com/office/drawing/2014/main" id="{ECFFF17F-917D-08C5-C79F-B51DBEEBF405}"/>
              </a:ext>
            </a:extLst>
          </p:cNvPr>
          <p:cNvSpPr/>
          <p:nvPr/>
        </p:nvSpPr>
        <p:spPr>
          <a:xfrm>
            <a:off x="8168476" y="2249015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4" name="!!text2">
            <a:extLst>
              <a:ext uri="{FF2B5EF4-FFF2-40B4-BE49-F238E27FC236}">
                <a16:creationId xmlns:a16="http://schemas.microsoft.com/office/drawing/2014/main" id="{96F2F361-D7D3-F0F0-3453-3882383A44DF}"/>
              </a:ext>
            </a:extLst>
          </p:cNvPr>
          <p:cNvSpPr/>
          <p:nvPr/>
        </p:nvSpPr>
        <p:spPr>
          <a:xfrm>
            <a:off x="1195388" y="1801944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צינור עם שם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named pipe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6" name="!!pic2">
            <a:extLst>
              <a:ext uri="{FF2B5EF4-FFF2-40B4-BE49-F238E27FC236}">
                <a16:creationId xmlns:a16="http://schemas.microsoft.com/office/drawing/2014/main" id="{6213101F-62B8-3CA4-6D9F-5064EB8FAFF1}"/>
              </a:ext>
            </a:extLst>
          </p:cNvPr>
          <p:cNvSpPr/>
          <p:nvPr/>
        </p:nvSpPr>
        <p:spPr>
          <a:xfrm>
            <a:off x="8168477" y="1836493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17" name="!!text1">
            <a:extLst>
              <a:ext uri="{FF2B5EF4-FFF2-40B4-BE49-F238E27FC236}">
                <a16:creationId xmlns:a16="http://schemas.microsoft.com/office/drawing/2014/main" id="{6C74F241-7B45-FA91-7CB4-860E2EF40F34}"/>
              </a:ext>
            </a:extLst>
          </p:cNvPr>
          <p:cNvSpPr/>
          <p:nvPr/>
        </p:nvSpPr>
        <p:spPr>
          <a:xfrm>
            <a:off x="1195388" y="1389000"/>
            <a:ext cx="7339012" cy="392400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ctr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800" kern="1200" dirty="0">
                <a:latin typeface="Roboto" panose="02000000000000000000" pitchFamily="2" charset="0"/>
                <a:cs typeface="Calibri" panose="020F0502020204030204" pitchFamily="34" charset="0"/>
              </a:rPr>
              <a:t>צינור ללא שם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anonymous pipe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8" name="!!pic1">
            <a:extLst>
              <a:ext uri="{FF2B5EF4-FFF2-40B4-BE49-F238E27FC236}">
                <a16:creationId xmlns:a16="http://schemas.microsoft.com/office/drawing/2014/main" id="{55515CFE-59F7-9339-7532-498A1FD36BA5}"/>
              </a:ext>
            </a:extLst>
          </p:cNvPr>
          <p:cNvSpPr/>
          <p:nvPr/>
        </p:nvSpPr>
        <p:spPr>
          <a:xfrm>
            <a:off x="8168477" y="1428368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>
              <a:fillRect l="4545" t="4277" r="4545" b="4277"/>
            </a:stretch>
          </a:blipFill>
          <a:ln>
            <a:solidFill>
              <a:schemeClr val="lt1">
                <a:hueOff val="0"/>
                <a:satOff val="0"/>
                <a:lumOff val="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10" name="!!header">
            <a:extLst>
              <a:ext uri="{FF2B5EF4-FFF2-40B4-BE49-F238E27FC236}">
                <a16:creationId xmlns:a16="http://schemas.microsoft.com/office/drawing/2014/main" id="{86A0E293-06EA-E034-8CE8-0DE4C1EE260F}"/>
              </a:ext>
            </a:extLst>
          </p:cNvPr>
          <p:cNvSpPr txBox="1"/>
          <p:nvPr/>
        </p:nvSpPr>
        <p:spPr>
          <a:xfrm>
            <a:off x="1192988" y="188964"/>
            <a:ext cx="73390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5400" b="1" dirty="0">
                <a:ln w="12700">
                  <a:solidFill>
                    <a:srgbClr val="525252"/>
                  </a:solidFill>
                  <a:prstDash val="solid"/>
                </a:ln>
                <a:pattFill prst="narHorz">
                  <a:fgClr>
                    <a:srgbClr val="00B0F0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Roboto" panose="02000000000000000000" pitchFamily="2" charset="0"/>
                <a:cs typeface="Calibri" panose="020F0502020204030204" pitchFamily="34" charset="0"/>
              </a:rPr>
              <a:t>מנגנוני תקשורת</a:t>
            </a:r>
            <a:endParaRPr lang="en-US" sz="3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992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!!text10">
            <a:extLst>
              <a:ext uri="{FF2B5EF4-FFF2-40B4-BE49-F238E27FC236}">
                <a16:creationId xmlns:a16="http://schemas.microsoft.com/office/drawing/2014/main" id="{393B922E-7A27-D8E9-7DAB-C7D71C8AD20D}"/>
              </a:ext>
            </a:extLst>
          </p:cNvPr>
          <p:cNvSpPr/>
          <p:nvPr/>
        </p:nvSpPr>
        <p:spPr>
          <a:xfrm>
            <a:off x="1195388" y="5151714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מנעול משתני תנאי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condition variables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9" name="!!pic10">
            <a:extLst>
              <a:ext uri="{FF2B5EF4-FFF2-40B4-BE49-F238E27FC236}">
                <a16:creationId xmlns:a16="http://schemas.microsoft.com/office/drawing/2014/main" id="{7B0E6B5D-7402-3228-767B-F633959A5CB0}"/>
              </a:ext>
            </a:extLst>
          </p:cNvPr>
          <p:cNvSpPr/>
          <p:nvPr/>
        </p:nvSpPr>
        <p:spPr>
          <a:xfrm>
            <a:off x="8168473" y="5190766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10228" t="9993" r="10228" b="9993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3" name="!!text9">
            <a:extLst>
              <a:ext uri="{FF2B5EF4-FFF2-40B4-BE49-F238E27FC236}">
                <a16:creationId xmlns:a16="http://schemas.microsoft.com/office/drawing/2014/main" id="{1328B162-B552-0171-4E89-F4E28D515CBD}"/>
              </a:ext>
            </a:extLst>
          </p:cNvPr>
          <p:cNvSpPr/>
          <p:nvPr/>
        </p:nvSpPr>
        <p:spPr>
          <a:xfrm>
            <a:off x="1195388" y="4726578"/>
            <a:ext cx="7339012" cy="392400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ctr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מנעול אַתָּת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semaphore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 ומנעול מְנִיעָה הֲדָדִית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mutex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30" name="!!pic9">
            <a:extLst>
              <a:ext uri="{FF2B5EF4-FFF2-40B4-BE49-F238E27FC236}">
                <a16:creationId xmlns:a16="http://schemas.microsoft.com/office/drawing/2014/main" id="{1F73BBE2-592D-2C93-6EB9-1B8FCC98503C}"/>
              </a:ext>
            </a:extLst>
          </p:cNvPr>
          <p:cNvSpPr/>
          <p:nvPr/>
        </p:nvSpPr>
        <p:spPr>
          <a:xfrm>
            <a:off x="8168473" y="4765307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10228" t="9993" r="10228" b="9993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5" name="!!text8">
            <a:extLst>
              <a:ext uri="{FF2B5EF4-FFF2-40B4-BE49-F238E27FC236}">
                <a16:creationId xmlns:a16="http://schemas.microsoft.com/office/drawing/2014/main" id="{4074AD79-4F9F-EE9F-46A1-31FC80E486DD}"/>
              </a:ext>
            </a:extLst>
          </p:cNvPr>
          <p:cNvSpPr/>
          <p:nvPr/>
        </p:nvSpPr>
        <p:spPr>
          <a:xfrm>
            <a:off x="1195388" y="4308571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איתותים / סיגנלים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signals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8" name="!!pic8">
            <a:extLst>
              <a:ext uri="{FF2B5EF4-FFF2-40B4-BE49-F238E27FC236}">
                <a16:creationId xmlns:a16="http://schemas.microsoft.com/office/drawing/2014/main" id="{C3F84F98-86DC-C0D8-90CD-BE699EAC4144}"/>
              </a:ext>
            </a:extLst>
          </p:cNvPr>
          <p:cNvSpPr/>
          <p:nvPr/>
        </p:nvSpPr>
        <p:spPr>
          <a:xfrm>
            <a:off x="8168474" y="4344999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7" name="!!text7">
            <a:extLst>
              <a:ext uri="{FF2B5EF4-FFF2-40B4-BE49-F238E27FC236}">
                <a16:creationId xmlns:a16="http://schemas.microsoft.com/office/drawing/2014/main" id="{A8639DAC-949A-31EA-28DA-6D7AF4EA444D}"/>
              </a:ext>
            </a:extLst>
          </p:cNvPr>
          <p:cNvSpPr/>
          <p:nvPr/>
        </p:nvSpPr>
        <p:spPr>
          <a:xfrm>
            <a:off x="1195388" y="3896537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קבצים ממופי זיכרון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memory mapped files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6" name="!!pic7">
            <a:extLst>
              <a:ext uri="{FF2B5EF4-FFF2-40B4-BE49-F238E27FC236}">
                <a16:creationId xmlns:a16="http://schemas.microsoft.com/office/drawing/2014/main" id="{124AD1F7-C6FA-AF1C-3C87-A56626F54C05}"/>
              </a:ext>
            </a:extLst>
          </p:cNvPr>
          <p:cNvSpPr/>
          <p:nvPr/>
        </p:nvSpPr>
        <p:spPr>
          <a:xfrm>
            <a:off x="8168474" y="3932965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1" name="!!text6">
            <a:extLst>
              <a:ext uri="{FF2B5EF4-FFF2-40B4-BE49-F238E27FC236}">
                <a16:creationId xmlns:a16="http://schemas.microsoft.com/office/drawing/2014/main" id="{8A75CE0D-7389-3000-3A55-0D9684C45008}"/>
              </a:ext>
            </a:extLst>
          </p:cNvPr>
          <p:cNvSpPr/>
          <p:nvPr/>
        </p:nvSpPr>
        <p:spPr>
          <a:xfrm>
            <a:off x="1195388" y="3471401"/>
            <a:ext cx="7339012" cy="392400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ctr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זיכרון שיתופי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shared memory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5" name="!!pic6">
            <a:extLst>
              <a:ext uri="{FF2B5EF4-FFF2-40B4-BE49-F238E27FC236}">
                <a16:creationId xmlns:a16="http://schemas.microsoft.com/office/drawing/2014/main" id="{53589D15-DC2C-52DB-E82B-F05E5988E89E}"/>
              </a:ext>
            </a:extLst>
          </p:cNvPr>
          <p:cNvSpPr/>
          <p:nvPr/>
        </p:nvSpPr>
        <p:spPr>
          <a:xfrm>
            <a:off x="8168474" y="3510130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3" name="!!text5">
            <a:extLst>
              <a:ext uri="{FF2B5EF4-FFF2-40B4-BE49-F238E27FC236}">
                <a16:creationId xmlns:a16="http://schemas.microsoft.com/office/drawing/2014/main" id="{0BEB61DA-A8DB-EBF5-96A3-C694436B0B5C}"/>
              </a:ext>
            </a:extLst>
          </p:cNvPr>
          <p:cNvSpPr/>
          <p:nvPr/>
        </p:nvSpPr>
        <p:spPr>
          <a:xfrm>
            <a:off x="1195388" y="3041202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תור הודעות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message queue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sz="1800" kern="1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5" name="!!pic5">
            <a:extLst>
              <a:ext uri="{FF2B5EF4-FFF2-40B4-BE49-F238E27FC236}">
                <a16:creationId xmlns:a16="http://schemas.microsoft.com/office/drawing/2014/main" id="{2FA7FE2F-1E73-3347-7BDD-A1989A4B29B1}"/>
              </a:ext>
            </a:extLst>
          </p:cNvPr>
          <p:cNvSpPr/>
          <p:nvPr/>
        </p:nvSpPr>
        <p:spPr>
          <a:xfrm>
            <a:off x="8168475" y="3073763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" name="!!text4">
            <a:extLst>
              <a:ext uri="{FF2B5EF4-FFF2-40B4-BE49-F238E27FC236}">
                <a16:creationId xmlns:a16="http://schemas.microsoft.com/office/drawing/2014/main" id="{BA395AF4-F045-77C2-CC7F-6695B2E4B664}"/>
              </a:ext>
            </a:extLst>
          </p:cNvPr>
          <p:cNvSpPr/>
          <p:nvPr/>
        </p:nvSpPr>
        <p:spPr>
          <a:xfrm>
            <a:off x="1195388" y="2623230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800" kern="1200" dirty="0">
                <a:latin typeface="Roboto" panose="02000000000000000000" pitchFamily="2" charset="0"/>
                <a:cs typeface="Calibri" panose="020F0502020204030204" pitchFamily="34" charset="0"/>
              </a:rPr>
              <a:t>שקע 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UDP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User Datagram Protocol socket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sz="1800" kern="1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9" name="!!pic4">
            <a:extLst>
              <a:ext uri="{FF2B5EF4-FFF2-40B4-BE49-F238E27FC236}">
                <a16:creationId xmlns:a16="http://schemas.microsoft.com/office/drawing/2014/main" id="{1ED3F563-2194-6FF2-1D3D-A7EA7023DE6C}"/>
              </a:ext>
            </a:extLst>
          </p:cNvPr>
          <p:cNvSpPr/>
          <p:nvPr/>
        </p:nvSpPr>
        <p:spPr>
          <a:xfrm>
            <a:off x="8168475" y="2655791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4" name="!!text3">
            <a:extLst>
              <a:ext uri="{FF2B5EF4-FFF2-40B4-BE49-F238E27FC236}">
                <a16:creationId xmlns:a16="http://schemas.microsoft.com/office/drawing/2014/main" id="{2D483B80-A079-A5B2-6FF7-F8F4FADAA344}"/>
              </a:ext>
            </a:extLst>
          </p:cNvPr>
          <p:cNvSpPr/>
          <p:nvPr/>
        </p:nvSpPr>
        <p:spPr>
          <a:xfrm>
            <a:off x="1195388" y="2210286"/>
            <a:ext cx="7339012" cy="392400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ctr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שקע 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TCP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Transmission Control Protocol socket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sz="1800" kern="1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8" name="!!pic3">
            <a:extLst>
              <a:ext uri="{FF2B5EF4-FFF2-40B4-BE49-F238E27FC236}">
                <a16:creationId xmlns:a16="http://schemas.microsoft.com/office/drawing/2014/main" id="{ECFFF17F-917D-08C5-C79F-B51DBEEBF405}"/>
              </a:ext>
            </a:extLst>
          </p:cNvPr>
          <p:cNvSpPr/>
          <p:nvPr/>
        </p:nvSpPr>
        <p:spPr>
          <a:xfrm>
            <a:off x="8168476" y="2249015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4" name="!!text2">
            <a:extLst>
              <a:ext uri="{FF2B5EF4-FFF2-40B4-BE49-F238E27FC236}">
                <a16:creationId xmlns:a16="http://schemas.microsoft.com/office/drawing/2014/main" id="{96F2F361-D7D3-F0F0-3453-3882383A44DF}"/>
              </a:ext>
            </a:extLst>
          </p:cNvPr>
          <p:cNvSpPr/>
          <p:nvPr/>
        </p:nvSpPr>
        <p:spPr>
          <a:xfrm>
            <a:off x="1195388" y="1801944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צינור עם שם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named pipe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6" name="!!pic2">
            <a:extLst>
              <a:ext uri="{FF2B5EF4-FFF2-40B4-BE49-F238E27FC236}">
                <a16:creationId xmlns:a16="http://schemas.microsoft.com/office/drawing/2014/main" id="{6213101F-62B8-3CA4-6D9F-5064EB8FAFF1}"/>
              </a:ext>
            </a:extLst>
          </p:cNvPr>
          <p:cNvSpPr/>
          <p:nvPr/>
        </p:nvSpPr>
        <p:spPr>
          <a:xfrm>
            <a:off x="8168477" y="1836493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17" name="!!text1">
            <a:extLst>
              <a:ext uri="{FF2B5EF4-FFF2-40B4-BE49-F238E27FC236}">
                <a16:creationId xmlns:a16="http://schemas.microsoft.com/office/drawing/2014/main" id="{6C74F241-7B45-FA91-7CB4-860E2EF40F34}"/>
              </a:ext>
            </a:extLst>
          </p:cNvPr>
          <p:cNvSpPr/>
          <p:nvPr/>
        </p:nvSpPr>
        <p:spPr>
          <a:xfrm>
            <a:off x="1195388" y="1389000"/>
            <a:ext cx="7339012" cy="392400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ctr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800" kern="1200" dirty="0">
                <a:latin typeface="Roboto" panose="02000000000000000000" pitchFamily="2" charset="0"/>
                <a:cs typeface="Calibri" panose="020F0502020204030204" pitchFamily="34" charset="0"/>
              </a:rPr>
              <a:t>צינור ללא שם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anonymous pipe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8" name="!!pic1">
            <a:extLst>
              <a:ext uri="{FF2B5EF4-FFF2-40B4-BE49-F238E27FC236}">
                <a16:creationId xmlns:a16="http://schemas.microsoft.com/office/drawing/2014/main" id="{55515CFE-59F7-9339-7532-498A1FD36BA5}"/>
              </a:ext>
            </a:extLst>
          </p:cNvPr>
          <p:cNvSpPr/>
          <p:nvPr/>
        </p:nvSpPr>
        <p:spPr>
          <a:xfrm>
            <a:off x="8168477" y="1428368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>
              <a:fillRect l="4545" t="4277" r="4545" b="4277"/>
            </a:stretch>
          </a:blipFill>
          <a:ln>
            <a:solidFill>
              <a:schemeClr val="lt1">
                <a:hueOff val="0"/>
                <a:satOff val="0"/>
                <a:lumOff val="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12" name="!!text11">
            <a:extLst>
              <a:ext uri="{FF2B5EF4-FFF2-40B4-BE49-F238E27FC236}">
                <a16:creationId xmlns:a16="http://schemas.microsoft.com/office/drawing/2014/main" id="{20707481-77C4-0A47-2AE4-00230F08B1F6}"/>
              </a:ext>
            </a:extLst>
          </p:cNvPr>
          <p:cNvSpPr/>
          <p:nvPr/>
        </p:nvSpPr>
        <p:spPr>
          <a:xfrm>
            <a:off x="1195388" y="1389000"/>
            <a:ext cx="7339012" cy="2811539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sp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b="1" dirty="0">
                <a:latin typeface="Roboto" panose="02000000000000000000" pitchFamily="2" charset="0"/>
                <a:cs typeface="Calibri" panose="020F0502020204030204" pitchFamily="34" charset="0"/>
              </a:rPr>
              <a:t>נעילת קבצים 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file locking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  <a:p>
            <a:pPr marL="285750" lvl="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מנגנון למניעת גישה בו זמנית אסורה לקבצים.</a:t>
            </a:r>
          </a:p>
          <a:p>
            <a:pPr marL="285750" lvl="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מגביל גישת כתיבה לתהליך אחד בלבד.</a:t>
            </a:r>
          </a:p>
          <a:p>
            <a:pPr marL="285750" lvl="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מאפשר להגביל או לא להגביל את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גישת הקריאה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.</a:t>
            </a: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משתמש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במנעולי מְנִיעָה הֲדָדִית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.</a:t>
            </a: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מאפשר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סנכרון בין מחשבים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.</a:t>
            </a: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קל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מאוד לשימוש אבל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איטי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יחסית.</a:t>
            </a: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דוגמאות: בסיסי נתונים, שיתוף קבצים ומשאבים אחרים ברשת.</a:t>
            </a:r>
          </a:p>
        </p:txBody>
      </p:sp>
      <p:sp>
        <p:nvSpPr>
          <p:cNvPr id="13" name="!!pic11">
            <a:extLst>
              <a:ext uri="{FF2B5EF4-FFF2-40B4-BE49-F238E27FC236}">
                <a16:creationId xmlns:a16="http://schemas.microsoft.com/office/drawing/2014/main" id="{D516EE7D-C814-1111-88D9-54843588F6E8}"/>
              </a:ext>
            </a:extLst>
          </p:cNvPr>
          <p:cNvSpPr/>
          <p:nvPr/>
        </p:nvSpPr>
        <p:spPr>
          <a:xfrm>
            <a:off x="8168475" y="1444800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10228" t="9993" r="10228" b="9993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9" name="!!header">
            <a:extLst>
              <a:ext uri="{FF2B5EF4-FFF2-40B4-BE49-F238E27FC236}">
                <a16:creationId xmlns:a16="http://schemas.microsoft.com/office/drawing/2014/main" id="{13FEF161-DE32-45C0-5F9C-FB915B4A5E4A}"/>
              </a:ext>
            </a:extLst>
          </p:cNvPr>
          <p:cNvSpPr txBox="1"/>
          <p:nvPr/>
        </p:nvSpPr>
        <p:spPr>
          <a:xfrm>
            <a:off x="1192988" y="188964"/>
            <a:ext cx="73390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5400" b="1" dirty="0">
                <a:ln w="12700">
                  <a:solidFill>
                    <a:srgbClr val="525252"/>
                  </a:solidFill>
                  <a:prstDash val="solid"/>
                </a:ln>
                <a:pattFill prst="narHorz">
                  <a:fgClr>
                    <a:srgbClr val="00B0F0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Roboto" panose="02000000000000000000" pitchFamily="2" charset="0"/>
                <a:cs typeface="Calibri" panose="020F0502020204030204" pitchFamily="34" charset="0"/>
              </a:rPr>
              <a:t>מנגנוני תקשורת</a:t>
            </a:r>
            <a:endParaRPr lang="en-US" sz="3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851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!!text11">
            <a:extLst>
              <a:ext uri="{FF2B5EF4-FFF2-40B4-BE49-F238E27FC236}">
                <a16:creationId xmlns:a16="http://schemas.microsoft.com/office/drawing/2014/main" id="{1DD7806F-62ED-DA5B-1E0D-BA15420BA690}"/>
              </a:ext>
            </a:extLst>
          </p:cNvPr>
          <p:cNvSpPr/>
          <p:nvPr/>
        </p:nvSpPr>
        <p:spPr>
          <a:xfrm>
            <a:off x="1195388" y="5572248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נעילת קבצים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file locking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7" name="!!pic11">
            <a:extLst>
              <a:ext uri="{FF2B5EF4-FFF2-40B4-BE49-F238E27FC236}">
                <a16:creationId xmlns:a16="http://schemas.microsoft.com/office/drawing/2014/main" id="{52C4E417-A916-5DDB-D83B-E8525541F8FD}"/>
              </a:ext>
            </a:extLst>
          </p:cNvPr>
          <p:cNvSpPr/>
          <p:nvPr/>
        </p:nvSpPr>
        <p:spPr>
          <a:xfrm>
            <a:off x="8168473" y="5611300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10228" t="9993" r="10228" b="9993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0" name="!!text10">
            <a:extLst>
              <a:ext uri="{FF2B5EF4-FFF2-40B4-BE49-F238E27FC236}">
                <a16:creationId xmlns:a16="http://schemas.microsoft.com/office/drawing/2014/main" id="{D8DB4A4E-2A2D-C733-5EA2-002FDC3D5C91}"/>
              </a:ext>
            </a:extLst>
          </p:cNvPr>
          <p:cNvSpPr/>
          <p:nvPr/>
        </p:nvSpPr>
        <p:spPr>
          <a:xfrm>
            <a:off x="1195388" y="5151714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מנעול משתני תנאי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condition variables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1" name="!!pic10">
            <a:extLst>
              <a:ext uri="{FF2B5EF4-FFF2-40B4-BE49-F238E27FC236}">
                <a16:creationId xmlns:a16="http://schemas.microsoft.com/office/drawing/2014/main" id="{BB346F03-2680-2840-0E42-114A67CB3A93}"/>
              </a:ext>
            </a:extLst>
          </p:cNvPr>
          <p:cNvSpPr/>
          <p:nvPr/>
        </p:nvSpPr>
        <p:spPr>
          <a:xfrm>
            <a:off x="8168473" y="5190766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10228" t="9993" r="10228" b="9993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2" name="!!text9">
            <a:extLst>
              <a:ext uri="{FF2B5EF4-FFF2-40B4-BE49-F238E27FC236}">
                <a16:creationId xmlns:a16="http://schemas.microsoft.com/office/drawing/2014/main" id="{0B53D721-9768-B789-5D59-7B248742072C}"/>
              </a:ext>
            </a:extLst>
          </p:cNvPr>
          <p:cNvSpPr/>
          <p:nvPr/>
        </p:nvSpPr>
        <p:spPr>
          <a:xfrm>
            <a:off x="1195388" y="4726578"/>
            <a:ext cx="7339012" cy="392400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ctr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מנעול אַתָּת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semaphore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 ומנעול מְנִיעָה הֲדָדִית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mutex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3" name="!!pic9">
            <a:extLst>
              <a:ext uri="{FF2B5EF4-FFF2-40B4-BE49-F238E27FC236}">
                <a16:creationId xmlns:a16="http://schemas.microsoft.com/office/drawing/2014/main" id="{8B44A9B3-93AF-0546-ACAC-EBDFDAE3F24B}"/>
              </a:ext>
            </a:extLst>
          </p:cNvPr>
          <p:cNvSpPr/>
          <p:nvPr/>
        </p:nvSpPr>
        <p:spPr>
          <a:xfrm>
            <a:off x="8168473" y="4765307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10228" t="9993" r="10228" b="9993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4" name="!!text8">
            <a:extLst>
              <a:ext uri="{FF2B5EF4-FFF2-40B4-BE49-F238E27FC236}">
                <a16:creationId xmlns:a16="http://schemas.microsoft.com/office/drawing/2014/main" id="{29DBB04B-7BF3-683B-819D-489D7BE60093}"/>
              </a:ext>
            </a:extLst>
          </p:cNvPr>
          <p:cNvSpPr/>
          <p:nvPr/>
        </p:nvSpPr>
        <p:spPr>
          <a:xfrm>
            <a:off x="1195388" y="4308571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איתותים / סיגנלים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signals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5" name="!!pic8">
            <a:extLst>
              <a:ext uri="{FF2B5EF4-FFF2-40B4-BE49-F238E27FC236}">
                <a16:creationId xmlns:a16="http://schemas.microsoft.com/office/drawing/2014/main" id="{AF778394-727F-BF98-E39E-F09D2D6ECB5F}"/>
              </a:ext>
            </a:extLst>
          </p:cNvPr>
          <p:cNvSpPr/>
          <p:nvPr/>
        </p:nvSpPr>
        <p:spPr>
          <a:xfrm>
            <a:off x="8168474" y="4344999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7" name="!!text7">
            <a:extLst>
              <a:ext uri="{FF2B5EF4-FFF2-40B4-BE49-F238E27FC236}">
                <a16:creationId xmlns:a16="http://schemas.microsoft.com/office/drawing/2014/main" id="{A8639DAC-949A-31EA-28DA-6D7AF4EA444D}"/>
              </a:ext>
            </a:extLst>
          </p:cNvPr>
          <p:cNvSpPr/>
          <p:nvPr/>
        </p:nvSpPr>
        <p:spPr>
          <a:xfrm>
            <a:off x="1195388" y="3890441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קבצים ממופי זיכרון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memory mapped files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6" name="!!pic7">
            <a:extLst>
              <a:ext uri="{FF2B5EF4-FFF2-40B4-BE49-F238E27FC236}">
                <a16:creationId xmlns:a16="http://schemas.microsoft.com/office/drawing/2014/main" id="{124AD1F7-C6FA-AF1C-3C87-A56626F54C05}"/>
              </a:ext>
            </a:extLst>
          </p:cNvPr>
          <p:cNvSpPr/>
          <p:nvPr/>
        </p:nvSpPr>
        <p:spPr>
          <a:xfrm>
            <a:off x="8168474" y="3926869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1" name="!!text6">
            <a:extLst>
              <a:ext uri="{FF2B5EF4-FFF2-40B4-BE49-F238E27FC236}">
                <a16:creationId xmlns:a16="http://schemas.microsoft.com/office/drawing/2014/main" id="{8A75CE0D-7389-3000-3A55-0D9684C45008}"/>
              </a:ext>
            </a:extLst>
          </p:cNvPr>
          <p:cNvSpPr/>
          <p:nvPr/>
        </p:nvSpPr>
        <p:spPr>
          <a:xfrm>
            <a:off x="1195388" y="3471401"/>
            <a:ext cx="7339012" cy="392400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ctr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זיכרון שיתופי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shared memory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5" name="!!pic6">
            <a:extLst>
              <a:ext uri="{FF2B5EF4-FFF2-40B4-BE49-F238E27FC236}">
                <a16:creationId xmlns:a16="http://schemas.microsoft.com/office/drawing/2014/main" id="{53589D15-DC2C-52DB-E82B-F05E5988E89E}"/>
              </a:ext>
            </a:extLst>
          </p:cNvPr>
          <p:cNvSpPr/>
          <p:nvPr/>
        </p:nvSpPr>
        <p:spPr>
          <a:xfrm>
            <a:off x="8168474" y="3510130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3" name="!!text5">
            <a:extLst>
              <a:ext uri="{FF2B5EF4-FFF2-40B4-BE49-F238E27FC236}">
                <a16:creationId xmlns:a16="http://schemas.microsoft.com/office/drawing/2014/main" id="{0BEB61DA-A8DB-EBF5-96A3-C694436B0B5C}"/>
              </a:ext>
            </a:extLst>
          </p:cNvPr>
          <p:cNvSpPr/>
          <p:nvPr/>
        </p:nvSpPr>
        <p:spPr>
          <a:xfrm>
            <a:off x="1195388" y="3053394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תור הודעות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message queue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sz="1800" kern="1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5" name="!!pic5">
            <a:extLst>
              <a:ext uri="{FF2B5EF4-FFF2-40B4-BE49-F238E27FC236}">
                <a16:creationId xmlns:a16="http://schemas.microsoft.com/office/drawing/2014/main" id="{2FA7FE2F-1E73-3347-7BDD-A1989A4B29B1}"/>
              </a:ext>
            </a:extLst>
          </p:cNvPr>
          <p:cNvSpPr/>
          <p:nvPr/>
        </p:nvSpPr>
        <p:spPr>
          <a:xfrm>
            <a:off x="8168475" y="3085955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" name="!!text4">
            <a:extLst>
              <a:ext uri="{FF2B5EF4-FFF2-40B4-BE49-F238E27FC236}">
                <a16:creationId xmlns:a16="http://schemas.microsoft.com/office/drawing/2014/main" id="{BA395AF4-F045-77C2-CC7F-6695B2E4B664}"/>
              </a:ext>
            </a:extLst>
          </p:cNvPr>
          <p:cNvSpPr/>
          <p:nvPr/>
        </p:nvSpPr>
        <p:spPr>
          <a:xfrm>
            <a:off x="1195388" y="2641518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800" kern="1200" dirty="0">
                <a:latin typeface="Roboto" panose="02000000000000000000" pitchFamily="2" charset="0"/>
                <a:cs typeface="Calibri" panose="020F0502020204030204" pitchFamily="34" charset="0"/>
              </a:rPr>
              <a:t>שקע 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UDP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User Datagram Protocol socket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sz="1800" kern="1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9" name="!!pic4">
            <a:extLst>
              <a:ext uri="{FF2B5EF4-FFF2-40B4-BE49-F238E27FC236}">
                <a16:creationId xmlns:a16="http://schemas.microsoft.com/office/drawing/2014/main" id="{1ED3F563-2194-6FF2-1D3D-A7EA7023DE6C}"/>
              </a:ext>
            </a:extLst>
          </p:cNvPr>
          <p:cNvSpPr/>
          <p:nvPr/>
        </p:nvSpPr>
        <p:spPr>
          <a:xfrm>
            <a:off x="8168475" y="2674079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4" name="!!text3">
            <a:extLst>
              <a:ext uri="{FF2B5EF4-FFF2-40B4-BE49-F238E27FC236}">
                <a16:creationId xmlns:a16="http://schemas.microsoft.com/office/drawing/2014/main" id="{2D483B80-A079-A5B2-6FF7-F8F4FADAA344}"/>
              </a:ext>
            </a:extLst>
          </p:cNvPr>
          <p:cNvSpPr/>
          <p:nvPr/>
        </p:nvSpPr>
        <p:spPr>
          <a:xfrm>
            <a:off x="1195388" y="2222478"/>
            <a:ext cx="7339012" cy="392400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ctr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שקע 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TCP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Transmission Control Protocol socket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sz="1800" kern="1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8" name="!!pic3">
            <a:extLst>
              <a:ext uri="{FF2B5EF4-FFF2-40B4-BE49-F238E27FC236}">
                <a16:creationId xmlns:a16="http://schemas.microsoft.com/office/drawing/2014/main" id="{ECFFF17F-917D-08C5-C79F-B51DBEEBF405}"/>
              </a:ext>
            </a:extLst>
          </p:cNvPr>
          <p:cNvSpPr/>
          <p:nvPr/>
        </p:nvSpPr>
        <p:spPr>
          <a:xfrm>
            <a:off x="8168476" y="2261207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4" name="!!text2">
            <a:extLst>
              <a:ext uri="{FF2B5EF4-FFF2-40B4-BE49-F238E27FC236}">
                <a16:creationId xmlns:a16="http://schemas.microsoft.com/office/drawing/2014/main" id="{96F2F361-D7D3-F0F0-3453-3882383A44DF}"/>
              </a:ext>
            </a:extLst>
          </p:cNvPr>
          <p:cNvSpPr/>
          <p:nvPr/>
        </p:nvSpPr>
        <p:spPr>
          <a:xfrm>
            <a:off x="1195388" y="1808040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צינור עם שם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named pipe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6" name="!!pic2">
            <a:extLst>
              <a:ext uri="{FF2B5EF4-FFF2-40B4-BE49-F238E27FC236}">
                <a16:creationId xmlns:a16="http://schemas.microsoft.com/office/drawing/2014/main" id="{6213101F-62B8-3CA4-6D9F-5064EB8FAFF1}"/>
              </a:ext>
            </a:extLst>
          </p:cNvPr>
          <p:cNvSpPr/>
          <p:nvPr/>
        </p:nvSpPr>
        <p:spPr>
          <a:xfrm>
            <a:off x="8168477" y="1842589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17" name="!!text1">
            <a:extLst>
              <a:ext uri="{FF2B5EF4-FFF2-40B4-BE49-F238E27FC236}">
                <a16:creationId xmlns:a16="http://schemas.microsoft.com/office/drawing/2014/main" id="{6C74F241-7B45-FA91-7CB4-860E2EF40F34}"/>
              </a:ext>
            </a:extLst>
          </p:cNvPr>
          <p:cNvSpPr/>
          <p:nvPr/>
        </p:nvSpPr>
        <p:spPr>
          <a:xfrm>
            <a:off x="1195388" y="1389000"/>
            <a:ext cx="7339012" cy="392400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ctr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800" kern="1200" dirty="0">
                <a:latin typeface="Roboto" panose="02000000000000000000" pitchFamily="2" charset="0"/>
                <a:cs typeface="Calibri" panose="020F0502020204030204" pitchFamily="34" charset="0"/>
              </a:rPr>
              <a:t>צינור ללא שם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anonymous pipe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8" name="!!pic1">
            <a:extLst>
              <a:ext uri="{FF2B5EF4-FFF2-40B4-BE49-F238E27FC236}">
                <a16:creationId xmlns:a16="http://schemas.microsoft.com/office/drawing/2014/main" id="{55515CFE-59F7-9339-7532-498A1FD36BA5}"/>
              </a:ext>
            </a:extLst>
          </p:cNvPr>
          <p:cNvSpPr/>
          <p:nvPr/>
        </p:nvSpPr>
        <p:spPr>
          <a:xfrm>
            <a:off x="8168477" y="1428368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>
              <a:fillRect l="4545" t="4277" r="4545" b="4277"/>
            </a:stretch>
          </a:blipFill>
          <a:ln>
            <a:solidFill>
              <a:schemeClr val="lt1">
                <a:hueOff val="0"/>
                <a:satOff val="0"/>
                <a:lumOff val="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12" name="!!header">
            <a:extLst>
              <a:ext uri="{FF2B5EF4-FFF2-40B4-BE49-F238E27FC236}">
                <a16:creationId xmlns:a16="http://schemas.microsoft.com/office/drawing/2014/main" id="{6F1B4891-4716-2CF7-3A10-C794DBBE5FE9}"/>
              </a:ext>
            </a:extLst>
          </p:cNvPr>
          <p:cNvSpPr txBox="1"/>
          <p:nvPr/>
        </p:nvSpPr>
        <p:spPr>
          <a:xfrm>
            <a:off x="1192988" y="188964"/>
            <a:ext cx="73390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5400" b="1" dirty="0">
                <a:ln w="12700">
                  <a:solidFill>
                    <a:srgbClr val="525252"/>
                  </a:solidFill>
                  <a:prstDash val="solid"/>
                </a:ln>
                <a:pattFill prst="narHorz">
                  <a:fgClr>
                    <a:srgbClr val="00B0F0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Roboto" panose="02000000000000000000" pitchFamily="2" charset="0"/>
                <a:cs typeface="Calibri" panose="020F0502020204030204" pitchFamily="34" charset="0"/>
              </a:rPr>
              <a:t>מנגנוני תקשורת</a:t>
            </a:r>
            <a:endParaRPr lang="en-US" sz="3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3974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!!text11">
            <a:extLst>
              <a:ext uri="{FF2B5EF4-FFF2-40B4-BE49-F238E27FC236}">
                <a16:creationId xmlns:a16="http://schemas.microsoft.com/office/drawing/2014/main" id="{1DD7806F-62ED-DA5B-1E0D-BA15420BA690}"/>
              </a:ext>
            </a:extLst>
          </p:cNvPr>
          <p:cNvSpPr/>
          <p:nvPr/>
        </p:nvSpPr>
        <p:spPr>
          <a:xfrm>
            <a:off x="1195388" y="5572248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נעילת קבצים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file locking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7" name="!!pic11">
            <a:extLst>
              <a:ext uri="{FF2B5EF4-FFF2-40B4-BE49-F238E27FC236}">
                <a16:creationId xmlns:a16="http://schemas.microsoft.com/office/drawing/2014/main" id="{52C4E417-A916-5DDB-D83B-E8525541F8FD}"/>
              </a:ext>
            </a:extLst>
          </p:cNvPr>
          <p:cNvSpPr/>
          <p:nvPr/>
        </p:nvSpPr>
        <p:spPr>
          <a:xfrm>
            <a:off x="8168473" y="5611300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10228" t="9993" r="10228" b="9993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0" name="!!text10">
            <a:extLst>
              <a:ext uri="{FF2B5EF4-FFF2-40B4-BE49-F238E27FC236}">
                <a16:creationId xmlns:a16="http://schemas.microsoft.com/office/drawing/2014/main" id="{D8DB4A4E-2A2D-C733-5EA2-002FDC3D5C91}"/>
              </a:ext>
            </a:extLst>
          </p:cNvPr>
          <p:cNvSpPr/>
          <p:nvPr/>
        </p:nvSpPr>
        <p:spPr>
          <a:xfrm>
            <a:off x="1195388" y="5151714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מנעול משתני תנאי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condition variables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1" name="!!pic10">
            <a:extLst>
              <a:ext uri="{FF2B5EF4-FFF2-40B4-BE49-F238E27FC236}">
                <a16:creationId xmlns:a16="http://schemas.microsoft.com/office/drawing/2014/main" id="{BB346F03-2680-2840-0E42-114A67CB3A93}"/>
              </a:ext>
            </a:extLst>
          </p:cNvPr>
          <p:cNvSpPr/>
          <p:nvPr/>
        </p:nvSpPr>
        <p:spPr>
          <a:xfrm>
            <a:off x="8168473" y="5190766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10228" t="9993" r="10228" b="9993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2" name="!!text9">
            <a:extLst>
              <a:ext uri="{FF2B5EF4-FFF2-40B4-BE49-F238E27FC236}">
                <a16:creationId xmlns:a16="http://schemas.microsoft.com/office/drawing/2014/main" id="{0B53D721-9768-B789-5D59-7B248742072C}"/>
              </a:ext>
            </a:extLst>
          </p:cNvPr>
          <p:cNvSpPr/>
          <p:nvPr/>
        </p:nvSpPr>
        <p:spPr>
          <a:xfrm>
            <a:off x="1195388" y="4726578"/>
            <a:ext cx="7339012" cy="392400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ctr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מנעול אַתָּת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semaphore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 ומנעול מְנִיעָה הֲדָדִית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mutex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3" name="!!pic9">
            <a:extLst>
              <a:ext uri="{FF2B5EF4-FFF2-40B4-BE49-F238E27FC236}">
                <a16:creationId xmlns:a16="http://schemas.microsoft.com/office/drawing/2014/main" id="{8B44A9B3-93AF-0546-ACAC-EBDFDAE3F24B}"/>
              </a:ext>
            </a:extLst>
          </p:cNvPr>
          <p:cNvSpPr/>
          <p:nvPr/>
        </p:nvSpPr>
        <p:spPr>
          <a:xfrm>
            <a:off x="8168473" y="4765307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10228" t="9993" r="10228" b="9993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4" name="!!text8">
            <a:extLst>
              <a:ext uri="{FF2B5EF4-FFF2-40B4-BE49-F238E27FC236}">
                <a16:creationId xmlns:a16="http://schemas.microsoft.com/office/drawing/2014/main" id="{29DBB04B-7BF3-683B-819D-489D7BE60093}"/>
              </a:ext>
            </a:extLst>
          </p:cNvPr>
          <p:cNvSpPr/>
          <p:nvPr/>
        </p:nvSpPr>
        <p:spPr>
          <a:xfrm>
            <a:off x="1195388" y="4308571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איתותים / סיגנלים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signals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5" name="!!pic8">
            <a:extLst>
              <a:ext uri="{FF2B5EF4-FFF2-40B4-BE49-F238E27FC236}">
                <a16:creationId xmlns:a16="http://schemas.microsoft.com/office/drawing/2014/main" id="{AF778394-727F-BF98-E39E-F09D2D6ECB5F}"/>
              </a:ext>
            </a:extLst>
          </p:cNvPr>
          <p:cNvSpPr/>
          <p:nvPr/>
        </p:nvSpPr>
        <p:spPr>
          <a:xfrm>
            <a:off x="8168474" y="4344999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7" name="!!text7">
            <a:extLst>
              <a:ext uri="{FF2B5EF4-FFF2-40B4-BE49-F238E27FC236}">
                <a16:creationId xmlns:a16="http://schemas.microsoft.com/office/drawing/2014/main" id="{A8639DAC-949A-31EA-28DA-6D7AF4EA444D}"/>
              </a:ext>
            </a:extLst>
          </p:cNvPr>
          <p:cNvSpPr/>
          <p:nvPr/>
        </p:nvSpPr>
        <p:spPr>
          <a:xfrm>
            <a:off x="1195388" y="3890441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קבצים ממופי זיכרון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memory mapped files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6" name="!!pic7">
            <a:extLst>
              <a:ext uri="{FF2B5EF4-FFF2-40B4-BE49-F238E27FC236}">
                <a16:creationId xmlns:a16="http://schemas.microsoft.com/office/drawing/2014/main" id="{124AD1F7-C6FA-AF1C-3C87-A56626F54C05}"/>
              </a:ext>
            </a:extLst>
          </p:cNvPr>
          <p:cNvSpPr/>
          <p:nvPr/>
        </p:nvSpPr>
        <p:spPr>
          <a:xfrm>
            <a:off x="8168474" y="3926869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1" name="!!text6">
            <a:extLst>
              <a:ext uri="{FF2B5EF4-FFF2-40B4-BE49-F238E27FC236}">
                <a16:creationId xmlns:a16="http://schemas.microsoft.com/office/drawing/2014/main" id="{8A75CE0D-7389-3000-3A55-0D9684C45008}"/>
              </a:ext>
            </a:extLst>
          </p:cNvPr>
          <p:cNvSpPr/>
          <p:nvPr/>
        </p:nvSpPr>
        <p:spPr>
          <a:xfrm>
            <a:off x="1195388" y="3471401"/>
            <a:ext cx="7339012" cy="392400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ctr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זיכרון שיתופי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shared memory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5" name="!!pic6">
            <a:extLst>
              <a:ext uri="{FF2B5EF4-FFF2-40B4-BE49-F238E27FC236}">
                <a16:creationId xmlns:a16="http://schemas.microsoft.com/office/drawing/2014/main" id="{53589D15-DC2C-52DB-E82B-F05E5988E89E}"/>
              </a:ext>
            </a:extLst>
          </p:cNvPr>
          <p:cNvSpPr/>
          <p:nvPr/>
        </p:nvSpPr>
        <p:spPr>
          <a:xfrm>
            <a:off x="8168474" y="3510130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3" name="!!text5">
            <a:extLst>
              <a:ext uri="{FF2B5EF4-FFF2-40B4-BE49-F238E27FC236}">
                <a16:creationId xmlns:a16="http://schemas.microsoft.com/office/drawing/2014/main" id="{0BEB61DA-A8DB-EBF5-96A3-C694436B0B5C}"/>
              </a:ext>
            </a:extLst>
          </p:cNvPr>
          <p:cNvSpPr/>
          <p:nvPr/>
        </p:nvSpPr>
        <p:spPr>
          <a:xfrm>
            <a:off x="1195388" y="3053394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תור הודעות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message queue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sz="1800" kern="1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5" name="!!pic5">
            <a:extLst>
              <a:ext uri="{FF2B5EF4-FFF2-40B4-BE49-F238E27FC236}">
                <a16:creationId xmlns:a16="http://schemas.microsoft.com/office/drawing/2014/main" id="{2FA7FE2F-1E73-3347-7BDD-A1989A4B29B1}"/>
              </a:ext>
            </a:extLst>
          </p:cNvPr>
          <p:cNvSpPr/>
          <p:nvPr/>
        </p:nvSpPr>
        <p:spPr>
          <a:xfrm>
            <a:off x="8168475" y="3085955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" name="!!text4">
            <a:extLst>
              <a:ext uri="{FF2B5EF4-FFF2-40B4-BE49-F238E27FC236}">
                <a16:creationId xmlns:a16="http://schemas.microsoft.com/office/drawing/2014/main" id="{BA395AF4-F045-77C2-CC7F-6695B2E4B664}"/>
              </a:ext>
            </a:extLst>
          </p:cNvPr>
          <p:cNvSpPr/>
          <p:nvPr/>
        </p:nvSpPr>
        <p:spPr>
          <a:xfrm>
            <a:off x="1195388" y="2641518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800" kern="1200" dirty="0">
                <a:latin typeface="Roboto" panose="02000000000000000000" pitchFamily="2" charset="0"/>
                <a:cs typeface="Calibri" panose="020F0502020204030204" pitchFamily="34" charset="0"/>
              </a:rPr>
              <a:t>שקע 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UDP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User Datagram Protocol socket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sz="1800" kern="1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9" name="!!pic4">
            <a:extLst>
              <a:ext uri="{FF2B5EF4-FFF2-40B4-BE49-F238E27FC236}">
                <a16:creationId xmlns:a16="http://schemas.microsoft.com/office/drawing/2014/main" id="{1ED3F563-2194-6FF2-1D3D-A7EA7023DE6C}"/>
              </a:ext>
            </a:extLst>
          </p:cNvPr>
          <p:cNvSpPr/>
          <p:nvPr/>
        </p:nvSpPr>
        <p:spPr>
          <a:xfrm>
            <a:off x="8168475" y="2674079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4" name="!!text3">
            <a:extLst>
              <a:ext uri="{FF2B5EF4-FFF2-40B4-BE49-F238E27FC236}">
                <a16:creationId xmlns:a16="http://schemas.microsoft.com/office/drawing/2014/main" id="{2D483B80-A079-A5B2-6FF7-F8F4FADAA344}"/>
              </a:ext>
            </a:extLst>
          </p:cNvPr>
          <p:cNvSpPr/>
          <p:nvPr/>
        </p:nvSpPr>
        <p:spPr>
          <a:xfrm>
            <a:off x="1195388" y="2222478"/>
            <a:ext cx="7339012" cy="392400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ctr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שקע 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TCP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Transmission Control Protocol socket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sz="1800" kern="1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8" name="!!pic3">
            <a:extLst>
              <a:ext uri="{FF2B5EF4-FFF2-40B4-BE49-F238E27FC236}">
                <a16:creationId xmlns:a16="http://schemas.microsoft.com/office/drawing/2014/main" id="{ECFFF17F-917D-08C5-C79F-B51DBEEBF405}"/>
              </a:ext>
            </a:extLst>
          </p:cNvPr>
          <p:cNvSpPr/>
          <p:nvPr/>
        </p:nvSpPr>
        <p:spPr>
          <a:xfrm>
            <a:off x="8168476" y="2261207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4" name="!!text2">
            <a:extLst>
              <a:ext uri="{FF2B5EF4-FFF2-40B4-BE49-F238E27FC236}">
                <a16:creationId xmlns:a16="http://schemas.microsoft.com/office/drawing/2014/main" id="{96F2F361-D7D3-F0F0-3453-3882383A44DF}"/>
              </a:ext>
            </a:extLst>
          </p:cNvPr>
          <p:cNvSpPr/>
          <p:nvPr/>
        </p:nvSpPr>
        <p:spPr>
          <a:xfrm>
            <a:off x="1195388" y="1808040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צינור עם שם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named pipe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6" name="!!pic2">
            <a:extLst>
              <a:ext uri="{FF2B5EF4-FFF2-40B4-BE49-F238E27FC236}">
                <a16:creationId xmlns:a16="http://schemas.microsoft.com/office/drawing/2014/main" id="{6213101F-62B8-3CA4-6D9F-5064EB8FAFF1}"/>
              </a:ext>
            </a:extLst>
          </p:cNvPr>
          <p:cNvSpPr/>
          <p:nvPr/>
        </p:nvSpPr>
        <p:spPr>
          <a:xfrm>
            <a:off x="8168477" y="1842589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17" name="!!text1">
            <a:extLst>
              <a:ext uri="{FF2B5EF4-FFF2-40B4-BE49-F238E27FC236}">
                <a16:creationId xmlns:a16="http://schemas.microsoft.com/office/drawing/2014/main" id="{6C74F241-7B45-FA91-7CB4-860E2EF40F34}"/>
              </a:ext>
            </a:extLst>
          </p:cNvPr>
          <p:cNvSpPr/>
          <p:nvPr/>
        </p:nvSpPr>
        <p:spPr>
          <a:xfrm>
            <a:off x="1195388" y="1389000"/>
            <a:ext cx="7339012" cy="392400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ctr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800" kern="1200" dirty="0">
                <a:latin typeface="Roboto" panose="02000000000000000000" pitchFamily="2" charset="0"/>
                <a:cs typeface="Calibri" panose="020F0502020204030204" pitchFamily="34" charset="0"/>
              </a:rPr>
              <a:t>צינור ללא שם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anonymous pipe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8" name="!!pic1">
            <a:extLst>
              <a:ext uri="{FF2B5EF4-FFF2-40B4-BE49-F238E27FC236}">
                <a16:creationId xmlns:a16="http://schemas.microsoft.com/office/drawing/2014/main" id="{55515CFE-59F7-9339-7532-498A1FD36BA5}"/>
              </a:ext>
            </a:extLst>
          </p:cNvPr>
          <p:cNvSpPr/>
          <p:nvPr/>
        </p:nvSpPr>
        <p:spPr>
          <a:xfrm>
            <a:off x="8168477" y="1428368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>
              <a:fillRect l="4545" t="4277" r="4545" b="4277"/>
            </a:stretch>
          </a:blipFill>
          <a:ln>
            <a:solidFill>
              <a:schemeClr val="lt1">
                <a:hueOff val="0"/>
                <a:satOff val="0"/>
                <a:lumOff val="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10" name="!!text12">
            <a:extLst>
              <a:ext uri="{FF2B5EF4-FFF2-40B4-BE49-F238E27FC236}">
                <a16:creationId xmlns:a16="http://schemas.microsoft.com/office/drawing/2014/main" id="{68BD0749-DA7A-AFD2-9CE2-848D78989EB6}"/>
              </a:ext>
            </a:extLst>
          </p:cNvPr>
          <p:cNvSpPr/>
          <p:nvPr/>
        </p:nvSpPr>
        <p:spPr>
          <a:xfrm>
            <a:off x="1195388" y="1389000"/>
            <a:ext cx="7339012" cy="2465290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sp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b="1" dirty="0">
                <a:latin typeface="Roboto" panose="02000000000000000000" pitchFamily="2" charset="0"/>
                <a:cs typeface="Calibri" panose="020F0502020204030204" pitchFamily="34" charset="0"/>
              </a:rPr>
              <a:t>קריאה לפרוצדורה מרוחקת 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RPC, Remote Procedure Call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  <a:p>
            <a:pPr marL="285750" lvl="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מנגנון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עִלִּי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שמאפשר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קריאה לפונקציה בתהליך אחר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.</a:t>
            </a:r>
          </a:p>
          <a:p>
            <a:pPr marL="285750" lvl="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דורש קיום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מנגנון המרה 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serialization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 מאובייקטים לטקסט.</a:t>
            </a:r>
          </a:p>
          <a:p>
            <a:pPr marL="285750" lvl="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מאפשר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הפעלת קוד במחשבים ושפות תכנות לא תואמות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.</a:t>
            </a: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עקומת למידה 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גבוהה אבל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שקוף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למתכנת אח"כ.</a:t>
            </a: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תְּקוּרָה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גבוהה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מבחינת </a:t>
            </a:r>
            <a:r>
              <a:rPr lang="he-IL" dirty="0">
                <a:solidFill>
                  <a:srgbClr val="FFFF00"/>
                </a:solidFill>
                <a:latin typeface="Roboto" panose="02000000000000000000" pitchFamily="2" charset="0"/>
                <a:cs typeface="Calibri" panose="020F0502020204030204" pitchFamily="34" charset="0"/>
              </a:rPr>
              <a:t>ביצועים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.</a:t>
            </a:r>
          </a:p>
          <a:p>
            <a:pPr marL="285750" indent="-28575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דוגמאות: שרותי רשת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web services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), מערכות מבוזרות למיניהן.</a:t>
            </a:r>
          </a:p>
        </p:txBody>
      </p:sp>
      <p:sp>
        <p:nvSpPr>
          <p:cNvPr id="12" name="!!pic12">
            <a:extLst>
              <a:ext uri="{FF2B5EF4-FFF2-40B4-BE49-F238E27FC236}">
                <a16:creationId xmlns:a16="http://schemas.microsoft.com/office/drawing/2014/main" id="{E7A0A1E9-7188-CD94-AB01-A65C7F190AEC}"/>
              </a:ext>
            </a:extLst>
          </p:cNvPr>
          <p:cNvSpPr/>
          <p:nvPr/>
        </p:nvSpPr>
        <p:spPr>
          <a:xfrm>
            <a:off x="8168475" y="1444800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10228" t="9993" r="10228" b="9993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3" name="!!header">
            <a:extLst>
              <a:ext uri="{FF2B5EF4-FFF2-40B4-BE49-F238E27FC236}">
                <a16:creationId xmlns:a16="http://schemas.microsoft.com/office/drawing/2014/main" id="{74E9B22A-C26F-D41F-31FF-D53832C7D003}"/>
              </a:ext>
            </a:extLst>
          </p:cNvPr>
          <p:cNvSpPr txBox="1"/>
          <p:nvPr/>
        </p:nvSpPr>
        <p:spPr>
          <a:xfrm>
            <a:off x="1192988" y="188964"/>
            <a:ext cx="73390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5400" b="1" dirty="0">
                <a:ln w="12700">
                  <a:solidFill>
                    <a:srgbClr val="525252"/>
                  </a:solidFill>
                  <a:prstDash val="solid"/>
                </a:ln>
                <a:pattFill prst="narHorz">
                  <a:fgClr>
                    <a:srgbClr val="00B0F0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Roboto" panose="02000000000000000000" pitchFamily="2" charset="0"/>
                <a:cs typeface="Calibri" panose="020F0502020204030204" pitchFamily="34" charset="0"/>
              </a:rPr>
              <a:t>מנגנוני תקשורת</a:t>
            </a:r>
            <a:endParaRPr lang="en-US" sz="3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335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!!text11">
            <a:extLst>
              <a:ext uri="{FF2B5EF4-FFF2-40B4-BE49-F238E27FC236}">
                <a16:creationId xmlns:a16="http://schemas.microsoft.com/office/drawing/2014/main" id="{1DD7806F-62ED-DA5B-1E0D-BA15420BA690}"/>
              </a:ext>
            </a:extLst>
          </p:cNvPr>
          <p:cNvSpPr/>
          <p:nvPr/>
        </p:nvSpPr>
        <p:spPr>
          <a:xfrm>
            <a:off x="1195388" y="5572248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נעילת קבצים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file locking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7" name="!!pic11">
            <a:extLst>
              <a:ext uri="{FF2B5EF4-FFF2-40B4-BE49-F238E27FC236}">
                <a16:creationId xmlns:a16="http://schemas.microsoft.com/office/drawing/2014/main" id="{52C4E417-A916-5DDB-D83B-E8525541F8FD}"/>
              </a:ext>
            </a:extLst>
          </p:cNvPr>
          <p:cNvSpPr/>
          <p:nvPr/>
        </p:nvSpPr>
        <p:spPr>
          <a:xfrm>
            <a:off x="8168473" y="5611300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10228" t="9993" r="10228" b="9993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0" name="!!text10">
            <a:extLst>
              <a:ext uri="{FF2B5EF4-FFF2-40B4-BE49-F238E27FC236}">
                <a16:creationId xmlns:a16="http://schemas.microsoft.com/office/drawing/2014/main" id="{D8DB4A4E-2A2D-C733-5EA2-002FDC3D5C91}"/>
              </a:ext>
            </a:extLst>
          </p:cNvPr>
          <p:cNvSpPr/>
          <p:nvPr/>
        </p:nvSpPr>
        <p:spPr>
          <a:xfrm>
            <a:off x="1195388" y="5151714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מנעול משתני תנאי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condition variables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1" name="!!pic10">
            <a:extLst>
              <a:ext uri="{FF2B5EF4-FFF2-40B4-BE49-F238E27FC236}">
                <a16:creationId xmlns:a16="http://schemas.microsoft.com/office/drawing/2014/main" id="{BB346F03-2680-2840-0E42-114A67CB3A93}"/>
              </a:ext>
            </a:extLst>
          </p:cNvPr>
          <p:cNvSpPr/>
          <p:nvPr/>
        </p:nvSpPr>
        <p:spPr>
          <a:xfrm>
            <a:off x="8168473" y="5190766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10228" t="9993" r="10228" b="9993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2" name="!!text9">
            <a:extLst>
              <a:ext uri="{FF2B5EF4-FFF2-40B4-BE49-F238E27FC236}">
                <a16:creationId xmlns:a16="http://schemas.microsoft.com/office/drawing/2014/main" id="{0B53D721-9768-B789-5D59-7B248742072C}"/>
              </a:ext>
            </a:extLst>
          </p:cNvPr>
          <p:cNvSpPr/>
          <p:nvPr/>
        </p:nvSpPr>
        <p:spPr>
          <a:xfrm>
            <a:off x="1195388" y="4726578"/>
            <a:ext cx="7339012" cy="392400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ctr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מנעול אַתָּת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semaphore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 ומנעול מְנִיעָה הֲדָדִית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mutex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3" name="!!pic9">
            <a:extLst>
              <a:ext uri="{FF2B5EF4-FFF2-40B4-BE49-F238E27FC236}">
                <a16:creationId xmlns:a16="http://schemas.microsoft.com/office/drawing/2014/main" id="{8B44A9B3-93AF-0546-ACAC-EBDFDAE3F24B}"/>
              </a:ext>
            </a:extLst>
          </p:cNvPr>
          <p:cNvSpPr/>
          <p:nvPr/>
        </p:nvSpPr>
        <p:spPr>
          <a:xfrm>
            <a:off x="8168473" y="4765307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l="10228" t="9993" r="10228" b="9993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4" name="!!text8">
            <a:extLst>
              <a:ext uri="{FF2B5EF4-FFF2-40B4-BE49-F238E27FC236}">
                <a16:creationId xmlns:a16="http://schemas.microsoft.com/office/drawing/2014/main" id="{29DBB04B-7BF3-683B-819D-489D7BE60093}"/>
              </a:ext>
            </a:extLst>
          </p:cNvPr>
          <p:cNvSpPr/>
          <p:nvPr/>
        </p:nvSpPr>
        <p:spPr>
          <a:xfrm>
            <a:off x="1195388" y="4308571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איתותים / סיגנלים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signals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5" name="!!pic8">
            <a:extLst>
              <a:ext uri="{FF2B5EF4-FFF2-40B4-BE49-F238E27FC236}">
                <a16:creationId xmlns:a16="http://schemas.microsoft.com/office/drawing/2014/main" id="{AF778394-727F-BF98-E39E-F09D2D6ECB5F}"/>
              </a:ext>
            </a:extLst>
          </p:cNvPr>
          <p:cNvSpPr/>
          <p:nvPr/>
        </p:nvSpPr>
        <p:spPr>
          <a:xfrm>
            <a:off x="8168474" y="4344999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7" name="!!text7">
            <a:extLst>
              <a:ext uri="{FF2B5EF4-FFF2-40B4-BE49-F238E27FC236}">
                <a16:creationId xmlns:a16="http://schemas.microsoft.com/office/drawing/2014/main" id="{A8639DAC-949A-31EA-28DA-6D7AF4EA444D}"/>
              </a:ext>
            </a:extLst>
          </p:cNvPr>
          <p:cNvSpPr/>
          <p:nvPr/>
        </p:nvSpPr>
        <p:spPr>
          <a:xfrm>
            <a:off x="1195388" y="3890441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קבצים ממופי זיכרון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memory mapped files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6" name="!!pic7">
            <a:extLst>
              <a:ext uri="{FF2B5EF4-FFF2-40B4-BE49-F238E27FC236}">
                <a16:creationId xmlns:a16="http://schemas.microsoft.com/office/drawing/2014/main" id="{124AD1F7-C6FA-AF1C-3C87-A56626F54C05}"/>
              </a:ext>
            </a:extLst>
          </p:cNvPr>
          <p:cNvSpPr/>
          <p:nvPr/>
        </p:nvSpPr>
        <p:spPr>
          <a:xfrm>
            <a:off x="8168474" y="3926869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1" name="!!text6">
            <a:extLst>
              <a:ext uri="{FF2B5EF4-FFF2-40B4-BE49-F238E27FC236}">
                <a16:creationId xmlns:a16="http://schemas.microsoft.com/office/drawing/2014/main" id="{8A75CE0D-7389-3000-3A55-0D9684C45008}"/>
              </a:ext>
            </a:extLst>
          </p:cNvPr>
          <p:cNvSpPr/>
          <p:nvPr/>
        </p:nvSpPr>
        <p:spPr>
          <a:xfrm>
            <a:off x="1195388" y="3471401"/>
            <a:ext cx="7339012" cy="392400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ctr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זיכרון שיתופי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shared memory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5" name="!!pic6">
            <a:extLst>
              <a:ext uri="{FF2B5EF4-FFF2-40B4-BE49-F238E27FC236}">
                <a16:creationId xmlns:a16="http://schemas.microsoft.com/office/drawing/2014/main" id="{53589D15-DC2C-52DB-E82B-F05E5988E89E}"/>
              </a:ext>
            </a:extLst>
          </p:cNvPr>
          <p:cNvSpPr/>
          <p:nvPr/>
        </p:nvSpPr>
        <p:spPr>
          <a:xfrm>
            <a:off x="8168474" y="3510130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3" name="!!text5">
            <a:extLst>
              <a:ext uri="{FF2B5EF4-FFF2-40B4-BE49-F238E27FC236}">
                <a16:creationId xmlns:a16="http://schemas.microsoft.com/office/drawing/2014/main" id="{0BEB61DA-A8DB-EBF5-96A3-C694436B0B5C}"/>
              </a:ext>
            </a:extLst>
          </p:cNvPr>
          <p:cNvSpPr/>
          <p:nvPr/>
        </p:nvSpPr>
        <p:spPr>
          <a:xfrm>
            <a:off x="1195388" y="3053394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תור הודעות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message queue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sz="1800" kern="1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5" name="!!pic5">
            <a:extLst>
              <a:ext uri="{FF2B5EF4-FFF2-40B4-BE49-F238E27FC236}">
                <a16:creationId xmlns:a16="http://schemas.microsoft.com/office/drawing/2014/main" id="{2FA7FE2F-1E73-3347-7BDD-A1989A4B29B1}"/>
              </a:ext>
            </a:extLst>
          </p:cNvPr>
          <p:cNvSpPr/>
          <p:nvPr/>
        </p:nvSpPr>
        <p:spPr>
          <a:xfrm>
            <a:off x="8168475" y="3085955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2" name="!!text4">
            <a:extLst>
              <a:ext uri="{FF2B5EF4-FFF2-40B4-BE49-F238E27FC236}">
                <a16:creationId xmlns:a16="http://schemas.microsoft.com/office/drawing/2014/main" id="{BA395AF4-F045-77C2-CC7F-6695B2E4B664}"/>
              </a:ext>
            </a:extLst>
          </p:cNvPr>
          <p:cNvSpPr/>
          <p:nvPr/>
        </p:nvSpPr>
        <p:spPr>
          <a:xfrm>
            <a:off x="1195388" y="2641518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800" kern="1200" dirty="0">
                <a:latin typeface="Roboto" panose="02000000000000000000" pitchFamily="2" charset="0"/>
                <a:cs typeface="Calibri" panose="020F0502020204030204" pitchFamily="34" charset="0"/>
              </a:rPr>
              <a:t>שקע 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UDP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User Datagram Protocol socket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sz="1800" kern="1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9" name="!!pic4">
            <a:extLst>
              <a:ext uri="{FF2B5EF4-FFF2-40B4-BE49-F238E27FC236}">
                <a16:creationId xmlns:a16="http://schemas.microsoft.com/office/drawing/2014/main" id="{1ED3F563-2194-6FF2-1D3D-A7EA7023DE6C}"/>
              </a:ext>
            </a:extLst>
          </p:cNvPr>
          <p:cNvSpPr/>
          <p:nvPr/>
        </p:nvSpPr>
        <p:spPr>
          <a:xfrm>
            <a:off x="8168475" y="2674079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4" name="!!text3">
            <a:extLst>
              <a:ext uri="{FF2B5EF4-FFF2-40B4-BE49-F238E27FC236}">
                <a16:creationId xmlns:a16="http://schemas.microsoft.com/office/drawing/2014/main" id="{2D483B80-A079-A5B2-6FF7-F8F4FADAA344}"/>
              </a:ext>
            </a:extLst>
          </p:cNvPr>
          <p:cNvSpPr/>
          <p:nvPr/>
        </p:nvSpPr>
        <p:spPr>
          <a:xfrm>
            <a:off x="1195388" y="2222478"/>
            <a:ext cx="7339012" cy="392400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ctr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שקע 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TCP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Transmission Control Protocol socket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sz="1800" kern="1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8" name="!!pic3">
            <a:extLst>
              <a:ext uri="{FF2B5EF4-FFF2-40B4-BE49-F238E27FC236}">
                <a16:creationId xmlns:a16="http://schemas.microsoft.com/office/drawing/2014/main" id="{ECFFF17F-917D-08C5-C79F-B51DBEEBF405}"/>
              </a:ext>
            </a:extLst>
          </p:cNvPr>
          <p:cNvSpPr/>
          <p:nvPr/>
        </p:nvSpPr>
        <p:spPr>
          <a:xfrm>
            <a:off x="8168476" y="2261207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4" name="!!text2">
            <a:extLst>
              <a:ext uri="{FF2B5EF4-FFF2-40B4-BE49-F238E27FC236}">
                <a16:creationId xmlns:a16="http://schemas.microsoft.com/office/drawing/2014/main" id="{96F2F361-D7D3-F0F0-3453-3882383A44DF}"/>
              </a:ext>
            </a:extLst>
          </p:cNvPr>
          <p:cNvSpPr/>
          <p:nvPr/>
        </p:nvSpPr>
        <p:spPr>
          <a:xfrm>
            <a:off x="1195388" y="1808040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צינור עם שם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named pipe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6" name="!!pic2">
            <a:extLst>
              <a:ext uri="{FF2B5EF4-FFF2-40B4-BE49-F238E27FC236}">
                <a16:creationId xmlns:a16="http://schemas.microsoft.com/office/drawing/2014/main" id="{6213101F-62B8-3CA4-6D9F-5064EB8FAFF1}"/>
              </a:ext>
            </a:extLst>
          </p:cNvPr>
          <p:cNvSpPr/>
          <p:nvPr/>
        </p:nvSpPr>
        <p:spPr>
          <a:xfrm>
            <a:off x="8168477" y="1842589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>
              <a:fillRect l="4545" t="4277" r="4545" b="4277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17" name="!!text1">
            <a:extLst>
              <a:ext uri="{FF2B5EF4-FFF2-40B4-BE49-F238E27FC236}">
                <a16:creationId xmlns:a16="http://schemas.microsoft.com/office/drawing/2014/main" id="{6C74F241-7B45-FA91-7CB4-860E2EF40F34}"/>
              </a:ext>
            </a:extLst>
          </p:cNvPr>
          <p:cNvSpPr/>
          <p:nvPr/>
        </p:nvSpPr>
        <p:spPr>
          <a:xfrm>
            <a:off x="1195388" y="1389000"/>
            <a:ext cx="7339012" cy="392400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ctr" anchorCtr="0">
            <a:norm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he-IL" sz="1800" kern="1200" dirty="0">
                <a:latin typeface="Roboto" panose="02000000000000000000" pitchFamily="2" charset="0"/>
                <a:cs typeface="Calibri" panose="020F0502020204030204" pitchFamily="34" charset="0"/>
              </a:rPr>
              <a:t>צינור ללא שם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anonymous pipe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8" name="!!pic1">
            <a:extLst>
              <a:ext uri="{FF2B5EF4-FFF2-40B4-BE49-F238E27FC236}">
                <a16:creationId xmlns:a16="http://schemas.microsoft.com/office/drawing/2014/main" id="{55515CFE-59F7-9339-7532-498A1FD36BA5}"/>
              </a:ext>
            </a:extLst>
          </p:cNvPr>
          <p:cNvSpPr/>
          <p:nvPr/>
        </p:nvSpPr>
        <p:spPr>
          <a:xfrm>
            <a:off x="8168477" y="1428368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>
              <a:fillRect l="4545" t="4277" r="4545" b="4277"/>
            </a:stretch>
          </a:blipFill>
          <a:ln>
            <a:solidFill>
              <a:schemeClr val="lt1">
                <a:hueOff val="0"/>
                <a:satOff val="0"/>
                <a:lumOff val="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he-IL" dirty="0">
              <a:cs typeface="Calibri" panose="020F0502020204030204" pitchFamily="34" charset="0"/>
            </a:endParaRPr>
          </a:p>
        </p:txBody>
      </p:sp>
      <p:sp>
        <p:nvSpPr>
          <p:cNvPr id="10" name="!!text12">
            <a:extLst>
              <a:ext uri="{FF2B5EF4-FFF2-40B4-BE49-F238E27FC236}">
                <a16:creationId xmlns:a16="http://schemas.microsoft.com/office/drawing/2014/main" id="{19B2874C-F915-EC80-4034-0613D3BC658C}"/>
              </a:ext>
            </a:extLst>
          </p:cNvPr>
          <p:cNvSpPr/>
          <p:nvPr/>
        </p:nvSpPr>
        <p:spPr>
          <a:xfrm>
            <a:off x="1195388" y="5992782"/>
            <a:ext cx="7341405" cy="387798"/>
          </a:xfrm>
          <a:custGeom>
            <a:avLst/>
            <a:gdLst>
              <a:gd name="connsiteX0" fmla="*/ 0 w 6840000"/>
              <a:gd name="connsiteY0" fmla="*/ 39368 h 393676"/>
              <a:gd name="connsiteX1" fmla="*/ 39368 w 6840000"/>
              <a:gd name="connsiteY1" fmla="*/ 0 h 393676"/>
              <a:gd name="connsiteX2" fmla="*/ 6800632 w 6840000"/>
              <a:gd name="connsiteY2" fmla="*/ 0 h 393676"/>
              <a:gd name="connsiteX3" fmla="*/ 6840000 w 6840000"/>
              <a:gd name="connsiteY3" fmla="*/ 39368 h 393676"/>
              <a:gd name="connsiteX4" fmla="*/ 6840000 w 6840000"/>
              <a:gd name="connsiteY4" fmla="*/ 354308 h 393676"/>
              <a:gd name="connsiteX5" fmla="*/ 6800632 w 6840000"/>
              <a:gd name="connsiteY5" fmla="*/ 393676 h 393676"/>
              <a:gd name="connsiteX6" fmla="*/ 39368 w 6840000"/>
              <a:gd name="connsiteY6" fmla="*/ 393676 h 393676"/>
              <a:gd name="connsiteX7" fmla="*/ 0 w 6840000"/>
              <a:gd name="connsiteY7" fmla="*/ 354308 h 393676"/>
              <a:gd name="connsiteX8" fmla="*/ 0 w 6840000"/>
              <a:gd name="connsiteY8" fmla="*/ 39368 h 39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40000" h="393676">
                <a:moveTo>
                  <a:pt x="0" y="39368"/>
                </a:moveTo>
                <a:cubicBezTo>
                  <a:pt x="0" y="17626"/>
                  <a:pt x="17626" y="0"/>
                  <a:pt x="39368" y="0"/>
                </a:cubicBezTo>
                <a:lnTo>
                  <a:pt x="6800632" y="0"/>
                </a:lnTo>
                <a:cubicBezTo>
                  <a:pt x="6822374" y="0"/>
                  <a:pt x="6840000" y="17626"/>
                  <a:pt x="6840000" y="39368"/>
                </a:cubicBezTo>
                <a:lnTo>
                  <a:pt x="6840000" y="354308"/>
                </a:lnTo>
                <a:cubicBezTo>
                  <a:pt x="6840000" y="376050"/>
                  <a:pt x="6822374" y="393676"/>
                  <a:pt x="6800632" y="393676"/>
                </a:cubicBezTo>
                <a:lnTo>
                  <a:pt x="39368" y="393676"/>
                </a:lnTo>
                <a:cubicBezTo>
                  <a:pt x="17626" y="393676"/>
                  <a:pt x="0" y="376050"/>
                  <a:pt x="0" y="354308"/>
                </a:cubicBezTo>
                <a:lnTo>
                  <a:pt x="0" y="39368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68580" tIns="68580" rIns="432000" bIns="68580" numCol="1" spcCol="1270" anchor="t" anchorCtr="0">
            <a:normAutofit/>
          </a:bodyPr>
          <a:lstStyle/>
          <a:p>
            <a:pPr lvl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קריאה לפרוצדורה מרוחקת (</a:t>
            </a:r>
            <a:r>
              <a:rPr lang="en-US" dirty="0">
                <a:latin typeface="Roboto" panose="02000000000000000000" pitchFamily="2" charset="0"/>
                <a:cs typeface="Calibri" panose="020F0502020204030204" pitchFamily="34" charset="0"/>
              </a:rPr>
              <a:t>RPC, Remote Procedure Call</a:t>
            </a:r>
            <a:r>
              <a:rPr lang="he-IL" dirty="0">
                <a:latin typeface="Roboto" panose="02000000000000000000" pitchFamily="2" charset="0"/>
                <a:cs typeface="Calibri" panose="020F0502020204030204" pitchFamily="34" charset="0"/>
              </a:rPr>
              <a:t>)</a:t>
            </a:r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2" name="!!pic12">
            <a:extLst>
              <a:ext uri="{FF2B5EF4-FFF2-40B4-BE49-F238E27FC236}">
                <a16:creationId xmlns:a16="http://schemas.microsoft.com/office/drawing/2014/main" id="{9B927A8E-A74A-3978-A732-BBB792F80C62}"/>
              </a:ext>
            </a:extLst>
          </p:cNvPr>
          <p:cNvSpPr/>
          <p:nvPr/>
        </p:nvSpPr>
        <p:spPr>
          <a:xfrm>
            <a:off x="8168473" y="6031834"/>
            <a:ext cx="316801" cy="314941"/>
          </a:xfrm>
          <a:prstGeom prst="roundRect">
            <a:avLst>
              <a:gd name="adj" fmla="val 10000"/>
            </a:avLst>
          </a:prstGeom>
          <a:blipFill dpi="0" rotWithShape="1"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>
              <a:fillRect l="10228" t="9993" r="10228" b="9993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13" name="!!header">
            <a:extLst>
              <a:ext uri="{FF2B5EF4-FFF2-40B4-BE49-F238E27FC236}">
                <a16:creationId xmlns:a16="http://schemas.microsoft.com/office/drawing/2014/main" id="{322DDC40-C15D-B096-DAA1-D609AF6E8384}"/>
              </a:ext>
            </a:extLst>
          </p:cNvPr>
          <p:cNvSpPr txBox="1"/>
          <p:nvPr/>
        </p:nvSpPr>
        <p:spPr>
          <a:xfrm>
            <a:off x="1192988" y="188964"/>
            <a:ext cx="73390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5400" b="1" dirty="0">
                <a:ln w="12700">
                  <a:solidFill>
                    <a:srgbClr val="525252"/>
                  </a:solidFill>
                  <a:prstDash val="solid"/>
                </a:ln>
                <a:pattFill prst="narHorz">
                  <a:fgClr>
                    <a:srgbClr val="00B0F0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Roboto" panose="02000000000000000000" pitchFamily="2" charset="0"/>
                <a:cs typeface="Calibri" panose="020F0502020204030204" pitchFamily="34" charset="0"/>
              </a:rPr>
              <a:t>מנגנוני תקשורת</a:t>
            </a:r>
            <a:endParaRPr lang="en-US" sz="3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619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C8F63FD-3B20-5D92-E8A6-A9AC9A7D1923}"/>
              </a:ext>
            </a:extLst>
          </p:cNvPr>
          <p:cNvGraphicFramePr>
            <a:graphicFrameLocks noGrp="1"/>
          </p:cNvGraphicFramePr>
          <p:nvPr/>
        </p:nvGraphicFramePr>
        <p:xfrm>
          <a:off x="1648072" y="1448978"/>
          <a:ext cx="6768000" cy="422877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79222">
                  <a:extLst>
                    <a:ext uri="{9D8B030D-6E8A-4147-A177-3AD203B41FA5}">
                      <a16:colId xmlns:a16="http://schemas.microsoft.com/office/drawing/2014/main" val="2567540937"/>
                    </a:ext>
                  </a:extLst>
                </a:gridCol>
                <a:gridCol w="539837">
                  <a:extLst>
                    <a:ext uri="{9D8B030D-6E8A-4147-A177-3AD203B41FA5}">
                      <a16:colId xmlns:a16="http://schemas.microsoft.com/office/drawing/2014/main" val="3894949128"/>
                    </a:ext>
                  </a:extLst>
                </a:gridCol>
                <a:gridCol w="752001">
                  <a:extLst>
                    <a:ext uri="{9D8B030D-6E8A-4147-A177-3AD203B41FA5}">
                      <a16:colId xmlns:a16="http://schemas.microsoft.com/office/drawing/2014/main" val="84234395"/>
                    </a:ext>
                  </a:extLst>
                </a:gridCol>
                <a:gridCol w="775282">
                  <a:extLst>
                    <a:ext uri="{9D8B030D-6E8A-4147-A177-3AD203B41FA5}">
                      <a16:colId xmlns:a16="http://schemas.microsoft.com/office/drawing/2014/main" val="2930604246"/>
                    </a:ext>
                  </a:extLst>
                </a:gridCol>
                <a:gridCol w="646069">
                  <a:extLst>
                    <a:ext uri="{9D8B030D-6E8A-4147-A177-3AD203B41FA5}">
                      <a16:colId xmlns:a16="http://schemas.microsoft.com/office/drawing/2014/main" val="3230874638"/>
                    </a:ext>
                  </a:extLst>
                </a:gridCol>
                <a:gridCol w="782459">
                  <a:extLst>
                    <a:ext uri="{9D8B030D-6E8A-4147-A177-3AD203B41FA5}">
                      <a16:colId xmlns:a16="http://schemas.microsoft.com/office/drawing/2014/main" val="470215641"/>
                    </a:ext>
                  </a:extLst>
                </a:gridCol>
                <a:gridCol w="660424">
                  <a:extLst>
                    <a:ext uri="{9D8B030D-6E8A-4147-A177-3AD203B41FA5}">
                      <a16:colId xmlns:a16="http://schemas.microsoft.com/office/drawing/2014/main" val="3163972718"/>
                    </a:ext>
                  </a:extLst>
                </a:gridCol>
                <a:gridCol w="832706">
                  <a:extLst>
                    <a:ext uri="{9D8B030D-6E8A-4147-A177-3AD203B41FA5}">
                      <a16:colId xmlns:a16="http://schemas.microsoft.com/office/drawing/2014/main" val="3995993225"/>
                    </a:ext>
                  </a:extLst>
                </a:gridCol>
              </a:tblGrid>
              <a:tr h="325290">
                <a:tc>
                  <a:txBody>
                    <a:bodyPr/>
                    <a:lstStyle/>
                    <a:p>
                      <a:pPr algn="l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Mechanism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Flow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Remote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Reliable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Speed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1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Complex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Debug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1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Overhead</a:t>
                      </a:r>
                      <a:endParaRPr lang="en-US" sz="11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extLst>
                  <a:ext uri="{0D108BD9-81ED-4DB2-BD59-A6C34878D82A}">
                    <a16:rowId xmlns:a16="http://schemas.microsoft.com/office/drawing/2014/main" val="3447154305"/>
                  </a:ext>
                </a:extLst>
              </a:tr>
              <a:tr h="325290">
                <a:tc>
                  <a:txBody>
                    <a:bodyPr/>
                    <a:lstStyle/>
                    <a:p>
                      <a:pPr algn="l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Anonymous Pipes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ln w="6350">
                            <a:solidFill>
                              <a:schemeClr val="tx1"/>
                            </a:solidFill>
                          </a:ln>
                          <a:solidFill>
                            <a:srgbClr val="009900"/>
                          </a:solidFill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  <a:sym typeface="Wingdings 3" panose="05040102010807070707" pitchFamily="18" charset="2"/>
                        </a:rPr>
                        <a:t>➡</a:t>
                      </a:r>
                      <a:endParaRPr lang="en-US" sz="2000" b="1" dirty="0">
                        <a:ln w="6350">
                          <a:solidFill>
                            <a:schemeClr val="tx1"/>
                          </a:solidFill>
                        </a:ln>
                        <a:solidFill>
                          <a:srgbClr val="0099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❌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✔️</a:t>
                      </a:r>
                      <a:endParaRPr lang="en-US" sz="14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🟢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🟡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🟢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🟢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extLst>
                  <a:ext uri="{0D108BD9-81ED-4DB2-BD59-A6C34878D82A}">
                    <a16:rowId xmlns:a16="http://schemas.microsoft.com/office/drawing/2014/main" val="3373942715"/>
                  </a:ext>
                </a:extLst>
              </a:tr>
              <a:tr h="325290">
                <a:tc>
                  <a:txBody>
                    <a:bodyPr/>
                    <a:lstStyle/>
                    <a:p>
                      <a:pPr algn="l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Named Pipes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n w="6350">
                            <a:solidFill>
                              <a:schemeClr val="tx1"/>
                            </a:solidFill>
                          </a:ln>
                          <a:solidFill>
                            <a:srgbClr val="009900"/>
                          </a:solidFill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  <a:sym typeface="Wingdings 3" panose="05040102010807070707" pitchFamily="18" charset="2"/>
                        </a:rPr>
                        <a:t></a:t>
                      </a:r>
                      <a:endParaRPr lang="en-US" sz="1600" b="1" dirty="0">
                        <a:ln w="6350">
                          <a:solidFill>
                            <a:schemeClr val="tx1"/>
                          </a:solidFill>
                        </a:ln>
                        <a:solidFill>
                          <a:srgbClr val="0099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❌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✔️</a:t>
                      </a:r>
                      <a:endParaRPr lang="en-US" sz="14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🟢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🟡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🟢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🟢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extLst>
                  <a:ext uri="{0D108BD9-81ED-4DB2-BD59-A6C34878D82A}">
                    <a16:rowId xmlns:a16="http://schemas.microsoft.com/office/drawing/2014/main" val="3224140551"/>
                  </a:ext>
                </a:extLst>
              </a:tr>
              <a:tr h="325290">
                <a:tc>
                  <a:txBody>
                    <a:bodyPr/>
                    <a:lstStyle/>
                    <a:p>
                      <a:pPr algn="l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TCP Sockets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ln w="6350">
                            <a:solidFill>
                              <a:schemeClr val="tx1"/>
                            </a:solidFill>
                          </a:ln>
                          <a:solidFill>
                            <a:srgbClr val="009900"/>
                          </a:solidFill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  <a:sym typeface="Wingdings 3" panose="05040102010807070707" pitchFamily="18" charset="2"/>
                        </a:rPr>
                        <a:t></a:t>
                      </a:r>
                      <a:endParaRPr lang="en-US" sz="1600" b="1" dirty="0">
                        <a:ln w="6350">
                          <a:solidFill>
                            <a:schemeClr val="tx1"/>
                          </a:solidFill>
                        </a:ln>
                        <a:solidFill>
                          <a:srgbClr val="0099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✔️</a:t>
                      </a:r>
                      <a:endParaRPr lang="en-US" sz="14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✔️</a:t>
                      </a:r>
                      <a:endParaRPr lang="en-US" sz="14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🟡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🟠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🟡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🟠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extLst>
                  <a:ext uri="{0D108BD9-81ED-4DB2-BD59-A6C34878D82A}">
                    <a16:rowId xmlns:a16="http://schemas.microsoft.com/office/drawing/2014/main" val="3137089675"/>
                  </a:ext>
                </a:extLst>
              </a:tr>
              <a:tr h="325290">
                <a:tc>
                  <a:txBody>
                    <a:bodyPr/>
                    <a:lstStyle/>
                    <a:p>
                      <a:pPr algn="l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UDP Sockets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kern="1200" dirty="0">
                          <a:ln w="3175">
                            <a:solidFill>
                              <a:schemeClr val="tx1"/>
                            </a:solidFill>
                          </a:ln>
                          <a:solidFill>
                            <a:srgbClr val="009900"/>
                          </a:solidFill>
                          <a:effectLst/>
                          <a:latin typeface="Roboto" panose="02000000000000000000" pitchFamily="2" charset="0"/>
                          <a:ea typeface="+mn-ea"/>
                          <a:cs typeface="Calibri" panose="020F0502020204030204" pitchFamily="34" charset="0"/>
                        </a:rPr>
                        <a:t>📡</a:t>
                      </a: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✔️</a:t>
                      </a:r>
                      <a:endParaRPr lang="en-US" sz="14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❌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🟡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🟠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🟡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🟠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extLst>
                  <a:ext uri="{0D108BD9-81ED-4DB2-BD59-A6C34878D82A}">
                    <a16:rowId xmlns:a16="http://schemas.microsoft.com/office/drawing/2014/main" val="514023335"/>
                  </a:ext>
                </a:extLst>
              </a:tr>
              <a:tr h="325290">
                <a:tc>
                  <a:txBody>
                    <a:bodyPr/>
                    <a:lstStyle/>
                    <a:p>
                      <a:pPr algn="l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Message Queues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2000" b="1" kern="1200" dirty="0">
                          <a:ln w="6350">
                            <a:solidFill>
                              <a:schemeClr val="tx1"/>
                            </a:solidFill>
                          </a:ln>
                          <a:solidFill>
                            <a:srgbClr val="009900"/>
                          </a:solidFill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  <a:sym typeface="Wingdings 3" panose="05040102010807070707" pitchFamily="18" charset="2"/>
                        </a:rPr>
                        <a:t></a:t>
                      </a:r>
                      <a:endParaRPr lang="en-US" sz="2000" b="1" kern="1200" dirty="0">
                        <a:ln w="6350">
                          <a:solidFill>
                            <a:schemeClr val="tx1"/>
                          </a:solidFill>
                        </a:ln>
                        <a:solidFill>
                          <a:srgbClr val="0099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marL="0" algn="ctr" defTabSz="914415" rtl="0" eaLnBrk="1" latinLnBrk="0" hangingPunct="1">
                        <a:spcAft>
                          <a:spcPts val="1000"/>
                        </a:spcAft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✔️</a:t>
                      </a:r>
                      <a:endParaRPr lang="en-US" sz="1400" kern="1200" dirty="0">
                        <a:solidFill>
                          <a:schemeClr val="dk1"/>
                        </a:solidFill>
                        <a:effectLst/>
                        <a:latin typeface="Roboto" panose="020000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✔️</a:t>
                      </a:r>
                      <a:endParaRPr lang="en-US" sz="20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🟡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🟠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🟠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🟡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extLst>
                  <a:ext uri="{0D108BD9-81ED-4DB2-BD59-A6C34878D82A}">
                    <a16:rowId xmlns:a16="http://schemas.microsoft.com/office/drawing/2014/main" val="58474936"/>
                  </a:ext>
                </a:extLst>
              </a:tr>
              <a:tr h="325290">
                <a:tc>
                  <a:txBody>
                    <a:bodyPr/>
                    <a:lstStyle/>
                    <a:p>
                      <a:pPr algn="l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Shared Memory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2000" b="1" kern="1200" dirty="0">
                          <a:ln w="6350">
                            <a:solidFill>
                              <a:schemeClr val="tx1"/>
                            </a:solidFill>
                          </a:ln>
                          <a:solidFill>
                            <a:srgbClr val="009900"/>
                          </a:solidFill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  <a:sym typeface="Wingdings 3" panose="05040102010807070707" pitchFamily="18" charset="2"/>
                        </a:rPr>
                        <a:t></a:t>
                      </a:r>
                      <a:endParaRPr lang="en-US" sz="2000" b="1" kern="1200" dirty="0">
                        <a:ln w="6350">
                          <a:solidFill>
                            <a:schemeClr val="tx1"/>
                          </a:solidFill>
                        </a:ln>
                        <a:solidFill>
                          <a:srgbClr val="0099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❌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❌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🟢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🟠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🟠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🟢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extLst>
                  <a:ext uri="{0D108BD9-81ED-4DB2-BD59-A6C34878D82A}">
                    <a16:rowId xmlns:a16="http://schemas.microsoft.com/office/drawing/2014/main" val="1554887287"/>
                  </a:ext>
                </a:extLst>
              </a:tr>
              <a:tr h="325290">
                <a:tc>
                  <a:txBody>
                    <a:bodyPr/>
                    <a:lstStyle/>
                    <a:p>
                      <a:pPr algn="l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Memory-Mapped Files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2000" b="1" kern="1200" dirty="0">
                          <a:ln w="6350">
                            <a:solidFill>
                              <a:schemeClr val="tx1"/>
                            </a:solidFill>
                          </a:ln>
                          <a:solidFill>
                            <a:srgbClr val="009900"/>
                          </a:solidFill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  <a:sym typeface="Wingdings 3" panose="05040102010807070707" pitchFamily="18" charset="2"/>
                        </a:rPr>
                        <a:t></a:t>
                      </a:r>
                      <a:endParaRPr lang="en-US" sz="2000" b="1" kern="1200" dirty="0">
                        <a:ln w="6350">
                          <a:solidFill>
                            <a:schemeClr val="tx1"/>
                          </a:solidFill>
                        </a:ln>
                        <a:solidFill>
                          <a:srgbClr val="0099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marL="0" algn="ctr" defTabSz="914415" rtl="0" eaLnBrk="1" latinLnBrk="0" hangingPunct="1">
                        <a:spcAft>
                          <a:spcPts val="1000"/>
                        </a:spcAft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✔️</a:t>
                      </a:r>
                      <a:endParaRPr lang="en-US" sz="1400" kern="1200" dirty="0">
                        <a:solidFill>
                          <a:schemeClr val="dk1"/>
                        </a:solidFill>
                        <a:effectLst/>
                        <a:latin typeface="Roboto" panose="020000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❌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🟢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🟠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🟠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🟢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extLst>
                  <a:ext uri="{0D108BD9-81ED-4DB2-BD59-A6C34878D82A}">
                    <a16:rowId xmlns:a16="http://schemas.microsoft.com/office/drawing/2014/main" val="3091812741"/>
                  </a:ext>
                </a:extLst>
              </a:tr>
              <a:tr h="325290">
                <a:tc>
                  <a:txBody>
                    <a:bodyPr/>
                    <a:lstStyle/>
                    <a:p>
                      <a:pPr algn="l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Signals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ln w="6350">
                            <a:solidFill>
                              <a:schemeClr val="tx1"/>
                            </a:solidFill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  <a:sym typeface="Wingdings 3" panose="05040102010807070707" pitchFamily="18" charset="2"/>
                        </a:rPr>
                        <a:t>➡</a:t>
                      </a:r>
                      <a:endParaRPr lang="en-US" sz="2000" b="1" dirty="0">
                        <a:ln w="6350">
                          <a:solidFill>
                            <a:schemeClr val="tx1"/>
                          </a:solidFill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❌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❌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🟢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🟢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🟢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🟢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extLst>
                  <a:ext uri="{0D108BD9-81ED-4DB2-BD59-A6C34878D82A}">
                    <a16:rowId xmlns:a16="http://schemas.microsoft.com/office/drawing/2014/main" val="766315581"/>
                  </a:ext>
                </a:extLst>
              </a:tr>
              <a:tr h="325290">
                <a:tc>
                  <a:txBody>
                    <a:bodyPr/>
                    <a:lstStyle/>
                    <a:p>
                      <a:pPr algn="l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Semaphores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kern="1200" dirty="0">
                          <a:ln w="3175">
                            <a:solidFill>
                              <a:schemeClr val="tx1"/>
                            </a:solidFill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+mn-ea"/>
                          <a:cs typeface="Calibri" panose="020F0502020204030204" pitchFamily="34" charset="0"/>
                        </a:rPr>
                        <a:t>📡</a:t>
                      </a: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❌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marL="0" algn="ctr" defTabSz="914415" rtl="0" eaLnBrk="1" latinLnBrk="0" hangingPunct="1">
                        <a:spcAft>
                          <a:spcPts val="1000"/>
                        </a:spcAft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✔️</a:t>
                      </a:r>
                      <a:endParaRPr lang="en-US" sz="1400" kern="1200" dirty="0">
                        <a:solidFill>
                          <a:schemeClr val="dk1"/>
                        </a:solidFill>
                        <a:effectLst/>
                        <a:latin typeface="Roboto" panose="020000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🟢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🟡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🟢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🟢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extLst>
                  <a:ext uri="{0D108BD9-81ED-4DB2-BD59-A6C34878D82A}">
                    <a16:rowId xmlns:a16="http://schemas.microsoft.com/office/drawing/2014/main" val="660872440"/>
                  </a:ext>
                </a:extLst>
              </a:tr>
              <a:tr h="325290">
                <a:tc>
                  <a:txBody>
                    <a:bodyPr/>
                    <a:lstStyle/>
                    <a:p>
                      <a:pPr algn="l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Condition Variables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kern="1200" dirty="0">
                          <a:ln w="3175">
                            <a:solidFill>
                              <a:schemeClr val="tx1"/>
                            </a:solidFill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+mn-ea"/>
                          <a:cs typeface="Calibri" panose="020F0502020204030204" pitchFamily="34" charset="0"/>
                        </a:rPr>
                        <a:t>📡</a:t>
                      </a: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❌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marL="0" algn="ctr" defTabSz="914415" rtl="0" eaLnBrk="1" latinLnBrk="0" hangingPunct="1">
                        <a:spcAft>
                          <a:spcPts val="1000"/>
                        </a:spcAft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✔️</a:t>
                      </a:r>
                      <a:endParaRPr lang="en-US" sz="1400" kern="1200" dirty="0">
                        <a:solidFill>
                          <a:schemeClr val="dk1"/>
                        </a:solidFill>
                        <a:effectLst/>
                        <a:latin typeface="Roboto" panose="020000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🟡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🟡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🟢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🟢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extLst>
                  <a:ext uri="{0D108BD9-81ED-4DB2-BD59-A6C34878D82A}">
                    <a16:rowId xmlns:a16="http://schemas.microsoft.com/office/drawing/2014/main" val="2166647988"/>
                  </a:ext>
                </a:extLst>
              </a:tr>
              <a:tr h="325290">
                <a:tc>
                  <a:txBody>
                    <a:bodyPr/>
                    <a:lstStyle/>
                    <a:p>
                      <a:pPr algn="l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File Locking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kern="1200" dirty="0">
                          <a:ln w="3175">
                            <a:solidFill>
                              <a:schemeClr val="tx1"/>
                            </a:solidFill>
                          </a:ln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Roboto" panose="02000000000000000000" pitchFamily="2" charset="0"/>
                          <a:ea typeface="+mn-ea"/>
                          <a:cs typeface="Calibri" panose="020F0502020204030204" pitchFamily="34" charset="0"/>
                        </a:rPr>
                        <a:t>📡</a:t>
                      </a: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✔️</a:t>
                      </a:r>
                      <a:endParaRPr lang="en-US" sz="14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marL="0" algn="ctr" defTabSz="914415" rtl="0" eaLnBrk="1" latinLnBrk="0" hangingPunct="1">
                        <a:spcAft>
                          <a:spcPts val="1000"/>
                        </a:spcAft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✔️</a:t>
                      </a:r>
                      <a:endParaRPr lang="en-US" sz="1400" kern="1200" dirty="0">
                        <a:solidFill>
                          <a:schemeClr val="dk1"/>
                        </a:solidFill>
                        <a:effectLst/>
                        <a:latin typeface="Roboto" panose="020000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🟠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🟢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🟢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🟢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extLst>
                  <a:ext uri="{0D108BD9-81ED-4DB2-BD59-A6C34878D82A}">
                    <a16:rowId xmlns:a16="http://schemas.microsoft.com/office/drawing/2014/main" val="139600082"/>
                  </a:ext>
                </a:extLst>
              </a:tr>
              <a:tr h="325290">
                <a:tc>
                  <a:txBody>
                    <a:bodyPr/>
                    <a:lstStyle/>
                    <a:p>
                      <a:pPr algn="l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RPC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2000" b="1" kern="1200" dirty="0">
                          <a:ln w="6350">
                            <a:solidFill>
                              <a:schemeClr val="tx1"/>
                            </a:solidFill>
                          </a:ln>
                          <a:solidFill>
                            <a:srgbClr val="009900"/>
                          </a:solidFill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  <a:sym typeface="Wingdings 3" panose="05040102010807070707" pitchFamily="18" charset="2"/>
                        </a:rPr>
                        <a:t></a:t>
                      </a:r>
                      <a:endParaRPr lang="en-US" sz="2000" b="1" kern="1200" dirty="0">
                        <a:ln w="6350">
                          <a:solidFill>
                            <a:schemeClr val="tx1"/>
                          </a:solidFill>
                        </a:ln>
                        <a:solidFill>
                          <a:srgbClr val="009900"/>
                        </a:solidFill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marL="0" algn="ctr" defTabSz="914415" rtl="0" eaLnBrk="1" latinLnBrk="0" hangingPunct="1">
                        <a:spcAft>
                          <a:spcPts val="1000"/>
                        </a:spcAft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✔️</a:t>
                      </a:r>
                      <a:endParaRPr lang="en-US" sz="1400" kern="1200" dirty="0">
                        <a:solidFill>
                          <a:schemeClr val="dk1"/>
                        </a:solidFill>
                        <a:effectLst/>
                        <a:latin typeface="Roboto" panose="020000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marL="0" algn="ctr" defTabSz="914415" rtl="0" eaLnBrk="1" latinLnBrk="0" hangingPunct="1">
                        <a:spcAft>
                          <a:spcPts val="1000"/>
                        </a:spcAft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✔️</a:t>
                      </a:r>
                      <a:endParaRPr lang="en-US" sz="1400" kern="1200" dirty="0">
                        <a:solidFill>
                          <a:schemeClr val="dk1"/>
                        </a:solidFill>
                        <a:effectLst/>
                        <a:latin typeface="Roboto" panose="02000000000000000000" pitchFamily="2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🟡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🟠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🟡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  <a:latin typeface="Roboto" panose="02000000000000000000" pitchFamily="2" charset="0"/>
                          <a:cs typeface="Calibri" panose="020F0502020204030204" pitchFamily="34" charset="0"/>
                        </a:rPr>
                        <a:t>🟠</a:t>
                      </a:r>
                      <a:endParaRPr lang="en-US" sz="1200" dirty="0">
                        <a:effectLst/>
                        <a:latin typeface="Roboto" panose="02000000000000000000" pitchFamily="2" charset="0"/>
                        <a:ea typeface="Roboto" panose="02000000000000000000" pitchFamily="2" charset="0"/>
                        <a:cs typeface="Calibri" panose="020F0502020204030204" pitchFamily="34" charset="0"/>
                      </a:endParaRPr>
                    </a:p>
                  </a:txBody>
                  <a:tcPr marL="72000" marR="72000" marT="0" marB="0" anchor="ctr" anchorCtr="1"/>
                </a:tc>
                <a:extLst>
                  <a:ext uri="{0D108BD9-81ED-4DB2-BD59-A6C34878D82A}">
                    <a16:rowId xmlns:a16="http://schemas.microsoft.com/office/drawing/2014/main" val="3838738357"/>
                  </a:ext>
                </a:extLst>
              </a:tr>
            </a:tbl>
          </a:graphicData>
        </a:graphic>
      </p:graphicFrame>
      <p:pic>
        <p:nvPicPr>
          <p:cNvPr id="32" name="Graphic 31">
            <a:extLst>
              <a:ext uri="{FF2B5EF4-FFF2-40B4-BE49-F238E27FC236}">
                <a16:creationId xmlns:a16="http://schemas.microsoft.com/office/drawing/2014/main" id="{88E43373-1B71-FAD7-7954-A666BC890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6940" y="1791098"/>
            <a:ext cx="291761" cy="291761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9FB75FE3-1719-A303-040F-86DE00674A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53319" y="3124894"/>
            <a:ext cx="278400" cy="27840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49F73FF8-4C3C-73F3-6246-6C5B3A323B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53319" y="3764333"/>
            <a:ext cx="278400" cy="27840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F87D608F-BD25-FE4E-4BF3-5BFF3F8D47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3319" y="2131363"/>
            <a:ext cx="291761" cy="291761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8B68AD0C-FE2C-4446-A54C-DBFA73C305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66680" y="3444613"/>
            <a:ext cx="278400" cy="27840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C96B063B-410A-4A23-77CC-4BA7296E0DAD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8290" t="-8290" r="-8290" b="-8290"/>
          <a:stretch/>
        </p:blipFill>
        <p:spPr>
          <a:xfrm>
            <a:off x="1290447" y="5383681"/>
            <a:ext cx="251812" cy="251812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694971B2-D4EF-C16A-9D58-EC825D71501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78255" y="2770682"/>
            <a:ext cx="278400" cy="27840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BAE77A52-C484-D3EA-0F4F-57ADA63DE273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2259" t="-2259" r="-2259" b="-2259"/>
          <a:stretch/>
        </p:blipFill>
        <p:spPr>
          <a:xfrm>
            <a:off x="1279696" y="5036647"/>
            <a:ext cx="263387" cy="263387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D221BF7B-EFD8-291E-22DC-31B4CE174A29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2259" t="-2259" r="-2259" b="-2259"/>
          <a:stretch/>
        </p:blipFill>
        <p:spPr>
          <a:xfrm>
            <a:off x="1281693" y="4411044"/>
            <a:ext cx="263387" cy="263387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041330ED-4FCC-A814-0169-D716F5CD394B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2259" r="-2259"/>
          <a:stretch/>
        </p:blipFill>
        <p:spPr>
          <a:xfrm>
            <a:off x="1280282" y="4716927"/>
            <a:ext cx="263387" cy="26338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855A136-9B34-11F6-F226-F0B86B617C2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36644" y="2458817"/>
            <a:ext cx="352425" cy="3524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FA06DBE-3B96-DDCA-F6C1-182CA3D053E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306299" y="4118544"/>
            <a:ext cx="200025" cy="190500"/>
          </a:xfrm>
          <a:prstGeom prst="rect">
            <a:avLst/>
          </a:prstGeom>
        </p:spPr>
      </p:pic>
      <p:sp>
        <p:nvSpPr>
          <p:cNvPr id="2" name="!!header">
            <a:extLst>
              <a:ext uri="{FF2B5EF4-FFF2-40B4-BE49-F238E27FC236}">
                <a16:creationId xmlns:a16="http://schemas.microsoft.com/office/drawing/2014/main" id="{8263B418-5381-A871-9327-49B637290F27}"/>
              </a:ext>
            </a:extLst>
          </p:cNvPr>
          <p:cNvSpPr txBox="1"/>
          <p:nvPr/>
        </p:nvSpPr>
        <p:spPr>
          <a:xfrm>
            <a:off x="1192988" y="188964"/>
            <a:ext cx="73390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5400" b="1" dirty="0">
                <a:ln w="12700">
                  <a:solidFill>
                    <a:srgbClr val="525252"/>
                  </a:solidFill>
                  <a:prstDash val="solid"/>
                </a:ln>
                <a:pattFill prst="narHorz">
                  <a:fgClr>
                    <a:srgbClr val="00B0F0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Roboto" panose="02000000000000000000" pitchFamily="2" charset="0"/>
                <a:cs typeface="Calibri" panose="020F0502020204030204" pitchFamily="34" charset="0"/>
              </a:rPr>
              <a:t>מנגנוני תקשורת</a:t>
            </a:r>
            <a:endParaRPr lang="en-US" sz="3200" dirty="0">
              <a:latin typeface="Roboto" panose="02000000000000000000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270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10832</TotalTime>
  <Words>3092</Words>
  <Application>Microsoft Office PowerPoint</Application>
  <PresentationFormat>On-screen Show (4:3)</PresentationFormat>
  <Paragraphs>578</Paragraphs>
  <Slides>43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</vt:lpstr>
      <vt:lpstr>Consolas</vt:lpstr>
      <vt:lpstr>Roboto</vt:lpstr>
      <vt:lpstr>Office Theme</vt:lpstr>
      <vt:lpstr>פרק 10: תקשורת</vt:lpstr>
      <vt:lpstr>מוטיבציה</vt:lpstr>
      <vt:lpstr>מודל השכבות</vt:lpstr>
      <vt:lpstr>מודל השכבות</vt:lpstr>
      <vt:lpstr>מאפיינים של תקשורת </vt:lpstr>
      <vt:lpstr>מאפיינים של תקשורת </vt:lpstr>
      <vt:lpstr>מאפיינים של תקשורת </vt:lpstr>
      <vt:lpstr>מאפיינים של תקשורת </vt:lpstr>
      <vt:lpstr>מודל השכבות</vt:lpstr>
      <vt:lpstr>מודל השכבות</vt:lpstr>
      <vt:lpstr>מודל השכבות</vt:lpstr>
      <vt:lpstr>מודל השכבות</vt:lpstr>
      <vt:lpstr>מודל השכבות</vt:lpstr>
      <vt:lpstr>מודל השכבות</vt:lpstr>
      <vt:lpstr>שכבת האינטרנט</vt:lpstr>
      <vt:lpstr>שכבת האינטרנט</vt:lpstr>
      <vt:lpstr>שכבת האינטרנט</vt:lpstr>
      <vt:lpstr>שכבת האינטרנט</vt:lpstr>
      <vt:lpstr>שכבת האינטרנט</vt:lpstr>
      <vt:lpstr>שכבת התעבורה</vt:lpstr>
      <vt:lpstr>שכבת התעבורה</vt:lpstr>
      <vt:lpstr>שכבת התעבורה</vt:lpstr>
      <vt:lpstr>שכבת התעבורה</vt:lpstr>
      <vt:lpstr>שכבת האינטרנט</vt:lpstr>
      <vt:lpstr>שכבת האינטרנט</vt:lpstr>
      <vt:lpstr>שכבת התעבורה</vt:lpstr>
      <vt:lpstr>שכבת התעבורה</vt:lpstr>
      <vt:lpstr>שכבת התעבורה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Tal R.</dc:creator>
  <cp:lastModifiedBy>Tal R.</cp:lastModifiedBy>
  <cp:revision>202</cp:revision>
  <dcterms:created xsi:type="dcterms:W3CDTF">2023-11-25T13:14:24Z</dcterms:created>
  <dcterms:modified xsi:type="dcterms:W3CDTF">2025-12-14T10:00:04Z</dcterms:modified>
</cp:coreProperties>
</file>