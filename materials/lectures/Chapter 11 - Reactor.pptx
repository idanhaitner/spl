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41" r:id="rId2"/>
    <p:sldId id="816" r:id="rId3"/>
    <p:sldId id="828" r:id="rId4"/>
    <p:sldId id="817" r:id="rId5"/>
    <p:sldId id="827" r:id="rId6"/>
    <p:sldId id="829" r:id="rId7"/>
    <p:sldId id="818" r:id="rId8"/>
    <p:sldId id="830" r:id="rId9"/>
    <p:sldId id="819" r:id="rId10"/>
    <p:sldId id="831" r:id="rId11"/>
    <p:sldId id="820" r:id="rId12"/>
    <p:sldId id="821" r:id="rId13"/>
    <p:sldId id="822" r:id="rId14"/>
    <p:sldId id="824" r:id="rId15"/>
    <p:sldId id="823" r:id="rId16"/>
    <p:sldId id="825" r:id="rId17"/>
    <p:sldId id="826" r:id="rId18"/>
    <p:sldId id="832" r:id="rId19"/>
    <p:sldId id="83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E111D-3AB2-478E-BD7B-E9145DD4C982}" v="4222" dt="2025-12-24T05:52:07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89" autoAdjust="0"/>
    <p:restoredTop sz="62513" autoAdjust="0"/>
  </p:normalViewPr>
  <p:slideViewPr>
    <p:cSldViewPr>
      <p:cViewPr varScale="1">
        <p:scale>
          <a:sx n="87" d="100"/>
          <a:sy n="87" d="100"/>
        </p:scale>
        <p:origin x="3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custSel addSld delSld modSld">
      <pc:chgData name="Tal R." userId="03e9e69c0e8a7741" providerId="LiveId" clId="{7E8451C7-0DB5-4F3D-8DC4-447DBD27B8B8}" dt="2025-12-17T10:35:40.368" v="2238" actId="20577"/>
      <pc:docMkLst>
        <pc:docMk/>
      </pc:docMkLst>
      <pc:sldChg chg="modSp mod">
        <pc:chgData name="Tal R." userId="03e9e69c0e8a7741" providerId="LiveId" clId="{7E8451C7-0DB5-4F3D-8DC4-447DBD27B8B8}" dt="2025-12-17T10:35:40.368" v="2238" actId="20577"/>
        <pc:sldMkLst>
          <pc:docMk/>
          <pc:sldMk cId="467981463" sldId="541"/>
        </pc:sldMkLst>
        <pc:spChg chg="mod">
          <ac:chgData name="Tal R." userId="03e9e69c0e8a7741" providerId="LiveId" clId="{7E8451C7-0DB5-4F3D-8DC4-447DBD27B8B8}" dt="2025-12-17T10:35:40.368" v="2238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modSp mod">
        <pc:chgData name="Tal R." userId="03e9e69c0e8a7741" providerId="LiveId" clId="{7E8451C7-0DB5-4F3D-8DC4-447DBD27B8B8}" dt="2025-12-17T08:28:39.069" v="1291" actId="1038"/>
        <pc:sldMkLst>
          <pc:docMk/>
          <pc:sldMk cId="225474920" sldId="816"/>
        </pc:sldMkLst>
        <pc:picChg chg="mod">
          <ac:chgData name="Tal R." userId="03e9e69c0e8a7741" providerId="LiveId" clId="{7E8451C7-0DB5-4F3D-8DC4-447DBD27B8B8}" dt="2025-12-17T08:28:39.069" v="1291" actId="1038"/>
          <ac:picMkLst>
            <pc:docMk/>
            <pc:sldMk cId="225474920" sldId="816"/>
            <ac:picMk id="6" creationId="{462E36C8-13AF-DCE2-936F-84193275C219}"/>
          </ac:picMkLst>
        </pc:picChg>
      </pc:sldChg>
      <pc:sldChg chg="modSp">
        <pc:chgData name="Tal R." userId="03e9e69c0e8a7741" providerId="LiveId" clId="{7E8451C7-0DB5-4F3D-8DC4-447DBD27B8B8}" dt="2025-12-17T08:32:50.596" v="1315" actId="113"/>
        <pc:sldMkLst>
          <pc:docMk/>
          <pc:sldMk cId="2440046813" sldId="818"/>
        </pc:sldMkLst>
        <pc:spChg chg="mod">
          <ac:chgData name="Tal R." userId="03e9e69c0e8a7741" providerId="LiveId" clId="{7E8451C7-0DB5-4F3D-8DC4-447DBD27B8B8}" dt="2025-12-17T08:32:50.596" v="1315" actId="113"/>
          <ac:spMkLst>
            <pc:docMk/>
            <pc:sldMk cId="2440046813" sldId="818"/>
            <ac:spMk id="3" creationId="{B17B0700-1B84-141C-16E6-D1EA697DB8DC}"/>
          </ac:spMkLst>
        </pc:spChg>
      </pc:sldChg>
      <pc:sldChg chg="modSp">
        <pc:chgData name="Tal R." userId="03e9e69c0e8a7741" providerId="LiveId" clId="{7E8451C7-0DB5-4F3D-8DC4-447DBD27B8B8}" dt="2025-12-17T08:33:15.666" v="1316" actId="113"/>
        <pc:sldMkLst>
          <pc:docMk/>
          <pc:sldMk cId="2338798404" sldId="819"/>
        </pc:sldMkLst>
        <pc:spChg chg="mod">
          <ac:chgData name="Tal R." userId="03e9e69c0e8a7741" providerId="LiveId" clId="{7E8451C7-0DB5-4F3D-8DC4-447DBD27B8B8}" dt="2025-12-17T08:33:15.666" v="1316" actId="113"/>
          <ac:spMkLst>
            <pc:docMk/>
            <pc:sldMk cId="2338798404" sldId="819"/>
            <ac:spMk id="3" creationId="{BECCF592-A699-3021-4231-F02C70D50734}"/>
          </ac:spMkLst>
        </pc:spChg>
      </pc:sldChg>
      <pc:sldChg chg="addSp modSp mod addAnim delAnim modAnim">
        <pc:chgData name="Tal R." userId="03e9e69c0e8a7741" providerId="LiveId" clId="{7E8451C7-0DB5-4F3D-8DC4-447DBD27B8B8}" dt="2025-12-17T08:46:52.067" v="1645"/>
        <pc:sldMkLst>
          <pc:docMk/>
          <pc:sldMk cId="1422595723" sldId="820"/>
        </pc:sldMkLst>
        <pc:graphicFrameChg chg="modGraphic">
          <ac:chgData name="Tal R." userId="03e9e69c0e8a7741" providerId="LiveId" clId="{7E8451C7-0DB5-4F3D-8DC4-447DBD27B8B8}" dt="2025-12-17T08:46:22.398" v="1622" actId="20577"/>
          <ac:graphicFrameMkLst>
            <pc:docMk/>
            <pc:sldMk cId="1422595723" sldId="820"/>
            <ac:graphicFrameMk id="5" creationId="{2EC28B66-84C0-ADB4-D7BF-1337F23F1413}"/>
          </ac:graphicFrameMkLst>
        </pc:graphicFrameChg>
      </pc:sldChg>
      <pc:sldChg chg="modSp mod modAnim">
        <pc:chgData name="Tal R." userId="03e9e69c0e8a7741" providerId="LiveId" clId="{7E8451C7-0DB5-4F3D-8DC4-447DBD27B8B8}" dt="2025-12-17T08:50:11.176" v="1760" actId="20577"/>
        <pc:sldMkLst>
          <pc:docMk/>
          <pc:sldMk cId="851530981" sldId="821"/>
        </pc:sldMkLst>
        <pc:spChg chg="mod">
          <ac:chgData name="Tal R." userId="03e9e69c0e8a7741" providerId="LiveId" clId="{7E8451C7-0DB5-4F3D-8DC4-447DBD27B8B8}" dt="2025-12-17T08:50:11.176" v="1760" actId="20577"/>
          <ac:spMkLst>
            <pc:docMk/>
            <pc:sldMk cId="851530981" sldId="821"/>
            <ac:spMk id="3" creationId="{F6077A47-3682-84ED-7B4B-9DD87F697543}"/>
          </ac:spMkLst>
        </pc:spChg>
      </pc:sldChg>
      <pc:sldChg chg="modSp mod">
        <pc:chgData name="Tal R." userId="03e9e69c0e8a7741" providerId="LiveId" clId="{7E8451C7-0DB5-4F3D-8DC4-447DBD27B8B8}" dt="2025-12-17T08:50:50.237" v="1767" actId="113"/>
        <pc:sldMkLst>
          <pc:docMk/>
          <pc:sldMk cId="2042558098" sldId="822"/>
        </pc:sldMkLst>
        <pc:spChg chg="mod">
          <ac:chgData name="Tal R." userId="03e9e69c0e8a7741" providerId="LiveId" clId="{7E8451C7-0DB5-4F3D-8DC4-447DBD27B8B8}" dt="2025-12-17T08:50:50.237" v="1767" actId="113"/>
          <ac:spMkLst>
            <pc:docMk/>
            <pc:sldMk cId="2042558098" sldId="822"/>
            <ac:spMk id="3" creationId="{92DCA21C-BBAE-B288-6FC3-EDE3C7E29B9E}"/>
          </ac:spMkLst>
        </pc:spChg>
      </pc:sldChg>
      <pc:sldChg chg="modSp">
        <pc:chgData name="Tal R." userId="03e9e69c0e8a7741" providerId="LiveId" clId="{7E8451C7-0DB5-4F3D-8DC4-447DBD27B8B8}" dt="2025-12-17T08:51:10.315" v="1770" actId="113"/>
        <pc:sldMkLst>
          <pc:docMk/>
          <pc:sldMk cId="1430195461" sldId="823"/>
        </pc:sldMkLst>
        <pc:spChg chg="mod">
          <ac:chgData name="Tal R." userId="03e9e69c0e8a7741" providerId="LiveId" clId="{7E8451C7-0DB5-4F3D-8DC4-447DBD27B8B8}" dt="2025-12-17T08:51:10.315" v="1770" actId="113"/>
          <ac:spMkLst>
            <pc:docMk/>
            <pc:sldMk cId="1430195461" sldId="823"/>
            <ac:spMk id="3" creationId="{3FE2EE9A-0637-0067-F62B-D666BBE1551A}"/>
          </ac:spMkLst>
        </pc:spChg>
      </pc:sldChg>
      <pc:sldChg chg="modSp mod">
        <pc:chgData name="Tal R." userId="03e9e69c0e8a7741" providerId="LiveId" clId="{7E8451C7-0DB5-4F3D-8DC4-447DBD27B8B8}" dt="2025-12-17T08:51:01.200" v="1769" actId="113"/>
        <pc:sldMkLst>
          <pc:docMk/>
          <pc:sldMk cId="1279147743" sldId="824"/>
        </pc:sldMkLst>
        <pc:spChg chg="mod">
          <ac:chgData name="Tal R." userId="03e9e69c0e8a7741" providerId="LiveId" clId="{7E8451C7-0DB5-4F3D-8DC4-447DBD27B8B8}" dt="2025-12-17T08:51:01.200" v="1769" actId="113"/>
          <ac:spMkLst>
            <pc:docMk/>
            <pc:sldMk cId="1279147743" sldId="824"/>
            <ac:spMk id="3" creationId="{41EC90F1-E646-B9E2-C64A-4C7FA92AD657}"/>
          </ac:spMkLst>
        </pc:spChg>
      </pc:sldChg>
      <pc:sldChg chg="modSp mod modAnim">
        <pc:chgData name="Tal R." userId="03e9e69c0e8a7741" providerId="LiveId" clId="{7E8451C7-0DB5-4F3D-8DC4-447DBD27B8B8}" dt="2025-12-17T08:52:23.119" v="1806" actId="115"/>
        <pc:sldMkLst>
          <pc:docMk/>
          <pc:sldMk cId="1380005059" sldId="825"/>
        </pc:sldMkLst>
        <pc:spChg chg="mod">
          <ac:chgData name="Tal R." userId="03e9e69c0e8a7741" providerId="LiveId" clId="{7E8451C7-0DB5-4F3D-8DC4-447DBD27B8B8}" dt="2025-12-17T08:52:23.119" v="1806" actId="115"/>
          <ac:spMkLst>
            <pc:docMk/>
            <pc:sldMk cId="1380005059" sldId="825"/>
            <ac:spMk id="3" creationId="{ED44EEBC-1492-EEA7-1C19-21CD63BA3E0C}"/>
          </ac:spMkLst>
        </pc:spChg>
      </pc:sldChg>
      <pc:sldChg chg="modSp">
        <pc:chgData name="Tal R." userId="03e9e69c0e8a7741" providerId="LiveId" clId="{7E8451C7-0DB5-4F3D-8DC4-447DBD27B8B8}" dt="2025-12-17T08:25:41.150" v="1273" actId="113"/>
        <pc:sldMkLst>
          <pc:docMk/>
          <pc:sldMk cId="372746203" sldId="827"/>
        </pc:sldMkLst>
        <pc:spChg chg="mod">
          <ac:chgData name="Tal R." userId="03e9e69c0e8a7741" providerId="LiveId" clId="{7E8451C7-0DB5-4F3D-8DC4-447DBD27B8B8}" dt="2025-12-17T08:24:46.189" v="1269"/>
          <ac:spMkLst>
            <pc:docMk/>
            <pc:sldMk cId="372746203" sldId="827"/>
            <ac:spMk id="2" creationId="{73EE33B1-2BA4-2514-7E6C-D5FEE55B0B2C}"/>
          </ac:spMkLst>
        </pc:spChg>
        <pc:spChg chg="mod">
          <ac:chgData name="Tal R." userId="03e9e69c0e8a7741" providerId="LiveId" clId="{7E8451C7-0DB5-4F3D-8DC4-447DBD27B8B8}" dt="2025-12-17T08:25:41.150" v="1273" actId="113"/>
          <ac:spMkLst>
            <pc:docMk/>
            <pc:sldMk cId="372746203" sldId="827"/>
            <ac:spMk id="3" creationId="{1E855FD1-F786-330A-BAEA-9D35FBF8BFBA}"/>
          </ac:spMkLst>
        </pc:spChg>
      </pc:sldChg>
      <pc:sldChg chg="modSp">
        <pc:chgData name="Tal R." userId="03e9e69c0e8a7741" providerId="LiveId" clId="{7E8451C7-0DB5-4F3D-8DC4-447DBD27B8B8}" dt="2025-12-17T08:26:49.669" v="1281" actId="113"/>
        <pc:sldMkLst>
          <pc:docMk/>
          <pc:sldMk cId="2174028806" sldId="828"/>
        </pc:sldMkLst>
        <pc:spChg chg="mod">
          <ac:chgData name="Tal R." userId="03e9e69c0e8a7741" providerId="LiveId" clId="{7E8451C7-0DB5-4F3D-8DC4-447DBD27B8B8}" dt="2025-12-17T08:25:58.859" v="1274"/>
          <ac:spMkLst>
            <pc:docMk/>
            <pc:sldMk cId="2174028806" sldId="828"/>
            <ac:spMk id="2" creationId="{FB75194C-6747-8F50-ECF9-0BA0183D9D36}"/>
          </ac:spMkLst>
        </pc:spChg>
        <pc:spChg chg="mod">
          <ac:chgData name="Tal R." userId="03e9e69c0e8a7741" providerId="LiveId" clId="{7E8451C7-0DB5-4F3D-8DC4-447DBD27B8B8}" dt="2025-12-17T08:26:49.669" v="1281" actId="113"/>
          <ac:spMkLst>
            <pc:docMk/>
            <pc:sldMk cId="2174028806" sldId="828"/>
            <ac:spMk id="3" creationId="{6B518DC9-D064-28CD-7B49-32BC84CD93E4}"/>
          </ac:spMkLst>
        </pc:spChg>
      </pc:sldChg>
      <pc:sldChg chg="modSp">
        <pc:chgData name="Tal R." userId="03e9e69c0e8a7741" providerId="LiveId" clId="{7E8451C7-0DB5-4F3D-8DC4-447DBD27B8B8}" dt="2025-12-17T08:28:04.041" v="1288" actId="113"/>
        <pc:sldMkLst>
          <pc:docMk/>
          <pc:sldMk cId="1347051138" sldId="829"/>
        </pc:sldMkLst>
        <pc:spChg chg="mod">
          <ac:chgData name="Tal R." userId="03e9e69c0e8a7741" providerId="LiveId" clId="{7E8451C7-0DB5-4F3D-8DC4-447DBD27B8B8}" dt="2025-12-17T08:24:51.249" v="1270"/>
          <ac:spMkLst>
            <pc:docMk/>
            <pc:sldMk cId="1347051138" sldId="829"/>
            <ac:spMk id="2" creationId="{50FE11AD-754F-6233-FC6E-117AE80B1DBF}"/>
          </ac:spMkLst>
        </pc:spChg>
        <pc:spChg chg="mod">
          <ac:chgData name="Tal R." userId="03e9e69c0e8a7741" providerId="LiveId" clId="{7E8451C7-0DB5-4F3D-8DC4-447DBD27B8B8}" dt="2025-12-17T08:28:04.041" v="1288" actId="113"/>
          <ac:spMkLst>
            <pc:docMk/>
            <pc:sldMk cId="1347051138" sldId="829"/>
            <ac:spMk id="3" creationId="{BCABB659-05AE-80DF-A842-71C1D751ACD0}"/>
          </ac:spMkLst>
        </pc:spChg>
      </pc:sldChg>
      <pc:sldChg chg="modSp">
        <pc:chgData name="Tal R." userId="03e9e69c0e8a7741" providerId="LiveId" clId="{7E8451C7-0DB5-4F3D-8DC4-447DBD27B8B8}" dt="2025-12-17T08:32:20.030" v="1305" actId="113"/>
        <pc:sldMkLst>
          <pc:docMk/>
          <pc:sldMk cId="4135901216" sldId="830"/>
        </pc:sldMkLst>
        <pc:spChg chg="mod">
          <ac:chgData name="Tal R." userId="03e9e69c0e8a7741" providerId="LiveId" clId="{7E8451C7-0DB5-4F3D-8DC4-447DBD27B8B8}" dt="2025-12-17T08:28:18.962" v="1289"/>
          <ac:spMkLst>
            <pc:docMk/>
            <pc:sldMk cId="4135901216" sldId="830"/>
            <ac:spMk id="2" creationId="{690B55E8-D30C-71E0-0900-7AA7E7871EE2}"/>
          </ac:spMkLst>
        </pc:spChg>
        <pc:spChg chg="mod">
          <ac:chgData name="Tal R." userId="03e9e69c0e8a7741" providerId="LiveId" clId="{7E8451C7-0DB5-4F3D-8DC4-447DBD27B8B8}" dt="2025-12-17T08:32:20.030" v="1305" actId="113"/>
          <ac:spMkLst>
            <pc:docMk/>
            <pc:sldMk cId="4135901216" sldId="830"/>
            <ac:spMk id="3" creationId="{78D1624A-A8C4-741D-B418-B9971733AB70}"/>
          </ac:spMkLst>
        </pc:spChg>
      </pc:sldChg>
      <pc:sldChg chg="modSp mod">
        <pc:chgData name="Tal R." userId="03e9e69c0e8a7741" providerId="LiveId" clId="{7E8451C7-0DB5-4F3D-8DC4-447DBD27B8B8}" dt="2025-12-17T08:33:46.907" v="1322" actId="113"/>
        <pc:sldMkLst>
          <pc:docMk/>
          <pc:sldMk cId="3213315421" sldId="831"/>
        </pc:sldMkLst>
        <pc:spChg chg="mod">
          <ac:chgData name="Tal R." userId="03e9e69c0e8a7741" providerId="LiveId" clId="{7E8451C7-0DB5-4F3D-8DC4-447DBD27B8B8}" dt="2025-12-17T08:28:23.231" v="1290"/>
          <ac:spMkLst>
            <pc:docMk/>
            <pc:sldMk cId="3213315421" sldId="831"/>
            <ac:spMk id="2" creationId="{6020E325-8F6A-BDA6-996B-497E49606F6A}"/>
          </ac:spMkLst>
        </pc:spChg>
        <pc:spChg chg="mod">
          <ac:chgData name="Tal R." userId="03e9e69c0e8a7741" providerId="LiveId" clId="{7E8451C7-0DB5-4F3D-8DC4-447DBD27B8B8}" dt="2025-12-17T08:33:46.907" v="1322" actId="113"/>
          <ac:spMkLst>
            <pc:docMk/>
            <pc:sldMk cId="3213315421" sldId="831"/>
            <ac:spMk id="3" creationId="{57679522-750E-0CA1-8C13-7FC61E68677C}"/>
          </ac:spMkLst>
        </pc:spChg>
      </pc:sldChg>
      <pc:sldChg chg="modSp add modAnim">
        <pc:chgData name="Tal R." userId="03e9e69c0e8a7741" providerId="LiveId" clId="{7E8451C7-0DB5-4F3D-8DC4-447DBD27B8B8}" dt="2025-12-17T10:03:32.744" v="2237" actId="20577"/>
        <pc:sldMkLst>
          <pc:docMk/>
          <pc:sldMk cId="1259894932" sldId="833"/>
        </pc:sldMkLst>
        <pc:spChg chg="mod">
          <ac:chgData name="Tal R." userId="03e9e69c0e8a7741" providerId="LiveId" clId="{7E8451C7-0DB5-4F3D-8DC4-447DBD27B8B8}" dt="2025-12-17T10:03:32.744" v="2237" actId="20577"/>
          <ac:spMkLst>
            <pc:docMk/>
            <pc:sldMk cId="1259894932" sldId="833"/>
            <ac:spMk id="3" creationId="{AACD1CBB-9A36-50EB-4DF6-AD62401D1A56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2-24T17:17:24.805" v="18475" actId="47"/>
      <pc:docMkLst>
        <pc:docMk/>
      </pc:docMkLst>
      <pc:sldChg chg="delSp modSp mod">
        <pc:chgData name="Tal R." userId="03e9e69c0e8a7741" providerId="LiveId" clId="{012321CB-D30F-40A1-894C-E46D43B30E68}" dt="2025-12-16T09:41:57.255" v="13108" actId="478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2-16T09:41:45.960" v="13107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addSp delSp modSp mod addAnim delAnim modAnim">
        <pc:chgData name="Tal R." userId="03e9e69c0e8a7741" providerId="LiveId" clId="{012321CB-D30F-40A1-894C-E46D43B30E68}" dt="2025-12-16T18:37:50.146" v="16077" actId="1076"/>
        <pc:sldMkLst>
          <pc:docMk/>
          <pc:sldMk cId="225474920" sldId="816"/>
        </pc:sldMkLst>
        <pc:spChg chg="mod">
          <ac:chgData name="Tal R." userId="03e9e69c0e8a7741" providerId="LiveId" clId="{012321CB-D30F-40A1-894C-E46D43B30E68}" dt="2025-12-16T09:45:49.809" v="13166" actId="20577"/>
          <ac:spMkLst>
            <pc:docMk/>
            <pc:sldMk cId="225474920" sldId="816"/>
            <ac:spMk id="2" creationId="{7A8D766D-E294-A129-1705-3671D8954BF8}"/>
          </ac:spMkLst>
        </pc:spChg>
        <pc:spChg chg="add del mod">
          <ac:chgData name="Tal R." userId="03e9e69c0e8a7741" providerId="LiveId" clId="{012321CB-D30F-40A1-894C-E46D43B30E68}" dt="2025-12-16T14:24:09.619" v="13912" actId="20577"/>
          <ac:spMkLst>
            <pc:docMk/>
            <pc:sldMk cId="225474920" sldId="816"/>
            <ac:spMk id="3" creationId="{4A55E0EB-BFD7-C9A1-8CAE-8C054552E128}"/>
          </ac:spMkLst>
        </pc:spChg>
        <pc:picChg chg="add mod modCrop">
          <ac:chgData name="Tal R." userId="03e9e69c0e8a7741" providerId="LiveId" clId="{012321CB-D30F-40A1-894C-E46D43B30E68}" dt="2025-12-16T18:37:50.146" v="16077" actId="1076"/>
          <ac:picMkLst>
            <pc:docMk/>
            <pc:sldMk cId="225474920" sldId="816"/>
            <ac:picMk id="6" creationId="{462E36C8-13AF-DCE2-936F-84193275C219}"/>
          </ac:picMkLst>
        </pc:picChg>
      </pc:sldChg>
      <pc:sldChg chg="addSp delSp modSp add mod">
        <pc:chgData name="Tal R." userId="03e9e69c0e8a7741" providerId="LiveId" clId="{012321CB-D30F-40A1-894C-E46D43B30E68}" dt="2025-12-16T22:15:27.644" v="17986" actId="22"/>
        <pc:sldMkLst>
          <pc:docMk/>
          <pc:sldMk cId="3091931085" sldId="817"/>
        </pc:sldMkLst>
        <pc:graphicFrameChg chg="mod">
          <ac:chgData name="Tal R." userId="03e9e69c0e8a7741" providerId="LiveId" clId="{012321CB-D30F-40A1-894C-E46D43B30E68}" dt="2025-12-16T16:24:05.483" v="14151" actId="1076"/>
          <ac:graphicFrameMkLst>
            <pc:docMk/>
            <pc:sldMk cId="3091931085" sldId="817"/>
            <ac:graphicFrameMk id="4" creationId="{0AD922AE-1A03-FB17-259C-1F3858858236}"/>
          </ac:graphicFrameMkLst>
        </pc:graphicFrameChg>
      </pc:sldChg>
      <pc:sldChg chg="modSp add mod modAnim">
        <pc:chgData name="Tal R." userId="03e9e69c0e8a7741" providerId="LiveId" clId="{012321CB-D30F-40A1-894C-E46D43B30E68}" dt="2025-12-16T16:23:51.756" v="14148" actId="1076"/>
        <pc:sldMkLst>
          <pc:docMk/>
          <pc:sldMk cId="2440046813" sldId="818"/>
        </pc:sldMkLst>
        <pc:spChg chg="mod ord">
          <ac:chgData name="Tal R." userId="03e9e69c0e8a7741" providerId="LiveId" clId="{012321CB-D30F-40A1-894C-E46D43B30E68}" dt="2025-12-16T16:22:10.310" v="13981" actId="166"/>
          <ac:spMkLst>
            <pc:docMk/>
            <pc:sldMk cId="2440046813" sldId="818"/>
            <ac:spMk id="3" creationId="{B17B0700-1B84-141C-16E6-D1EA697DB8DC}"/>
          </ac:spMkLst>
        </pc:spChg>
        <pc:graphicFrameChg chg="mod ord modGraphic">
          <ac:chgData name="Tal R." userId="03e9e69c0e8a7741" providerId="LiveId" clId="{012321CB-D30F-40A1-894C-E46D43B30E68}" dt="2025-12-16T16:23:51.756" v="14148" actId="1076"/>
          <ac:graphicFrameMkLst>
            <pc:docMk/>
            <pc:sldMk cId="2440046813" sldId="818"/>
            <ac:graphicFrameMk id="4" creationId="{7A0732C9-D74D-BAB4-7396-7D78B785DCF2}"/>
          </ac:graphicFrameMkLst>
        </pc:graphicFrameChg>
      </pc:sldChg>
      <pc:sldChg chg="modSp add mod">
        <pc:chgData name="Tal R." userId="03e9e69c0e8a7741" providerId="LiveId" clId="{012321CB-D30F-40A1-894C-E46D43B30E68}" dt="2025-12-16T16:40:39.184" v="14567" actId="20577"/>
        <pc:sldMkLst>
          <pc:docMk/>
          <pc:sldMk cId="2338798404" sldId="819"/>
        </pc:sldMkLst>
        <pc:spChg chg="mod">
          <ac:chgData name="Tal R." userId="03e9e69c0e8a7741" providerId="LiveId" clId="{012321CB-D30F-40A1-894C-E46D43B30E68}" dt="2025-12-16T16:40:39.184" v="14567" actId="20577"/>
          <ac:spMkLst>
            <pc:docMk/>
            <pc:sldMk cId="2338798404" sldId="819"/>
            <ac:spMk id="3" creationId="{BECCF592-A699-3021-4231-F02C70D50734}"/>
          </ac:spMkLst>
        </pc:spChg>
        <pc:graphicFrameChg chg="modGraphic">
          <ac:chgData name="Tal R." userId="03e9e69c0e8a7741" providerId="LiveId" clId="{012321CB-D30F-40A1-894C-E46D43B30E68}" dt="2025-12-16T16:28:20.487" v="14382" actId="20577"/>
          <ac:graphicFrameMkLst>
            <pc:docMk/>
            <pc:sldMk cId="2338798404" sldId="819"/>
            <ac:graphicFrameMk id="4" creationId="{D9E98824-DF35-60C3-DB7A-B8A1158D2079}"/>
          </ac:graphicFrameMkLst>
        </pc:graphicFrameChg>
      </pc:sldChg>
      <pc:sldChg chg="addSp delSp modSp add mod addAnim delAnim modAnim">
        <pc:chgData name="Tal R." userId="03e9e69c0e8a7741" providerId="LiveId" clId="{012321CB-D30F-40A1-894C-E46D43B30E68}" dt="2025-12-16T16:48:43.360" v="14688" actId="692"/>
        <pc:sldMkLst>
          <pc:docMk/>
          <pc:sldMk cId="1422595723" sldId="820"/>
        </pc:sldMkLst>
        <pc:spChg chg="add mod">
          <ac:chgData name="Tal R." userId="03e9e69c0e8a7741" providerId="LiveId" clId="{012321CB-D30F-40A1-894C-E46D43B30E68}" dt="2025-12-16T16:48:43.360" v="14688" actId="692"/>
          <ac:spMkLst>
            <pc:docMk/>
            <pc:sldMk cId="1422595723" sldId="820"/>
            <ac:spMk id="8" creationId="{62F6E27E-73B1-C34E-2E2B-2E2527B3472D}"/>
          </ac:spMkLst>
        </pc:spChg>
        <pc:spChg chg="add mod">
          <ac:chgData name="Tal R." userId="03e9e69c0e8a7741" providerId="LiveId" clId="{012321CB-D30F-40A1-894C-E46D43B30E68}" dt="2025-12-16T16:48:43.360" v="14688" actId="692"/>
          <ac:spMkLst>
            <pc:docMk/>
            <pc:sldMk cId="1422595723" sldId="820"/>
            <ac:spMk id="9" creationId="{89BE632B-B35E-4646-3D9C-1EBF688EA0B8}"/>
          </ac:spMkLst>
        </pc:spChg>
        <pc:spChg chg="add mod">
          <ac:chgData name="Tal R." userId="03e9e69c0e8a7741" providerId="LiveId" clId="{012321CB-D30F-40A1-894C-E46D43B30E68}" dt="2025-12-16T16:48:43.360" v="14688" actId="692"/>
          <ac:spMkLst>
            <pc:docMk/>
            <pc:sldMk cId="1422595723" sldId="820"/>
            <ac:spMk id="10" creationId="{60BF9D95-3AEB-8EEE-51E5-46D3C74FBED6}"/>
          </ac:spMkLst>
        </pc:spChg>
        <pc:graphicFrameChg chg="add mod modGraphic">
          <ac:chgData name="Tal R." userId="03e9e69c0e8a7741" providerId="LiveId" clId="{012321CB-D30F-40A1-894C-E46D43B30E68}" dt="2025-12-16T16:44:33.993" v="14664" actId="3062"/>
          <ac:graphicFrameMkLst>
            <pc:docMk/>
            <pc:sldMk cId="1422595723" sldId="820"/>
            <ac:graphicFrameMk id="5" creationId="{2EC28B66-84C0-ADB4-D7BF-1337F23F1413}"/>
          </ac:graphicFrameMkLst>
        </pc:graphicFrameChg>
      </pc:sldChg>
      <pc:sldChg chg="modSp add modAnim">
        <pc:chgData name="Tal R." userId="03e9e69c0e8a7741" providerId="LiveId" clId="{012321CB-D30F-40A1-894C-E46D43B30E68}" dt="2025-12-16T17:09:52.358" v="15091" actId="20577"/>
        <pc:sldMkLst>
          <pc:docMk/>
          <pc:sldMk cId="851530981" sldId="821"/>
        </pc:sldMkLst>
        <pc:spChg chg="mod">
          <ac:chgData name="Tal R." userId="03e9e69c0e8a7741" providerId="LiveId" clId="{012321CB-D30F-40A1-894C-E46D43B30E68}" dt="2025-12-16T17:09:52.358" v="15091" actId="20577"/>
          <ac:spMkLst>
            <pc:docMk/>
            <pc:sldMk cId="851530981" sldId="821"/>
            <ac:spMk id="3" creationId="{F6077A47-3682-84ED-7B4B-9DD87F697543}"/>
          </ac:spMkLst>
        </pc:spChg>
      </pc:sldChg>
      <pc:sldChg chg="modSp add mod modAnim">
        <pc:chgData name="Tal R." userId="03e9e69c0e8a7741" providerId="LiveId" clId="{012321CB-D30F-40A1-894C-E46D43B30E68}" dt="2025-12-16T21:43:39.207" v="16859"/>
        <pc:sldMkLst>
          <pc:docMk/>
          <pc:sldMk cId="2042558098" sldId="822"/>
        </pc:sldMkLst>
        <pc:spChg chg="mod">
          <ac:chgData name="Tal R." userId="03e9e69c0e8a7741" providerId="LiveId" clId="{012321CB-D30F-40A1-894C-E46D43B30E68}" dt="2025-12-16T21:14:28.703" v="16523" actId="20577"/>
          <ac:spMkLst>
            <pc:docMk/>
            <pc:sldMk cId="2042558098" sldId="822"/>
            <ac:spMk id="2" creationId="{AEEDBB95-36CF-6C3B-0B06-2B100A9C8C52}"/>
          </ac:spMkLst>
        </pc:spChg>
        <pc:spChg chg="mod">
          <ac:chgData name="Tal R." userId="03e9e69c0e8a7741" providerId="LiveId" clId="{012321CB-D30F-40A1-894C-E46D43B30E68}" dt="2025-12-16T21:43:39.207" v="16859"/>
          <ac:spMkLst>
            <pc:docMk/>
            <pc:sldMk cId="2042558098" sldId="822"/>
            <ac:spMk id="3" creationId="{92DCA21C-BBAE-B288-6FC3-EDE3C7E29B9E}"/>
          </ac:spMkLst>
        </pc:spChg>
      </pc:sldChg>
      <pc:sldChg chg="addSp modSp add mod modAnim">
        <pc:chgData name="Tal R." userId="03e9e69c0e8a7741" providerId="LiveId" clId="{012321CB-D30F-40A1-894C-E46D43B30E68}" dt="2025-12-16T21:48:59.337" v="16917" actId="20577"/>
        <pc:sldMkLst>
          <pc:docMk/>
          <pc:sldMk cId="1430195461" sldId="823"/>
        </pc:sldMkLst>
        <pc:spChg chg="mod">
          <ac:chgData name="Tal R." userId="03e9e69c0e8a7741" providerId="LiveId" clId="{012321CB-D30F-40A1-894C-E46D43B30E68}" dt="2025-12-16T21:48:59.337" v="16917" actId="20577"/>
          <ac:spMkLst>
            <pc:docMk/>
            <pc:sldMk cId="1430195461" sldId="823"/>
            <ac:spMk id="2" creationId="{2CE2482C-AD5A-616E-04D1-E2848C87F2BF}"/>
          </ac:spMkLst>
        </pc:spChg>
        <pc:spChg chg="mod">
          <ac:chgData name="Tal R." userId="03e9e69c0e8a7741" providerId="LiveId" clId="{012321CB-D30F-40A1-894C-E46D43B30E68}" dt="2025-12-16T21:39:07.459" v="16783" actId="20577"/>
          <ac:spMkLst>
            <pc:docMk/>
            <pc:sldMk cId="1430195461" sldId="823"/>
            <ac:spMk id="3" creationId="{3FE2EE9A-0637-0067-F62B-D666BBE1551A}"/>
          </ac:spMkLst>
        </pc:spChg>
        <pc:picChg chg="add mod ord modCrop">
          <ac:chgData name="Tal R." userId="03e9e69c0e8a7741" providerId="LiveId" clId="{012321CB-D30F-40A1-894C-E46D43B30E68}" dt="2025-12-16T21:38:26.994" v="16771" actId="167"/>
          <ac:picMkLst>
            <pc:docMk/>
            <pc:sldMk cId="1430195461" sldId="823"/>
            <ac:picMk id="5" creationId="{57A5742F-C7BE-6E04-AC1D-3F4460EAA68A}"/>
          </ac:picMkLst>
        </pc:picChg>
      </pc:sldChg>
      <pc:sldChg chg="modSp add modAnim">
        <pc:chgData name="Tal R." userId="03e9e69c0e8a7741" providerId="LiveId" clId="{012321CB-D30F-40A1-894C-E46D43B30E68}" dt="2025-12-16T21:45:23.824" v="16898" actId="20577"/>
        <pc:sldMkLst>
          <pc:docMk/>
          <pc:sldMk cId="1279147743" sldId="824"/>
        </pc:sldMkLst>
        <pc:spChg chg="mod">
          <ac:chgData name="Tal R." userId="03e9e69c0e8a7741" providerId="LiveId" clId="{012321CB-D30F-40A1-894C-E46D43B30E68}" dt="2025-12-16T21:14:32.162" v="16524"/>
          <ac:spMkLst>
            <pc:docMk/>
            <pc:sldMk cId="1279147743" sldId="824"/>
            <ac:spMk id="2" creationId="{DAD6C901-0740-E460-81D2-9A2A8A41122B}"/>
          </ac:spMkLst>
        </pc:spChg>
        <pc:spChg chg="mod">
          <ac:chgData name="Tal R." userId="03e9e69c0e8a7741" providerId="LiveId" clId="{012321CB-D30F-40A1-894C-E46D43B30E68}" dt="2025-12-16T21:45:23.824" v="16898" actId="20577"/>
          <ac:spMkLst>
            <pc:docMk/>
            <pc:sldMk cId="1279147743" sldId="824"/>
            <ac:spMk id="3" creationId="{41EC90F1-E646-B9E2-C64A-4C7FA92AD657}"/>
          </ac:spMkLst>
        </pc:spChg>
      </pc:sldChg>
      <pc:sldChg chg="modSp add mod ord modAnim">
        <pc:chgData name="Tal R." userId="03e9e69c0e8a7741" providerId="LiveId" clId="{012321CB-D30F-40A1-894C-E46D43B30E68}" dt="2025-12-17T06:50:38.817" v="18122" actId="6549"/>
        <pc:sldMkLst>
          <pc:docMk/>
          <pc:sldMk cId="1380005059" sldId="825"/>
        </pc:sldMkLst>
        <pc:spChg chg="mod">
          <ac:chgData name="Tal R." userId="03e9e69c0e8a7741" providerId="LiveId" clId="{012321CB-D30F-40A1-894C-E46D43B30E68}" dt="2025-12-16T21:49:02.767" v="16918"/>
          <ac:spMkLst>
            <pc:docMk/>
            <pc:sldMk cId="1380005059" sldId="825"/>
            <ac:spMk id="2" creationId="{294E62AE-B83E-4ADF-7A8D-464E6C1AAA30}"/>
          </ac:spMkLst>
        </pc:spChg>
        <pc:spChg chg="mod">
          <ac:chgData name="Tal R." userId="03e9e69c0e8a7741" providerId="LiveId" clId="{012321CB-D30F-40A1-894C-E46D43B30E68}" dt="2025-12-17T06:50:38.817" v="18122" actId="6549"/>
          <ac:spMkLst>
            <pc:docMk/>
            <pc:sldMk cId="1380005059" sldId="825"/>
            <ac:spMk id="3" creationId="{ED44EEBC-1492-EEA7-1C19-21CD63BA3E0C}"/>
          </ac:spMkLst>
        </pc:spChg>
      </pc:sldChg>
      <pc:sldChg chg="modSp add mod modAnim">
        <pc:chgData name="Tal R." userId="03e9e69c0e8a7741" providerId="LiveId" clId="{012321CB-D30F-40A1-894C-E46D43B30E68}" dt="2025-12-17T06:48:52.679" v="18089" actId="14100"/>
        <pc:sldMkLst>
          <pc:docMk/>
          <pc:sldMk cId="2650753241" sldId="826"/>
        </pc:sldMkLst>
        <pc:spChg chg="mod">
          <ac:chgData name="Tal R." userId="03e9e69c0e8a7741" providerId="LiveId" clId="{012321CB-D30F-40A1-894C-E46D43B30E68}" dt="2025-12-16T21:49:05.455" v="16919"/>
          <ac:spMkLst>
            <pc:docMk/>
            <pc:sldMk cId="2650753241" sldId="826"/>
            <ac:spMk id="2" creationId="{DC1B2D43-A4E2-BFF3-931B-9134735E0D0A}"/>
          </ac:spMkLst>
        </pc:spChg>
        <pc:spChg chg="mod">
          <ac:chgData name="Tal R." userId="03e9e69c0e8a7741" providerId="LiveId" clId="{012321CB-D30F-40A1-894C-E46D43B30E68}" dt="2025-12-17T06:48:52.679" v="18089" actId="14100"/>
          <ac:spMkLst>
            <pc:docMk/>
            <pc:sldMk cId="2650753241" sldId="826"/>
            <ac:spMk id="3" creationId="{66B67CD9-F916-ED52-2198-2D78D0C9F5A3}"/>
          </ac:spMkLst>
        </pc:spChg>
      </pc:sldChg>
      <pc:sldChg chg="add">
        <pc:chgData name="Tal R." userId="03e9e69c0e8a7741" providerId="LiveId" clId="{012321CB-D30F-40A1-894C-E46D43B30E68}" dt="2025-12-16T22:15:37.869" v="17988"/>
        <pc:sldMkLst>
          <pc:docMk/>
          <pc:sldMk cId="372746203" sldId="827"/>
        </pc:sldMkLst>
      </pc:sldChg>
      <pc:sldChg chg="modSp add mod modAnim">
        <pc:chgData name="Tal R." userId="03e9e69c0e8a7741" providerId="LiveId" clId="{012321CB-D30F-40A1-894C-E46D43B30E68}" dt="2025-12-16T22:10:45.985" v="17879" actId="6549"/>
        <pc:sldMkLst>
          <pc:docMk/>
          <pc:sldMk cId="2174028806" sldId="828"/>
        </pc:sldMkLst>
        <pc:spChg chg="mod">
          <ac:chgData name="Tal R." userId="03e9e69c0e8a7741" providerId="LiveId" clId="{012321CB-D30F-40A1-894C-E46D43B30E68}" dt="2025-12-16T22:10:45.985" v="17879" actId="6549"/>
          <ac:spMkLst>
            <pc:docMk/>
            <pc:sldMk cId="2174028806" sldId="828"/>
            <ac:spMk id="3" creationId="{6B518DC9-D064-28CD-7B49-32BC84CD93E4}"/>
          </ac:spMkLst>
        </pc:spChg>
      </pc:sldChg>
      <pc:sldChg chg="add">
        <pc:chgData name="Tal R." userId="03e9e69c0e8a7741" providerId="LiveId" clId="{012321CB-D30F-40A1-894C-E46D43B30E68}" dt="2025-12-16T22:15:37.869" v="17988"/>
        <pc:sldMkLst>
          <pc:docMk/>
          <pc:sldMk cId="1347051138" sldId="829"/>
        </pc:sldMkLst>
      </pc:sldChg>
      <pc:sldChg chg="modSp add ord modAnim">
        <pc:chgData name="Tal R." userId="03e9e69c0e8a7741" providerId="LiveId" clId="{012321CB-D30F-40A1-894C-E46D43B30E68}" dt="2025-12-16T22:18:24.044" v="18016" actId="20577"/>
        <pc:sldMkLst>
          <pc:docMk/>
          <pc:sldMk cId="4135901216" sldId="830"/>
        </pc:sldMkLst>
        <pc:spChg chg="mod">
          <ac:chgData name="Tal R." userId="03e9e69c0e8a7741" providerId="LiveId" clId="{012321CB-D30F-40A1-894C-E46D43B30E68}" dt="2025-12-16T22:18:24.044" v="18016" actId="20577"/>
          <ac:spMkLst>
            <pc:docMk/>
            <pc:sldMk cId="4135901216" sldId="830"/>
            <ac:spMk id="3" creationId="{78D1624A-A8C4-741D-B418-B9971733AB70}"/>
          </ac:spMkLst>
        </pc:spChg>
      </pc:sldChg>
      <pc:sldChg chg="modSp add ord modAnim">
        <pc:chgData name="Tal R." userId="03e9e69c0e8a7741" providerId="LiveId" clId="{012321CB-D30F-40A1-894C-E46D43B30E68}" dt="2025-12-16T22:23:23.846" v="18056" actId="20577"/>
        <pc:sldMkLst>
          <pc:docMk/>
          <pc:sldMk cId="3213315421" sldId="831"/>
        </pc:sldMkLst>
        <pc:spChg chg="mod">
          <ac:chgData name="Tal R." userId="03e9e69c0e8a7741" providerId="LiveId" clId="{012321CB-D30F-40A1-894C-E46D43B30E68}" dt="2025-12-16T22:23:23.846" v="18056" actId="20577"/>
          <ac:spMkLst>
            <pc:docMk/>
            <pc:sldMk cId="3213315421" sldId="831"/>
            <ac:spMk id="3" creationId="{57679522-750E-0CA1-8C13-7FC61E68677C}"/>
          </ac:spMkLst>
        </pc:spChg>
      </pc:sldChg>
      <pc:sldChg chg="modSp add mod modAnim">
        <pc:chgData name="Tal R." userId="03e9e69c0e8a7741" providerId="LiveId" clId="{012321CB-D30F-40A1-894C-E46D43B30E68}" dt="2025-12-16T22:28:17.176" v="18088"/>
        <pc:sldMkLst>
          <pc:docMk/>
          <pc:sldMk cId="2817192601" sldId="832"/>
        </pc:sldMkLst>
        <pc:spChg chg="mod">
          <ac:chgData name="Tal R." userId="03e9e69c0e8a7741" providerId="LiveId" clId="{012321CB-D30F-40A1-894C-E46D43B30E68}" dt="2025-12-16T22:28:17.176" v="18088"/>
          <ac:spMkLst>
            <pc:docMk/>
            <pc:sldMk cId="2817192601" sldId="832"/>
            <ac:spMk id="3" creationId="{2CC3F1E8-49B6-D66C-6082-60A353993192}"/>
          </ac:spMkLst>
        </pc:spChg>
      </pc:sldChg>
      <pc:sldChg chg="modSp add del mod modAnim">
        <pc:chgData name="Tal R." userId="03e9e69c0e8a7741" providerId="LiveId" clId="{012321CB-D30F-40A1-894C-E46D43B30E68}" dt="2025-12-24T17:17:24.805" v="18475" actId="47"/>
        <pc:sldMkLst>
          <pc:docMk/>
          <pc:sldMk cId="150751221" sldId="834"/>
        </pc:sldMkLst>
        <pc:spChg chg="mod">
          <ac:chgData name="Tal R." userId="03e9e69c0e8a7741" providerId="LiveId" clId="{012321CB-D30F-40A1-894C-E46D43B30E68}" dt="2025-12-24T05:50:42.299" v="18414" actId="20577"/>
          <ac:spMkLst>
            <pc:docMk/>
            <pc:sldMk cId="150751221" sldId="834"/>
            <ac:spMk id="2" creationId="{DF560245-5BC0-FDE9-BF47-4670DE913263}"/>
          </ac:spMkLst>
        </pc:spChg>
        <pc:spChg chg="mod">
          <ac:chgData name="Tal R." userId="03e9e69c0e8a7741" providerId="LiveId" clId="{012321CB-D30F-40A1-894C-E46D43B30E68}" dt="2025-12-24T05:52:07.811" v="18474" actId="20577"/>
          <ac:spMkLst>
            <pc:docMk/>
            <pc:sldMk cId="150751221" sldId="834"/>
            <ac:spMk id="3" creationId="{48146BAF-CD12-AAEB-E63A-B227C48C824D}"/>
          </ac:spMkLst>
        </pc:spChg>
      </pc:sldChg>
      <pc:sldMasterChg chg="delSldLayout modSldLayout">
        <pc:chgData name="Tal R." userId="03e9e69c0e8a7741" providerId="LiveId" clId="{012321CB-D30F-40A1-894C-E46D43B30E68}" dt="2025-12-16T12:03:32.949" v="13842" actId="14861"/>
        <pc:sldMasterMkLst>
          <pc:docMk/>
          <pc:sldMasterMk cId="443307082" sldId="2147483648"/>
        </pc:sldMasterMkLst>
        <pc:sldLayoutChg chg="modSp mod">
          <pc:chgData name="Tal R." userId="03e9e69c0e8a7741" providerId="LiveId" clId="{012321CB-D30F-40A1-894C-E46D43B30E68}" dt="2025-12-16T12:03:32.949" v="13842" actId="14861"/>
          <pc:sldLayoutMkLst>
            <pc:docMk/>
            <pc:sldMasterMk cId="443307082" sldId="2147483648"/>
            <pc:sldLayoutMk cId="197145588" sldId="2147483649"/>
          </pc:sldLayoutMkLst>
          <pc:picChg chg="mod modCrop">
            <ac:chgData name="Tal R." userId="03e9e69c0e8a7741" providerId="LiveId" clId="{012321CB-D30F-40A1-894C-E46D43B30E68}" dt="2025-12-16T12:03:32.949" v="13842" actId="14861"/>
            <ac:picMkLst>
              <pc:docMk/>
              <pc:sldMasterMk cId="443307082" sldId="2147483648"/>
              <pc:sldLayoutMk cId="197145588" sldId="2147483649"/>
              <ac:picMk id="6" creationId="{8B2F18ED-7451-038C-1D76-A9F0FDCAE08D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278F5B-1F28-462B-AB01-C3751E35AD0A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553E9A54-7D79-41DF-A635-D2CE7C91F117}">
      <dgm:prSet phldrT="[Text]" phldr="0"/>
      <dgm:spPr/>
      <dgm:t>
        <a:bodyPr anchor="ctr" anchorCtr="0"/>
        <a:lstStyle/>
        <a:p>
          <a:pPr rtl="1"/>
          <a:r>
            <a:rPr lang="he-IL" dirty="0"/>
            <a:t>קוד קצר וברור</a:t>
          </a:r>
        </a:p>
        <a:p>
          <a:pPr rtl="1"/>
          <a:r>
            <a:rPr lang="he-IL" dirty="0"/>
            <a:t>קל לדבג</a:t>
          </a:r>
        </a:p>
        <a:p>
          <a:pPr rtl="1"/>
          <a:r>
            <a:rPr lang="he-IL" dirty="0"/>
            <a:t>ללא סנכרון</a:t>
          </a:r>
        </a:p>
      </dgm:t>
    </dgm:pt>
    <dgm:pt modelId="{014E052C-CD1E-4B20-A3D6-84DD1656AB0D}" type="par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9643335B-DA34-481A-A4C1-404FF1AE3FA1}" type="sib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7DBCA259-5EC2-485D-8F61-B0E529144ACA}">
      <dgm:prSet phldrT="[Text]" phldr="0"/>
      <dgm:spPr/>
      <dgm:t>
        <a:bodyPr anchor="ctr" anchorCtr="0"/>
        <a:lstStyle/>
        <a:p>
          <a:pPr rtl="1"/>
          <a:r>
            <a:rPr lang="he-IL" dirty="0"/>
            <a:t>אין מקביליות</a:t>
          </a:r>
        </a:p>
        <a:p>
          <a:pPr rtl="1"/>
          <a:r>
            <a:rPr lang="he-IL" dirty="0"/>
            <a:t>לקוח איטי חוסם </a:t>
          </a:r>
        </a:p>
        <a:p>
          <a:pPr rtl="1"/>
          <a:r>
            <a:rPr lang="he-IL" dirty="0"/>
            <a:t>דיסק איטי חוסם </a:t>
          </a:r>
        </a:p>
        <a:p>
          <a:pPr rtl="1"/>
          <a:r>
            <a:rPr lang="he-IL" dirty="0"/>
            <a:t>תגובתיות לא טובה בעומס</a:t>
          </a:r>
          <a:endParaRPr lang="LID4096" dirty="0"/>
        </a:p>
      </dgm:t>
    </dgm:pt>
    <dgm:pt modelId="{4B0E6420-1900-442B-A813-0D54CAC0CD06}" type="par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3C68275C-8B7D-4D6E-A9F0-8121859DB17C}" type="sib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6B3B21C5-5CC4-406E-BE18-25ADEA3F76C7}" type="pres">
      <dgm:prSet presAssocID="{5C278F5B-1F28-462B-AB01-C3751E35AD0A}" presName="Name0" presStyleCnt="0">
        <dgm:presLayoutVars>
          <dgm:chMax val="2"/>
          <dgm:chPref val="2"/>
          <dgm:dir val="rev"/>
          <dgm:animOne/>
          <dgm:resizeHandles val="exact"/>
        </dgm:presLayoutVars>
      </dgm:prSet>
      <dgm:spPr/>
    </dgm:pt>
    <dgm:pt modelId="{59E07CDD-A420-49CC-AAB5-BAC65080529F}" type="pres">
      <dgm:prSet presAssocID="{5C278F5B-1F28-462B-AB01-C3751E35AD0A}" presName="Background" presStyleLbl="bgImgPlace1" presStyleIdx="0" presStyleCnt="1"/>
      <dgm:spPr/>
    </dgm:pt>
    <dgm:pt modelId="{C134B057-BF74-42B0-BB9A-8E592578D6AC}" type="pres">
      <dgm:prSet presAssocID="{5C278F5B-1F28-462B-AB01-C3751E35AD0A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6A2457D-4956-4FCC-997F-928E3FE99343}" type="pres">
      <dgm:prSet presAssocID="{5C278F5B-1F28-462B-AB01-C3751E35AD0A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7594134-9058-4C50-A8F9-961C1D2CFE83}" type="pres">
      <dgm:prSet presAssocID="{5C278F5B-1F28-462B-AB01-C3751E35AD0A}" presName="Plus" presStyleLbl="alignNode1" presStyleIdx="0" presStyleCnt="2"/>
      <dgm:spPr/>
    </dgm:pt>
    <dgm:pt modelId="{76F174A8-C35A-414C-BDDA-B8810A5CD98C}" type="pres">
      <dgm:prSet presAssocID="{5C278F5B-1F28-462B-AB01-C3751E35AD0A}" presName="Minus" presStyleLbl="alignNode1" presStyleIdx="1" presStyleCnt="2"/>
      <dgm:spPr/>
    </dgm:pt>
    <dgm:pt modelId="{37944800-1C28-4C97-B0E7-B5B8BE912E64}" type="pres">
      <dgm:prSet presAssocID="{5C278F5B-1F28-462B-AB01-C3751E35AD0A}" presName="Divider" presStyleLbl="parChTrans1D1" presStyleIdx="0" presStyleCnt="1"/>
      <dgm:spPr/>
    </dgm:pt>
  </dgm:ptLst>
  <dgm:cxnLst>
    <dgm:cxn modelId="{8C1E1339-DDCF-4CCF-AB8C-464BC8E5FCFC}" srcId="{5C278F5B-1F28-462B-AB01-C3751E35AD0A}" destId="{7DBCA259-5EC2-485D-8F61-B0E529144ACA}" srcOrd="1" destOrd="0" parTransId="{4B0E6420-1900-442B-A813-0D54CAC0CD06}" sibTransId="{3C68275C-8B7D-4D6E-A9F0-8121859DB17C}"/>
    <dgm:cxn modelId="{205C3286-3AAD-4526-B90F-8168D2A53981}" srcId="{5C278F5B-1F28-462B-AB01-C3751E35AD0A}" destId="{553E9A54-7D79-41DF-A635-D2CE7C91F117}" srcOrd="0" destOrd="0" parTransId="{014E052C-CD1E-4B20-A3D6-84DD1656AB0D}" sibTransId="{9643335B-DA34-481A-A4C1-404FF1AE3FA1}"/>
    <dgm:cxn modelId="{C0771E9E-2C36-48A5-9B92-2EA5EE613082}" type="presOf" srcId="{5C278F5B-1F28-462B-AB01-C3751E35AD0A}" destId="{6B3B21C5-5CC4-406E-BE18-25ADEA3F76C7}" srcOrd="0" destOrd="0" presId="urn:microsoft.com/office/officeart/2009/3/layout/PlusandMinus"/>
    <dgm:cxn modelId="{47FE7BA3-5D6E-4E15-9B4A-D0684B38E25F}" type="presOf" srcId="{7DBCA259-5EC2-485D-8F61-B0E529144ACA}" destId="{26A2457D-4956-4FCC-997F-928E3FE99343}" srcOrd="0" destOrd="0" presId="urn:microsoft.com/office/officeart/2009/3/layout/PlusandMinus"/>
    <dgm:cxn modelId="{641B4CAC-E9FF-4655-ACF0-D99973192DA4}" type="presOf" srcId="{553E9A54-7D79-41DF-A635-D2CE7C91F117}" destId="{C134B057-BF74-42B0-BB9A-8E592578D6AC}" srcOrd="0" destOrd="0" presId="urn:microsoft.com/office/officeart/2009/3/layout/PlusandMinus"/>
    <dgm:cxn modelId="{FBE14F39-8DAE-421E-9AE9-11E8C8D9124F}" type="presParOf" srcId="{6B3B21C5-5CC4-406E-BE18-25ADEA3F76C7}" destId="{59E07CDD-A420-49CC-AAB5-BAC65080529F}" srcOrd="0" destOrd="0" presId="urn:microsoft.com/office/officeart/2009/3/layout/PlusandMinus"/>
    <dgm:cxn modelId="{726A7747-2538-4BDB-9087-87C5E3C8E9F9}" type="presParOf" srcId="{6B3B21C5-5CC4-406E-BE18-25ADEA3F76C7}" destId="{C134B057-BF74-42B0-BB9A-8E592578D6AC}" srcOrd="1" destOrd="0" presId="urn:microsoft.com/office/officeart/2009/3/layout/PlusandMinus"/>
    <dgm:cxn modelId="{8FF253B9-D34E-459D-BFDD-C598CC0FE8B4}" type="presParOf" srcId="{6B3B21C5-5CC4-406E-BE18-25ADEA3F76C7}" destId="{26A2457D-4956-4FCC-997F-928E3FE99343}" srcOrd="2" destOrd="0" presId="urn:microsoft.com/office/officeart/2009/3/layout/PlusandMinus"/>
    <dgm:cxn modelId="{D9C571AD-7D14-4941-AD32-99A23335B73F}" type="presParOf" srcId="{6B3B21C5-5CC4-406E-BE18-25ADEA3F76C7}" destId="{D7594134-9058-4C50-A8F9-961C1D2CFE83}" srcOrd="3" destOrd="0" presId="urn:microsoft.com/office/officeart/2009/3/layout/PlusandMinus"/>
    <dgm:cxn modelId="{ADE26B24-6771-4E93-8DCD-56D5B767F5F9}" type="presParOf" srcId="{6B3B21C5-5CC4-406E-BE18-25ADEA3F76C7}" destId="{76F174A8-C35A-414C-BDDA-B8810A5CD98C}" srcOrd="4" destOrd="0" presId="urn:microsoft.com/office/officeart/2009/3/layout/PlusandMinus"/>
    <dgm:cxn modelId="{F5C82B22-C6A6-4940-829D-46DC54812FB7}" type="presParOf" srcId="{6B3B21C5-5CC4-406E-BE18-25ADEA3F76C7}" destId="{37944800-1C28-4C97-B0E7-B5B8BE912E64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278F5B-1F28-462B-AB01-C3751E35AD0A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553E9A54-7D79-41DF-A635-D2CE7C91F117}">
      <dgm:prSet phldrT="[Text]" phldr="0"/>
      <dgm:spPr/>
      <dgm:t>
        <a:bodyPr anchor="ctr" anchorCtr="0"/>
        <a:lstStyle/>
        <a:p>
          <a:pPr rtl="1"/>
          <a:r>
            <a:rPr lang="he-IL" dirty="0"/>
            <a:t>מקביליות פשוטה</a:t>
          </a:r>
        </a:p>
        <a:p>
          <a:pPr rtl="1"/>
          <a:r>
            <a:rPr lang="he-IL" dirty="0"/>
            <a:t>קוד קריא יחסית</a:t>
          </a:r>
        </a:p>
        <a:p>
          <a:pPr rtl="1"/>
          <a:r>
            <a:rPr lang="he-IL" dirty="0"/>
            <a:t>קל למימוש</a:t>
          </a:r>
        </a:p>
      </dgm:t>
    </dgm:pt>
    <dgm:pt modelId="{014E052C-CD1E-4B20-A3D6-84DD1656AB0D}" type="par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9643335B-DA34-481A-A4C1-404FF1AE3FA1}" type="sib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7DBCA259-5EC2-485D-8F61-B0E529144ACA}">
      <dgm:prSet phldrT="[Text]" phldr="0"/>
      <dgm:spPr/>
      <dgm:t>
        <a:bodyPr anchor="ctr" anchorCtr="0"/>
        <a:lstStyle/>
        <a:p>
          <a:pPr rtl="1"/>
          <a:r>
            <a:rPr lang="he-IL" dirty="0"/>
            <a:t>חוטים = משאב יקר</a:t>
          </a:r>
        </a:p>
        <a:p>
          <a:pPr rtl="1"/>
          <a:r>
            <a:rPr lang="he-IL" dirty="0"/>
            <a:t>מעבר קונטקסט = יקר</a:t>
          </a:r>
        </a:p>
        <a:p>
          <a:pPr rtl="1"/>
          <a:r>
            <a:rPr lang="he-IL" dirty="0"/>
            <a:t>אין מגבלה לכמות החוטים</a:t>
          </a:r>
        </a:p>
        <a:p>
          <a:pPr rtl="1"/>
          <a:r>
            <a:rPr lang="he-IL" dirty="0"/>
            <a:t>לא </a:t>
          </a:r>
          <a:r>
            <a:rPr lang="en-US" dirty="0"/>
            <a:t>scalable</a:t>
          </a:r>
        </a:p>
        <a:p>
          <a:pPr rtl="1"/>
          <a:r>
            <a:rPr lang="he-IL" dirty="0"/>
            <a:t>פגיע ל </a:t>
          </a:r>
          <a:r>
            <a:rPr lang="en-US" dirty="0"/>
            <a:t>DoS</a:t>
          </a:r>
          <a:endParaRPr lang="LID4096" dirty="0"/>
        </a:p>
      </dgm:t>
    </dgm:pt>
    <dgm:pt modelId="{4B0E6420-1900-442B-A813-0D54CAC0CD06}" type="par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3C68275C-8B7D-4D6E-A9F0-8121859DB17C}" type="sib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6B3B21C5-5CC4-406E-BE18-25ADEA3F76C7}" type="pres">
      <dgm:prSet presAssocID="{5C278F5B-1F28-462B-AB01-C3751E35AD0A}" presName="Name0" presStyleCnt="0">
        <dgm:presLayoutVars>
          <dgm:chMax val="2"/>
          <dgm:chPref val="2"/>
          <dgm:dir val="rev"/>
          <dgm:animOne/>
          <dgm:resizeHandles val="exact"/>
        </dgm:presLayoutVars>
      </dgm:prSet>
      <dgm:spPr/>
    </dgm:pt>
    <dgm:pt modelId="{59E07CDD-A420-49CC-AAB5-BAC65080529F}" type="pres">
      <dgm:prSet presAssocID="{5C278F5B-1F28-462B-AB01-C3751E35AD0A}" presName="Background" presStyleLbl="bgImgPlace1" presStyleIdx="0" presStyleCnt="1"/>
      <dgm:spPr/>
    </dgm:pt>
    <dgm:pt modelId="{C134B057-BF74-42B0-BB9A-8E592578D6AC}" type="pres">
      <dgm:prSet presAssocID="{5C278F5B-1F28-462B-AB01-C3751E35AD0A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6A2457D-4956-4FCC-997F-928E3FE99343}" type="pres">
      <dgm:prSet presAssocID="{5C278F5B-1F28-462B-AB01-C3751E35AD0A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7594134-9058-4C50-A8F9-961C1D2CFE83}" type="pres">
      <dgm:prSet presAssocID="{5C278F5B-1F28-462B-AB01-C3751E35AD0A}" presName="Plus" presStyleLbl="alignNode1" presStyleIdx="0" presStyleCnt="2"/>
      <dgm:spPr/>
    </dgm:pt>
    <dgm:pt modelId="{76F174A8-C35A-414C-BDDA-B8810A5CD98C}" type="pres">
      <dgm:prSet presAssocID="{5C278F5B-1F28-462B-AB01-C3751E35AD0A}" presName="Minus" presStyleLbl="alignNode1" presStyleIdx="1" presStyleCnt="2"/>
      <dgm:spPr/>
    </dgm:pt>
    <dgm:pt modelId="{37944800-1C28-4C97-B0E7-B5B8BE912E64}" type="pres">
      <dgm:prSet presAssocID="{5C278F5B-1F28-462B-AB01-C3751E35AD0A}" presName="Divider" presStyleLbl="parChTrans1D1" presStyleIdx="0" presStyleCnt="1"/>
      <dgm:spPr/>
    </dgm:pt>
  </dgm:ptLst>
  <dgm:cxnLst>
    <dgm:cxn modelId="{8C1E1339-DDCF-4CCF-AB8C-464BC8E5FCFC}" srcId="{5C278F5B-1F28-462B-AB01-C3751E35AD0A}" destId="{7DBCA259-5EC2-485D-8F61-B0E529144ACA}" srcOrd="1" destOrd="0" parTransId="{4B0E6420-1900-442B-A813-0D54CAC0CD06}" sibTransId="{3C68275C-8B7D-4D6E-A9F0-8121859DB17C}"/>
    <dgm:cxn modelId="{205C3286-3AAD-4526-B90F-8168D2A53981}" srcId="{5C278F5B-1F28-462B-AB01-C3751E35AD0A}" destId="{553E9A54-7D79-41DF-A635-D2CE7C91F117}" srcOrd="0" destOrd="0" parTransId="{014E052C-CD1E-4B20-A3D6-84DD1656AB0D}" sibTransId="{9643335B-DA34-481A-A4C1-404FF1AE3FA1}"/>
    <dgm:cxn modelId="{C0771E9E-2C36-48A5-9B92-2EA5EE613082}" type="presOf" srcId="{5C278F5B-1F28-462B-AB01-C3751E35AD0A}" destId="{6B3B21C5-5CC4-406E-BE18-25ADEA3F76C7}" srcOrd="0" destOrd="0" presId="urn:microsoft.com/office/officeart/2009/3/layout/PlusandMinus"/>
    <dgm:cxn modelId="{47FE7BA3-5D6E-4E15-9B4A-D0684B38E25F}" type="presOf" srcId="{7DBCA259-5EC2-485D-8F61-B0E529144ACA}" destId="{26A2457D-4956-4FCC-997F-928E3FE99343}" srcOrd="0" destOrd="0" presId="urn:microsoft.com/office/officeart/2009/3/layout/PlusandMinus"/>
    <dgm:cxn modelId="{641B4CAC-E9FF-4655-ACF0-D99973192DA4}" type="presOf" srcId="{553E9A54-7D79-41DF-A635-D2CE7C91F117}" destId="{C134B057-BF74-42B0-BB9A-8E592578D6AC}" srcOrd="0" destOrd="0" presId="urn:microsoft.com/office/officeart/2009/3/layout/PlusandMinus"/>
    <dgm:cxn modelId="{FBE14F39-8DAE-421E-9AE9-11E8C8D9124F}" type="presParOf" srcId="{6B3B21C5-5CC4-406E-BE18-25ADEA3F76C7}" destId="{59E07CDD-A420-49CC-AAB5-BAC65080529F}" srcOrd="0" destOrd="0" presId="urn:microsoft.com/office/officeart/2009/3/layout/PlusandMinus"/>
    <dgm:cxn modelId="{726A7747-2538-4BDB-9087-87C5E3C8E9F9}" type="presParOf" srcId="{6B3B21C5-5CC4-406E-BE18-25ADEA3F76C7}" destId="{C134B057-BF74-42B0-BB9A-8E592578D6AC}" srcOrd="1" destOrd="0" presId="urn:microsoft.com/office/officeart/2009/3/layout/PlusandMinus"/>
    <dgm:cxn modelId="{8FF253B9-D34E-459D-BFDD-C598CC0FE8B4}" type="presParOf" srcId="{6B3B21C5-5CC4-406E-BE18-25ADEA3F76C7}" destId="{26A2457D-4956-4FCC-997F-928E3FE99343}" srcOrd="2" destOrd="0" presId="urn:microsoft.com/office/officeart/2009/3/layout/PlusandMinus"/>
    <dgm:cxn modelId="{D9C571AD-7D14-4941-AD32-99A23335B73F}" type="presParOf" srcId="{6B3B21C5-5CC4-406E-BE18-25ADEA3F76C7}" destId="{D7594134-9058-4C50-A8F9-961C1D2CFE83}" srcOrd="3" destOrd="0" presId="urn:microsoft.com/office/officeart/2009/3/layout/PlusandMinus"/>
    <dgm:cxn modelId="{ADE26B24-6771-4E93-8DCD-56D5B767F5F9}" type="presParOf" srcId="{6B3B21C5-5CC4-406E-BE18-25ADEA3F76C7}" destId="{76F174A8-C35A-414C-BDDA-B8810A5CD98C}" srcOrd="4" destOrd="0" presId="urn:microsoft.com/office/officeart/2009/3/layout/PlusandMinus"/>
    <dgm:cxn modelId="{F5C82B22-C6A6-4940-829D-46DC54812FB7}" type="presParOf" srcId="{6B3B21C5-5CC4-406E-BE18-25ADEA3F76C7}" destId="{37944800-1C28-4C97-B0E7-B5B8BE912E64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278F5B-1F28-462B-AB01-C3751E35AD0A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553E9A54-7D79-41DF-A635-D2CE7C91F117}">
      <dgm:prSet phldrT="[Text]" phldr="0"/>
      <dgm:spPr/>
      <dgm:t>
        <a:bodyPr anchor="ctr" anchorCtr="0"/>
        <a:lstStyle/>
        <a:p>
          <a:pPr rtl="1"/>
          <a:r>
            <a:rPr lang="he-IL" dirty="0"/>
            <a:t>מקביליות נשלטת</a:t>
          </a:r>
        </a:p>
        <a:p>
          <a:pPr rtl="1"/>
          <a:r>
            <a:rPr lang="he-IL" dirty="0"/>
            <a:t>מגבלה על מספר החוטים</a:t>
          </a:r>
        </a:p>
        <a:p>
          <a:pPr rtl="1"/>
          <a:r>
            <a:rPr lang="he-IL" dirty="0"/>
            <a:t>פחות מעבר קונטקסט</a:t>
          </a:r>
        </a:p>
        <a:p>
          <a:pPr rtl="1"/>
          <a:r>
            <a:rPr lang="he-IL" dirty="0"/>
            <a:t>יותר יציב</a:t>
          </a:r>
        </a:p>
      </dgm:t>
    </dgm:pt>
    <dgm:pt modelId="{014E052C-CD1E-4B20-A3D6-84DD1656AB0D}" type="par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9643335B-DA34-481A-A4C1-404FF1AE3FA1}" type="sibTrans" cxnId="{205C3286-3AAD-4526-B90F-8168D2A53981}">
      <dgm:prSet/>
      <dgm:spPr/>
      <dgm:t>
        <a:bodyPr/>
        <a:lstStyle/>
        <a:p>
          <a:pPr rtl="1"/>
          <a:endParaRPr lang="LID4096"/>
        </a:p>
      </dgm:t>
    </dgm:pt>
    <dgm:pt modelId="{7DBCA259-5EC2-485D-8F61-B0E529144ACA}">
      <dgm:prSet phldrT="[Text]" phldr="0"/>
      <dgm:spPr/>
      <dgm:t>
        <a:bodyPr anchor="ctr" anchorCtr="0"/>
        <a:lstStyle/>
        <a:p>
          <a:pPr rtl="1"/>
          <a:r>
            <a:rPr lang="he-IL" dirty="0"/>
            <a:t>חוטים ממתינים</a:t>
          </a:r>
          <a:br>
            <a:rPr lang="en-US" dirty="0"/>
          </a:br>
          <a:r>
            <a:rPr lang="he-IL" dirty="0"/>
            <a:t>= בזבוז</a:t>
          </a:r>
        </a:p>
        <a:p>
          <a:pPr rtl="1"/>
          <a:r>
            <a:rPr lang="he-IL" dirty="0"/>
            <a:t>לקוחות איטיים</a:t>
          </a:r>
          <a:br>
            <a:rPr lang="en-US" dirty="0"/>
          </a:br>
          <a:r>
            <a:rPr lang="he-IL" dirty="0"/>
            <a:t>= שיתוק</a:t>
          </a:r>
        </a:p>
        <a:p>
          <a:pPr rtl="1"/>
          <a:r>
            <a:rPr lang="he-IL" dirty="0"/>
            <a:t>עדיין לא ממש </a:t>
          </a:r>
          <a:r>
            <a:rPr lang="en-US" dirty="0"/>
            <a:t>scalable</a:t>
          </a:r>
          <a:endParaRPr lang="LID4096" dirty="0"/>
        </a:p>
      </dgm:t>
    </dgm:pt>
    <dgm:pt modelId="{4B0E6420-1900-442B-A813-0D54CAC0CD06}" type="par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3C68275C-8B7D-4D6E-A9F0-8121859DB17C}" type="sibTrans" cxnId="{8C1E1339-DDCF-4CCF-AB8C-464BC8E5FCFC}">
      <dgm:prSet/>
      <dgm:spPr/>
      <dgm:t>
        <a:bodyPr/>
        <a:lstStyle/>
        <a:p>
          <a:pPr rtl="1"/>
          <a:endParaRPr lang="LID4096"/>
        </a:p>
      </dgm:t>
    </dgm:pt>
    <dgm:pt modelId="{6B3B21C5-5CC4-406E-BE18-25ADEA3F76C7}" type="pres">
      <dgm:prSet presAssocID="{5C278F5B-1F28-462B-AB01-C3751E35AD0A}" presName="Name0" presStyleCnt="0">
        <dgm:presLayoutVars>
          <dgm:chMax val="2"/>
          <dgm:chPref val="2"/>
          <dgm:dir val="rev"/>
          <dgm:animOne/>
          <dgm:resizeHandles val="exact"/>
        </dgm:presLayoutVars>
      </dgm:prSet>
      <dgm:spPr/>
    </dgm:pt>
    <dgm:pt modelId="{59E07CDD-A420-49CC-AAB5-BAC65080529F}" type="pres">
      <dgm:prSet presAssocID="{5C278F5B-1F28-462B-AB01-C3751E35AD0A}" presName="Background" presStyleLbl="bgImgPlace1" presStyleIdx="0" presStyleCnt="1"/>
      <dgm:spPr/>
    </dgm:pt>
    <dgm:pt modelId="{C134B057-BF74-42B0-BB9A-8E592578D6AC}" type="pres">
      <dgm:prSet presAssocID="{5C278F5B-1F28-462B-AB01-C3751E35AD0A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6A2457D-4956-4FCC-997F-928E3FE99343}" type="pres">
      <dgm:prSet presAssocID="{5C278F5B-1F28-462B-AB01-C3751E35AD0A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7594134-9058-4C50-A8F9-961C1D2CFE83}" type="pres">
      <dgm:prSet presAssocID="{5C278F5B-1F28-462B-AB01-C3751E35AD0A}" presName="Plus" presStyleLbl="alignNode1" presStyleIdx="0" presStyleCnt="2"/>
      <dgm:spPr/>
    </dgm:pt>
    <dgm:pt modelId="{76F174A8-C35A-414C-BDDA-B8810A5CD98C}" type="pres">
      <dgm:prSet presAssocID="{5C278F5B-1F28-462B-AB01-C3751E35AD0A}" presName="Minus" presStyleLbl="alignNode1" presStyleIdx="1" presStyleCnt="2"/>
      <dgm:spPr/>
    </dgm:pt>
    <dgm:pt modelId="{37944800-1C28-4C97-B0E7-B5B8BE912E64}" type="pres">
      <dgm:prSet presAssocID="{5C278F5B-1F28-462B-AB01-C3751E35AD0A}" presName="Divider" presStyleLbl="parChTrans1D1" presStyleIdx="0" presStyleCnt="1"/>
      <dgm:spPr/>
    </dgm:pt>
  </dgm:ptLst>
  <dgm:cxnLst>
    <dgm:cxn modelId="{8C1E1339-DDCF-4CCF-AB8C-464BC8E5FCFC}" srcId="{5C278F5B-1F28-462B-AB01-C3751E35AD0A}" destId="{7DBCA259-5EC2-485D-8F61-B0E529144ACA}" srcOrd="1" destOrd="0" parTransId="{4B0E6420-1900-442B-A813-0D54CAC0CD06}" sibTransId="{3C68275C-8B7D-4D6E-A9F0-8121859DB17C}"/>
    <dgm:cxn modelId="{205C3286-3AAD-4526-B90F-8168D2A53981}" srcId="{5C278F5B-1F28-462B-AB01-C3751E35AD0A}" destId="{553E9A54-7D79-41DF-A635-D2CE7C91F117}" srcOrd="0" destOrd="0" parTransId="{014E052C-CD1E-4B20-A3D6-84DD1656AB0D}" sibTransId="{9643335B-DA34-481A-A4C1-404FF1AE3FA1}"/>
    <dgm:cxn modelId="{C0771E9E-2C36-48A5-9B92-2EA5EE613082}" type="presOf" srcId="{5C278F5B-1F28-462B-AB01-C3751E35AD0A}" destId="{6B3B21C5-5CC4-406E-BE18-25ADEA3F76C7}" srcOrd="0" destOrd="0" presId="urn:microsoft.com/office/officeart/2009/3/layout/PlusandMinus"/>
    <dgm:cxn modelId="{47FE7BA3-5D6E-4E15-9B4A-D0684B38E25F}" type="presOf" srcId="{7DBCA259-5EC2-485D-8F61-B0E529144ACA}" destId="{26A2457D-4956-4FCC-997F-928E3FE99343}" srcOrd="0" destOrd="0" presId="urn:microsoft.com/office/officeart/2009/3/layout/PlusandMinus"/>
    <dgm:cxn modelId="{641B4CAC-E9FF-4655-ACF0-D99973192DA4}" type="presOf" srcId="{553E9A54-7D79-41DF-A635-D2CE7C91F117}" destId="{C134B057-BF74-42B0-BB9A-8E592578D6AC}" srcOrd="0" destOrd="0" presId="urn:microsoft.com/office/officeart/2009/3/layout/PlusandMinus"/>
    <dgm:cxn modelId="{FBE14F39-8DAE-421E-9AE9-11E8C8D9124F}" type="presParOf" srcId="{6B3B21C5-5CC4-406E-BE18-25ADEA3F76C7}" destId="{59E07CDD-A420-49CC-AAB5-BAC65080529F}" srcOrd="0" destOrd="0" presId="urn:microsoft.com/office/officeart/2009/3/layout/PlusandMinus"/>
    <dgm:cxn modelId="{726A7747-2538-4BDB-9087-87C5E3C8E9F9}" type="presParOf" srcId="{6B3B21C5-5CC4-406E-BE18-25ADEA3F76C7}" destId="{C134B057-BF74-42B0-BB9A-8E592578D6AC}" srcOrd="1" destOrd="0" presId="urn:microsoft.com/office/officeart/2009/3/layout/PlusandMinus"/>
    <dgm:cxn modelId="{8FF253B9-D34E-459D-BFDD-C598CC0FE8B4}" type="presParOf" srcId="{6B3B21C5-5CC4-406E-BE18-25ADEA3F76C7}" destId="{26A2457D-4956-4FCC-997F-928E3FE99343}" srcOrd="2" destOrd="0" presId="urn:microsoft.com/office/officeart/2009/3/layout/PlusandMinus"/>
    <dgm:cxn modelId="{D9C571AD-7D14-4941-AD32-99A23335B73F}" type="presParOf" srcId="{6B3B21C5-5CC4-406E-BE18-25ADEA3F76C7}" destId="{D7594134-9058-4C50-A8F9-961C1D2CFE83}" srcOrd="3" destOrd="0" presId="urn:microsoft.com/office/officeart/2009/3/layout/PlusandMinus"/>
    <dgm:cxn modelId="{ADE26B24-6771-4E93-8DCD-56D5B767F5F9}" type="presParOf" srcId="{6B3B21C5-5CC4-406E-BE18-25ADEA3F76C7}" destId="{76F174A8-C35A-414C-BDDA-B8810A5CD98C}" srcOrd="4" destOrd="0" presId="urn:microsoft.com/office/officeart/2009/3/layout/PlusandMinus"/>
    <dgm:cxn modelId="{F5C82B22-C6A6-4940-829D-46DC54812FB7}" type="presParOf" srcId="{6B3B21C5-5CC4-406E-BE18-25ADEA3F76C7}" destId="{37944800-1C28-4C97-B0E7-B5B8BE912E64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FED47B-E00A-4B1C-B7A6-FDC391F9CE55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EA9E24D7-99F2-42CF-969D-39374B19733E}">
      <dgm:prSet phldrT="[Text]" phldr="0"/>
      <dgm:spPr/>
      <dgm:t>
        <a:bodyPr/>
        <a:lstStyle/>
        <a:p>
          <a:r>
            <a:rPr lang="he-IL" dirty="0"/>
            <a:t>חוט בודד</a:t>
          </a:r>
          <a:endParaRPr lang="LID4096" dirty="0"/>
        </a:p>
      </dgm:t>
    </dgm:pt>
    <dgm:pt modelId="{9DD3AAB8-9418-4A9C-A53A-A9723A8E21C9}" type="parTrans" cxnId="{82800A92-4249-48A1-AF2E-1D98F05E73E1}">
      <dgm:prSet/>
      <dgm:spPr/>
      <dgm:t>
        <a:bodyPr/>
        <a:lstStyle/>
        <a:p>
          <a:endParaRPr lang="LID4096"/>
        </a:p>
      </dgm:t>
    </dgm:pt>
    <dgm:pt modelId="{91E38A82-109D-4855-8E6F-171A5A6EA1BF}" type="sibTrans" cxnId="{82800A92-4249-48A1-AF2E-1D98F05E73E1}">
      <dgm:prSet/>
      <dgm:spPr/>
      <dgm:t>
        <a:bodyPr/>
        <a:lstStyle/>
        <a:p>
          <a:endParaRPr lang="LID4096"/>
        </a:p>
      </dgm:t>
    </dgm:pt>
    <dgm:pt modelId="{D40DB4C7-D4FB-4500-999E-A9A8F0B617BB}">
      <dgm:prSet phldrT="[Text]" phldr="0"/>
      <dgm:spPr/>
      <dgm:t>
        <a:bodyPr/>
        <a:lstStyle/>
        <a:p>
          <a:r>
            <a:rPr lang="he-IL" dirty="0"/>
            <a:t>חוט לכל לקוח</a:t>
          </a:r>
          <a:endParaRPr lang="LID4096" dirty="0"/>
        </a:p>
      </dgm:t>
    </dgm:pt>
    <dgm:pt modelId="{A359C526-E1D9-43F0-9483-2F743F286E46}" type="parTrans" cxnId="{70AE8D68-2F7E-4721-877C-973CDDD93F46}">
      <dgm:prSet/>
      <dgm:spPr/>
      <dgm:t>
        <a:bodyPr/>
        <a:lstStyle/>
        <a:p>
          <a:endParaRPr lang="LID4096"/>
        </a:p>
      </dgm:t>
    </dgm:pt>
    <dgm:pt modelId="{EAA2D2BA-FA50-45D1-8813-9E0F889B8AFF}" type="sibTrans" cxnId="{70AE8D68-2F7E-4721-877C-973CDDD93F46}">
      <dgm:prSet/>
      <dgm:spPr/>
      <dgm:t>
        <a:bodyPr/>
        <a:lstStyle/>
        <a:p>
          <a:endParaRPr lang="LID4096"/>
        </a:p>
      </dgm:t>
    </dgm:pt>
    <dgm:pt modelId="{BE5CC42B-A4D3-424D-893E-010E73EB5FCC}">
      <dgm:prSet phldrT="[Text]" phldr="0"/>
      <dgm:spPr/>
      <dgm:t>
        <a:bodyPr/>
        <a:lstStyle/>
        <a:p>
          <a:r>
            <a:rPr lang="he-IL" dirty="0"/>
            <a:t>מאגר חוטים</a:t>
          </a:r>
          <a:endParaRPr lang="en-US" dirty="0"/>
        </a:p>
      </dgm:t>
    </dgm:pt>
    <dgm:pt modelId="{54A2D26A-B2E1-41FF-BBF4-1708C889CF8E}" type="parTrans" cxnId="{37028EDF-BDD4-4CB9-A9C0-17469663C391}">
      <dgm:prSet/>
      <dgm:spPr/>
      <dgm:t>
        <a:bodyPr/>
        <a:lstStyle/>
        <a:p>
          <a:endParaRPr lang="LID4096"/>
        </a:p>
      </dgm:t>
    </dgm:pt>
    <dgm:pt modelId="{4A2CF1F7-31C6-4C3C-BC24-92B747014FF1}" type="sibTrans" cxnId="{37028EDF-BDD4-4CB9-A9C0-17469663C391}">
      <dgm:prSet/>
      <dgm:spPr/>
      <dgm:t>
        <a:bodyPr/>
        <a:lstStyle/>
        <a:p>
          <a:endParaRPr lang="LID4096"/>
        </a:p>
      </dgm:t>
    </dgm:pt>
    <dgm:pt modelId="{A7A7997F-01A0-4D66-85D1-937EBACC4088}">
      <dgm:prSet phldrT="[Text]" phldr="0"/>
      <dgm:spPr/>
      <dgm:t>
        <a:bodyPr/>
        <a:lstStyle/>
        <a:p>
          <a:r>
            <a:rPr lang="en-US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rPr>
            <a:t>Blocking I/O</a:t>
          </a:r>
          <a:endParaRPr lang="LID4096" b="1" cap="none" spc="0" dirty="0">
            <a:ln w="12700">
              <a:solidFill>
                <a:schemeClr val="accent3">
                  <a:lumMod val="50000"/>
                </a:schemeClr>
              </a:solidFill>
              <a:prstDash val="solid"/>
            </a:ln>
            <a:pattFill prst="narHorz">
              <a:fgClr>
                <a:schemeClr val="accent3"/>
              </a:fgClr>
              <a:bgClr>
                <a:schemeClr val="accent3">
                  <a:lumMod val="40000"/>
                  <a:lumOff val="60000"/>
                </a:schemeClr>
              </a:bgClr>
            </a:pattFill>
            <a:effectLst>
              <a:innerShdw blurRad="177800">
                <a:schemeClr val="accent3">
                  <a:lumMod val="50000"/>
                </a:schemeClr>
              </a:innerShdw>
            </a:effectLst>
          </a:endParaRPr>
        </a:p>
      </dgm:t>
    </dgm:pt>
    <dgm:pt modelId="{1D1681B4-4D68-4457-BF83-6F69A532467A}" type="parTrans" cxnId="{910D151E-3B96-436A-876E-1660FCD5C7B9}">
      <dgm:prSet/>
      <dgm:spPr/>
      <dgm:t>
        <a:bodyPr/>
        <a:lstStyle/>
        <a:p>
          <a:endParaRPr lang="LID4096"/>
        </a:p>
      </dgm:t>
    </dgm:pt>
    <dgm:pt modelId="{CCC058AB-FD49-4EFD-ADAE-578CA0D88964}" type="sibTrans" cxnId="{910D151E-3B96-436A-876E-1660FCD5C7B9}">
      <dgm:prSet/>
      <dgm:spPr/>
      <dgm:t>
        <a:bodyPr/>
        <a:lstStyle/>
        <a:p>
          <a:endParaRPr lang="LID4096"/>
        </a:p>
      </dgm:t>
    </dgm:pt>
    <dgm:pt modelId="{8A2AAA8F-7B5A-48EA-823C-D6A19B3DA710}" type="pres">
      <dgm:prSet presAssocID="{F6FED47B-E00A-4B1C-B7A6-FDC391F9CE55}" presName="Name0" presStyleCnt="0">
        <dgm:presLayoutVars>
          <dgm:chMax val="4"/>
          <dgm:resizeHandles val="exact"/>
        </dgm:presLayoutVars>
      </dgm:prSet>
      <dgm:spPr/>
    </dgm:pt>
    <dgm:pt modelId="{9A0CCC76-DED8-4DFA-8791-4C86A59A0451}" type="pres">
      <dgm:prSet presAssocID="{F6FED47B-E00A-4B1C-B7A6-FDC391F9CE55}" presName="ellipse" presStyleLbl="trBgShp" presStyleIdx="0" presStyleCnt="1"/>
      <dgm:spPr/>
    </dgm:pt>
    <dgm:pt modelId="{C506DEA1-6FDF-49A4-AB4A-82452E938710}" type="pres">
      <dgm:prSet presAssocID="{F6FED47B-E00A-4B1C-B7A6-FDC391F9CE55}" presName="arrow1" presStyleLbl="fgShp" presStyleIdx="0" presStyleCnt="1"/>
      <dgm:spPr/>
    </dgm:pt>
    <dgm:pt modelId="{33ABDA12-152F-48BA-9371-39CF78247903}" type="pres">
      <dgm:prSet presAssocID="{F6FED47B-E00A-4B1C-B7A6-FDC391F9CE55}" presName="rectangle" presStyleLbl="revTx" presStyleIdx="0" presStyleCnt="1">
        <dgm:presLayoutVars>
          <dgm:bulletEnabled val="1"/>
        </dgm:presLayoutVars>
      </dgm:prSet>
      <dgm:spPr/>
    </dgm:pt>
    <dgm:pt modelId="{A32BACC2-9F53-43F9-ABA5-57D1C0639B43}" type="pres">
      <dgm:prSet presAssocID="{D40DB4C7-D4FB-4500-999E-A9A8F0B617BB}" presName="item1" presStyleLbl="node1" presStyleIdx="0" presStyleCnt="3">
        <dgm:presLayoutVars>
          <dgm:bulletEnabled val="1"/>
        </dgm:presLayoutVars>
      </dgm:prSet>
      <dgm:spPr/>
    </dgm:pt>
    <dgm:pt modelId="{C0DF498A-962F-45A6-B70D-1489B83B346A}" type="pres">
      <dgm:prSet presAssocID="{BE5CC42B-A4D3-424D-893E-010E73EB5FCC}" presName="item2" presStyleLbl="node1" presStyleIdx="1" presStyleCnt="3">
        <dgm:presLayoutVars>
          <dgm:bulletEnabled val="1"/>
        </dgm:presLayoutVars>
      </dgm:prSet>
      <dgm:spPr/>
    </dgm:pt>
    <dgm:pt modelId="{C43BF065-1650-46B4-88B0-FB04E231557B}" type="pres">
      <dgm:prSet presAssocID="{A7A7997F-01A0-4D66-85D1-937EBACC4088}" presName="item3" presStyleLbl="node1" presStyleIdx="2" presStyleCnt="3">
        <dgm:presLayoutVars>
          <dgm:bulletEnabled val="1"/>
        </dgm:presLayoutVars>
      </dgm:prSet>
      <dgm:spPr/>
    </dgm:pt>
    <dgm:pt modelId="{3ABAA0DE-1E04-415D-8DF9-7F85A3154333}" type="pres">
      <dgm:prSet presAssocID="{F6FED47B-E00A-4B1C-B7A6-FDC391F9CE55}" presName="funnel" presStyleLbl="trAlignAcc1" presStyleIdx="0" presStyleCnt="1"/>
      <dgm:spPr/>
    </dgm:pt>
  </dgm:ptLst>
  <dgm:cxnLst>
    <dgm:cxn modelId="{FA35040B-884D-4D01-B8EF-C006BDEF0A62}" type="presOf" srcId="{EA9E24D7-99F2-42CF-969D-39374B19733E}" destId="{C43BF065-1650-46B4-88B0-FB04E231557B}" srcOrd="0" destOrd="0" presId="urn:microsoft.com/office/officeart/2005/8/layout/funnel1"/>
    <dgm:cxn modelId="{ED8EB41A-AC4F-48B2-BD20-902446EB705F}" type="presOf" srcId="{BE5CC42B-A4D3-424D-893E-010E73EB5FCC}" destId="{A32BACC2-9F53-43F9-ABA5-57D1C0639B43}" srcOrd="0" destOrd="0" presId="urn:microsoft.com/office/officeart/2005/8/layout/funnel1"/>
    <dgm:cxn modelId="{910D151E-3B96-436A-876E-1660FCD5C7B9}" srcId="{F6FED47B-E00A-4B1C-B7A6-FDC391F9CE55}" destId="{A7A7997F-01A0-4D66-85D1-937EBACC4088}" srcOrd="3" destOrd="0" parTransId="{1D1681B4-4D68-4457-BF83-6F69A532467A}" sibTransId="{CCC058AB-FD49-4EFD-ADAE-578CA0D88964}"/>
    <dgm:cxn modelId="{F4D75440-1BF4-4B17-B819-C127B8985409}" type="presOf" srcId="{A7A7997F-01A0-4D66-85D1-937EBACC4088}" destId="{33ABDA12-152F-48BA-9371-39CF78247903}" srcOrd="0" destOrd="0" presId="urn:microsoft.com/office/officeart/2005/8/layout/funnel1"/>
    <dgm:cxn modelId="{70AE8D68-2F7E-4721-877C-973CDDD93F46}" srcId="{F6FED47B-E00A-4B1C-B7A6-FDC391F9CE55}" destId="{D40DB4C7-D4FB-4500-999E-A9A8F0B617BB}" srcOrd="1" destOrd="0" parTransId="{A359C526-E1D9-43F0-9483-2F743F286E46}" sibTransId="{EAA2D2BA-FA50-45D1-8813-9E0F889B8AFF}"/>
    <dgm:cxn modelId="{82800A92-4249-48A1-AF2E-1D98F05E73E1}" srcId="{F6FED47B-E00A-4B1C-B7A6-FDC391F9CE55}" destId="{EA9E24D7-99F2-42CF-969D-39374B19733E}" srcOrd="0" destOrd="0" parTransId="{9DD3AAB8-9418-4A9C-A53A-A9723A8E21C9}" sibTransId="{91E38A82-109D-4855-8E6F-171A5A6EA1BF}"/>
    <dgm:cxn modelId="{DC185BAA-FECC-4037-8974-8EB14C1126B4}" type="presOf" srcId="{F6FED47B-E00A-4B1C-B7A6-FDC391F9CE55}" destId="{8A2AAA8F-7B5A-48EA-823C-D6A19B3DA710}" srcOrd="0" destOrd="0" presId="urn:microsoft.com/office/officeart/2005/8/layout/funnel1"/>
    <dgm:cxn modelId="{DABD8CD6-B15D-40E4-992A-05CE4B652D3C}" type="presOf" srcId="{D40DB4C7-D4FB-4500-999E-A9A8F0B617BB}" destId="{C0DF498A-962F-45A6-B70D-1489B83B346A}" srcOrd="0" destOrd="0" presId="urn:microsoft.com/office/officeart/2005/8/layout/funnel1"/>
    <dgm:cxn modelId="{37028EDF-BDD4-4CB9-A9C0-17469663C391}" srcId="{F6FED47B-E00A-4B1C-B7A6-FDC391F9CE55}" destId="{BE5CC42B-A4D3-424D-893E-010E73EB5FCC}" srcOrd="2" destOrd="0" parTransId="{54A2D26A-B2E1-41FF-BBF4-1708C889CF8E}" sibTransId="{4A2CF1F7-31C6-4C3C-BC24-92B747014FF1}"/>
    <dgm:cxn modelId="{A3C18B39-E1D2-4E20-8DA3-EDB4A4A5BC8A}" type="presParOf" srcId="{8A2AAA8F-7B5A-48EA-823C-D6A19B3DA710}" destId="{9A0CCC76-DED8-4DFA-8791-4C86A59A0451}" srcOrd="0" destOrd="0" presId="urn:microsoft.com/office/officeart/2005/8/layout/funnel1"/>
    <dgm:cxn modelId="{65FF314F-E9C3-4B4B-BD7D-F46E5A23D5CA}" type="presParOf" srcId="{8A2AAA8F-7B5A-48EA-823C-D6A19B3DA710}" destId="{C506DEA1-6FDF-49A4-AB4A-82452E938710}" srcOrd="1" destOrd="0" presId="urn:microsoft.com/office/officeart/2005/8/layout/funnel1"/>
    <dgm:cxn modelId="{83E04CC1-72B6-44A4-9F6F-5EE18594BF53}" type="presParOf" srcId="{8A2AAA8F-7B5A-48EA-823C-D6A19B3DA710}" destId="{33ABDA12-152F-48BA-9371-39CF78247903}" srcOrd="2" destOrd="0" presId="urn:microsoft.com/office/officeart/2005/8/layout/funnel1"/>
    <dgm:cxn modelId="{2971B41E-6909-4B10-B36C-70965477D18B}" type="presParOf" srcId="{8A2AAA8F-7B5A-48EA-823C-D6A19B3DA710}" destId="{A32BACC2-9F53-43F9-ABA5-57D1C0639B43}" srcOrd="3" destOrd="0" presId="urn:microsoft.com/office/officeart/2005/8/layout/funnel1"/>
    <dgm:cxn modelId="{B0A217B1-2FBC-4483-BB4A-108FE7C3C27E}" type="presParOf" srcId="{8A2AAA8F-7B5A-48EA-823C-D6A19B3DA710}" destId="{C0DF498A-962F-45A6-B70D-1489B83B346A}" srcOrd="4" destOrd="0" presId="urn:microsoft.com/office/officeart/2005/8/layout/funnel1"/>
    <dgm:cxn modelId="{91D62006-B2B0-4298-B4F0-8B3AA6E7735F}" type="presParOf" srcId="{8A2AAA8F-7B5A-48EA-823C-D6A19B3DA710}" destId="{C43BF065-1650-46B4-88B0-FB04E231557B}" srcOrd="5" destOrd="0" presId="urn:microsoft.com/office/officeart/2005/8/layout/funnel1"/>
    <dgm:cxn modelId="{6E3FF4AA-DCA6-4BAE-BDD2-C1D83D75CF1A}" type="presParOf" srcId="{8A2AAA8F-7B5A-48EA-823C-D6A19B3DA710}" destId="{3ABAA0DE-1E04-415D-8DF9-7F85A315433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7CDD-A420-49CC-AAB5-BAC65080529F}">
      <dsp:nvSpPr>
        <dsp:cNvPr id="0" name=""/>
        <dsp:cNvSpPr/>
      </dsp:nvSpPr>
      <dsp:spPr>
        <a:xfrm>
          <a:off x="469149" y="526478"/>
          <a:ext cx="4855374" cy="250922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4B057-BF74-42B0-BB9A-8E592578D6AC}">
      <dsp:nvSpPr>
        <dsp:cNvPr id="0" name=""/>
        <dsp:cNvSpPr/>
      </dsp:nvSpPr>
      <dsp:spPr>
        <a:xfrm>
          <a:off x="2924740" y="819936"/>
          <a:ext cx="2254679" cy="2146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קוד קצר וברור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קל לדבג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ללא סנכרון</a:t>
          </a:r>
        </a:p>
      </dsp:txBody>
      <dsp:txXfrm>
        <a:off x="2924740" y="819936"/>
        <a:ext cx="2254679" cy="2146613"/>
      </dsp:txXfrm>
    </dsp:sp>
    <dsp:sp modelId="{26A2457D-4956-4FCC-997F-928E3FE99343}">
      <dsp:nvSpPr>
        <dsp:cNvPr id="0" name=""/>
        <dsp:cNvSpPr/>
      </dsp:nvSpPr>
      <dsp:spPr>
        <a:xfrm>
          <a:off x="619833" y="819936"/>
          <a:ext cx="2254679" cy="2146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אין מקביליות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לקוח איטי חוסם 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דיסק איטי חוסם 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תגובתיות לא טובה בעומס</a:t>
          </a:r>
          <a:endParaRPr lang="LID4096" sz="2500" kern="1200" dirty="0"/>
        </a:p>
      </dsp:txBody>
      <dsp:txXfrm>
        <a:off x="619833" y="819936"/>
        <a:ext cx="2254679" cy="2146613"/>
      </dsp:txXfrm>
    </dsp:sp>
    <dsp:sp modelId="{D7594134-9058-4C50-A8F9-961C1D2CFE83}">
      <dsp:nvSpPr>
        <dsp:cNvPr id="0" name=""/>
        <dsp:cNvSpPr/>
      </dsp:nvSpPr>
      <dsp:spPr>
        <a:xfrm>
          <a:off x="4878052" y="24327"/>
          <a:ext cx="948751" cy="948751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74A8-C35A-414C-BDDA-B8810A5CD98C}">
      <dsp:nvSpPr>
        <dsp:cNvPr id="0" name=""/>
        <dsp:cNvSpPr/>
      </dsp:nvSpPr>
      <dsp:spPr>
        <a:xfrm>
          <a:off x="245913" y="365521"/>
          <a:ext cx="892942" cy="306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44800-1C28-4C97-B0E7-B5B8BE912E64}">
      <dsp:nvSpPr>
        <dsp:cNvPr id="0" name=""/>
        <dsp:cNvSpPr/>
      </dsp:nvSpPr>
      <dsp:spPr>
        <a:xfrm>
          <a:off x="2896278" y="824526"/>
          <a:ext cx="558" cy="2050222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7CDD-A420-49CC-AAB5-BAC65080529F}">
      <dsp:nvSpPr>
        <dsp:cNvPr id="0" name=""/>
        <dsp:cNvSpPr/>
      </dsp:nvSpPr>
      <dsp:spPr>
        <a:xfrm>
          <a:off x="535075" y="619386"/>
          <a:ext cx="5712205" cy="295203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4B057-BF74-42B0-BB9A-8E592578D6AC}">
      <dsp:nvSpPr>
        <dsp:cNvPr id="0" name=""/>
        <dsp:cNvSpPr/>
      </dsp:nvSpPr>
      <dsp:spPr>
        <a:xfrm>
          <a:off x="3424006" y="964630"/>
          <a:ext cx="2652564" cy="2525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מקביליות פשוטה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קוד קריא יחסית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קל למימוש</a:t>
          </a:r>
        </a:p>
      </dsp:txBody>
      <dsp:txXfrm>
        <a:off x="3424006" y="964630"/>
        <a:ext cx="2652564" cy="2525428"/>
      </dsp:txXfrm>
    </dsp:sp>
    <dsp:sp modelId="{26A2457D-4956-4FCC-997F-928E3FE99343}">
      <dsp:nvSpPr>
        <dsp:cNvPr id="0" name=""/>
        <dsp:cNvSpPr/>
      </dsp:nvSpPr>
      <dsp:spPr>
        <a:xfrm>
          <a:off x="712350" y="964630"/>
          <a:ext cx="2652564" cy="2525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חוטים = משאב יקר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מעבר קונטקסט = יקר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אין מגבלה לכמות החוטים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לא </a:t>
          </a:r>
          <a:r>
            <a:rPr lang="en-US" sz="2400" kern="1200" dirty="0"/>
            <a:t>scalable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פגיע ל </a:t>
          </a:r>
          <a:r>
            <a:rPr lang="en-US" sz="2400" kern="1200" dirty="0"/>
            <a:t>DoS</a:t>
          </a:r>
          <a:endParaRPr lang="LID4096" sz="2400" kern="1200" dirty="0"/>
        </a:p>
      </dsp:txBody>
      <dsp:txXfrm>
        <a:off x="712350" y="964630"/>
        <a:ext cx="2652564" cy="2525428"/>
      </dsp:txXfrm>
    </dsp:sp>
    <dsp:sp modelId="{D7594134-9058-4C50-A8F9-961C1D2CFE83}">
      <dsp:nvSpPr>
        <dsp:cNvPr id="0" name=""/>
        <dsp:cNvSpPr/>
      </dsp:nvSpPr>
      <dsp:spPr>
        <a:xfrm>
          <a:off x="5722019" y="28620"/>
          <a:ext cx="1116178" cy="1116178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74A8-C35A-414C-BDDA-B8810A5CD98C}">
      <dsp:nvSpPr>
        <dsp:cNvPr id="0" name=""/>
        <dsp:cNvSpPr/>
      </dsp:nvSpPr>
      <dsp:spPr>
        <a:xfrm>
          <a:off x="272445" y="430024"/>
          <a:ext cx="1050520" cy="360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44800-1C28-4C97-B0E7-B5B8BE912E64}">
      <dsp:nvSpPr>
        <dsp:cNvPr id="0" name=""/>
        <dsp:cNvSpPr/>
      </dsp:nvSpPr>
      <dsp:spPr>
        <a:xfrm>
          <a:off x="3390521" y="970030"/>
          <a:ext cx="656" cy="2412026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7CDD-A420-49CC-AAB5-BAC65080529F}">
      <dsp:nvSpPr>
        <dsp:cNvPr id="0" name=""/>
        <dsp:cNvSpPr/>
      </dsp:nvSpPr>
      <dsp:spPr>
        <a:xfrm>
          <a:off x="535075" y="619386"/>
          <a:ext cx="5712205" cy="295203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4B057-BF74-42B0-BB9A-8E592578D6AC}">
      <dsp:nvSpPr>
        <dsp:cNvPr id="0" name=""/>
        <dsp:cNvSpPr/>
      </dsp:nvSpPr>
      <dsp:spPr>
        <a:xfrm>
          <a:off x="3424006" y="964630"/>
          <a:ext cx="2652564" cy="2525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מקביליות נשלטת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מגבלה על מספר החוטים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פחות מעבר קונטקסט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יותר יציב</a:t>
          </a:r>
        </a:p>
      </dsp:txBody>
      <dsp:txXfrm>
        <a:off x="3424006" y="964630"/>
        <a:ext cx="2652564" cy="2525428"/>
      </dsp:txXfrm>
    </dsp:sp>
    <dsp:sp modelId="{26A2457D-4956-4FCC-997F-928E3FE99343}">
      <dsp:nvSpPr>
        <dsp:cNvPr id="0" name=""/>
        <dsp:cNvSpPr/>
      </dsp:nvSpPr>
      <dsp:spPr>
        <a:xfrm>
          <a:off x="712350" y="964630"/>
          <a:ext cx="2652564" cy="2525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חוטים ממתינים</a:t>
          </a:r>
          <a:br>
            <a:rPr lang="en-US" sz="2500" kern="1200" dirty="0"/>
          </a:br>
          <a:r>
            <a:rPr lang="he-IL" sz="2500" kern="1200" dirty="0"/>
            <a:t>= בזבוז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לקוחות איטיים</a:t>
          </a:r>
          <a:br>
            <a:rPr lang="en-US" sz="2500" kern="1200" dirty="0"/>
          </a:br>
          <a:r>
            <a:rPr lang="he-IL" sz="2500" kern="1200" dirty="0"/>
            <a:t>= שיתוק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 dirty="0"/>
            <a:t>עדיין לא ממש </a:t>
          </a:r>
          <a:r>
            <a:rPr lang="en-US" sz="2500" kern="1200" dirty="0"/>
            <a:t>scalable</a:t>
          </a:r>
          <a:endParaRPr lang="LID4096" sz="2500" kern="1200" dirty="0"/>
        </a:p>
      </dsp:txBody>
      <dsp:txXfrm>
        <a:off x="712350" y="964630"/>
        <a:ext cx="2652564" cy="2525428"/>
      </dsp:txXfrm>
    </dsp:sp>
    <dsp:sp modelId="{D7594134-9058-4C50-A8F9-961C1D2CFE83}">
      <dsp:nvSpPr>
        <dsp:cNvPr id="0" name=""/>
        <dsp:cNvSpPr/>
      </dsp:nvSpPr>
      <dsp:spPr>
        <a:xfrm>
          <a:off x="5722019" y="28620"/>
          <a:ext cx="1116178" cy="1116178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74A8-C35A-414C-BDDA-B8810A5CD98C}">
      <dsp:nvSpPr>
        <dsp:cNvPr id="0" name=""/>
        <dsp:cNvSpPr/>
      </dsp:nvSpPr>
      <dsp:spPr>
        <a:xfrm>
          <a:off x="272445" y="430024"/>
          <a:ext cx="1050520" cy="360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44800-1C28-4C97-B0E7-B5B8BE912E64}">
      <dsp:nvSpPr>
        <dsp:cNvPr id="0" name=""/>
        <dsp:cNvSpPr/>
      </dsp:nvSpPr>
      <dsp:spPr>
        <a:xfrm>
          <a:off x="3390521" y="970030"/>
          <a:ext cx="656" cy="2412026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CCC76-DED8-4DFA-8791-4C86A59A0451}">
      <dsp:nvSpPr>
        <dsp:cNvPr id="0" name=""/>
        <dsp:cNvSpPr/>
      </dsp:nvSpPr>
      <dsp:spPr>
        <a:xfrm>
          <a:off x="1796199" y="208374"/>
          <a:ext cx="4135427" cy="1436179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6DEA1-6FDF-49A4-AB4A-82452E938710}">
      <dsp:nvSpPr>
        <dsp:cNvPr id="0" name=""/>
        <dsp:cNvSpPr/>
      </dsp:nvSpPr>
      <dsp:spPr>
        <a:xfrm>
          <a:off x="3469605" y="3725090"/>
          <a:ext cx="801439" cy="512921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BDA12-152F-48BA-9371-39CF78247903}">
      <dsp:nvSpPr>
        <dsp:cNvPr id="0" name=""/>
        <dsp:cNvSpPr/>
      </dsp:nvSpPr>
      <dsp:spPr>
        <a:xfrm>
          <a:off x="1946870" y="4135427"/>
          <a:ext cx="3846909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rPr>
            <a:t>Blocking I/O</a:t>
          </a:r>
          <a:endParaRPr lang="LID4096" sz="3400" b="1" kern="1200" cap="none" spc="0" dirty="0">
            <a:ln w="12700">
              <a:solidFill>
                <a:schemeClr val="accent3">
                  <a:lumMod val="50000"/>
                </a:schemeClr>
              </a:solidFill>
              <a:prstDash val="solid"/>
            </a:ln>
            <a:pattFill prst="narHorz">
              <a:fgClr>
                <a:schemeClr val="accent3"/>
              </a:fgClr>
              <a:bgClr>
                <a:schemeClr val="accent3">
                  <a:lumMod val="40000"/>
                  <a:lumOff val="60000"/>
                </a:schemeClr>
              </a:bgClr>
            </a:pattFill>
            <a:effectLst>
              <a:innerShdw blurRad="177800">
                <a:schemeClr val="accent3">
                  <a:lumMod val="50000"/>
                </a:schemeClr>
              </a:innerShdw>
            </a:effectLst>
          </a:endParaRPr>
        </a:p>
      </dsp:txBody>
      <dsp:txXfrm>
        <a:off x="1946870" y="4135427"/>
        <a:ext cx="3846909" cy="961727"/>
      </dsp:txXfrm>
    </dsp:sp>
    <dsp:sp modelId="{A32BACC2-9F53-43F9-ABA5-57D1C0639B43}">
      <dsp:nvSpPr>
        <dsp:cNvPr id="0" name=""/>
        <dsp:cNvSpPr/>
      </dsp:nvSpPr>
      <dsp:spPr>
        <a:xfrm>
          <a:off x="3299700" y="1755472"/>
          <a:ext cx="1442590" cy="14425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מאגר חוטים</a:t>
          </a:r>
          <a:endParaRPr lang="en-US" sz="2400" kern="1200" dirty="0"/>
        </a:p>
      </dsp:txBody>
      <dsp:txXfrm>
        <a:off x="3510962" y="1966734"/>
        <a:ext cx="1020066" cy="1020066"/>
      </dsp:txXfrm>
    </dsp:sp>
    <dsp:sp modelId="{C0DF498A-962F-45A6-B70D-1489B83B346A}">
      <dsp:nvSpPr>
        <dsp:cNvPr id="0" name=""/>
        <dsp:cNvSpPr/>
      </dsp:nvSpPr>
      <dsp:spPr>
        <a:xfrm>
          <a:off x="2267446" y="673209"/>
          <a:ext cx="1442590" cy="14425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חוט לכל לקוח</a:t>
          </a:r>
          <a:endParaRPr lang="LID4096" sz="2400" kern="1200" dirty="0"/>
        </a:p>
      </dsp:txBody>
      <dsp:txXfrm>
        <a:off x="2478708" y="884471"/>
        <a:ext cx="1020066" cy="1020066"/>
      </dsp:txXfrm>
    </dsp:sp>
    <dsp:sp modelId="{C43BF065-1650-46B4-88B0-FB04E231557B}">
      <dsp:nvSpPr>
        <dsp:cNvPr id="0" name=""/>
        <dsp:cNvSpPr/>
      </dsp:nvSpPr>
      <dsp:spPr>
        <a:xfrm>
          <a:off x="3742094" y="324422"/>
          <a:ext cx="1442590" cy="14425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חוט בודד</a:t>
          </a:r>
          <a:endParaRPr lang="LID4096" sz="2400" kern="1200" dirty="0"/>
        </a:p>
      </dsp:txBody>
      <dsp:txXfrm>
        <a:off x="3953356" y="535684"/>
        <a:ext cx="1020066" cy="1020066"/>
      </dsp:txXfrm>
    </dsp:sp>
    <dsp:sp modelId="{3ABAA0DE-1E04-415D-8DF9-7F85A3154333}">
      <dsp:nvSpPr>
        <dsp:cNvPr id="0" name=""/>
        <dsp:cNvSpPr/>
      </dsp:nvSpPr>
      <dsp:spPr>
        <a:xfrm>
          <a:off x="1626294" y="32057"/>
          <a:ext cx="4488060" cy="3590448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12/23/2025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12/23/2025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 t="13463" r="751" b="-13469"/>
          <a:stretch>
            <a:fillRect/>
          </a:stretch>
        </p:blipFill>
        <p:spPr>
          <a:xfrm>
            <a:off x="881960" y="998973"/>
            <a:ext cx="7830086" cy="4680052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11</a:t>
            </a:r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Reactor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CCB6-39DE-35D1-4E0B-8E41CAEF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766D-E294-A129-1705-3671D895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E0EB-BFD7-C9A1-8CAE-8C054552E1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בדוגמאות להלן: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שרת תמונות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בקשה: שם התמונה (</a:t>
            </a:r>
            <a:r>
              <a:rPr lang="en-US" dirty="0">
                <a:latin typeface="+mn-lt"/>
              </a:rPr>
              <a:t>string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תגובה: </a:t>
            </a:r>
            <a:r>
              <a:rPr lang="en-US" dirty="0" err="1">
                <a:latin typeface="+mn-lt"/>
              </a:rPr>
              <a:t>java.awt.image.BufferedImage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2E36C8-13AF-DCE2-936F-84193275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0" b="9756"/>
          <a:stretch>
            <a:fillRect/>
          </a:stretch>
        </p:blipFill>
        <p:spPr>
          <a:xfrm>
            <a:off x="1289236" y="3121493"/>
            <a:ext cx="7062806" cy="324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9F67-70D1-EFE4-979B-5B90E909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194C-6747-8F50-ECF9-0BA0183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8DC9-D064-28CD-7B49-32BC84CD93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0651" cy="5092326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Consolas" panose="020B0609020204030204" pitchFamily="49" charset="0"/>
              </a:rPr>
              <a:t>דוגמה - לקוח:</a:t>
            </a:r>
            <a:endParaRPr lang="en-US" b="1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267F99"/>
                </a:solidFill>
                <a:latin typeface="Consolas" panose="020B0609020204030204" pitchFamily="49" charset="0"/>
              </a:rPr>
              <a:t>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(host, port)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BufferedOutputStream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getOutputStream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imageName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getBytes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flush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send request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imageIn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read image back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BufferedInputStream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getInputStream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img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ImageIO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imageIn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IllegalStateException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(…);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imageName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 // write image to a file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ImageIO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png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outFile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"saved image…"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 // display the image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SwingUtilities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invokeLater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showImage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402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51CD-78CE-0B1A-DB20-EDBD0EF5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AD922AE-1A03-FB17-259C-1F38588582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315940"/>
              </p:ext>
            </p:extLst>
          </p:nvPr>
        </p:nvGraphicFramePr>
        <p:xfrm>
          <a:off x="1871970" y="2978995"/>
          <a:ext cx="6072717" cy="3060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E9AE156-65E6-F49B-0217-4DC2E3F3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3136-B225-96D2-E0A2-BCBD7774A2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שרת עם חוט אחד (</a:t>
            </a:r>
            <a:r>
              <a:rPr lang="en-US" dirty="0">
                <a:latin typeface="+mn-lt"/>
              </a:rPr>
              <a:t>single threaded server</a:t>
            </a:r>
            <a:r>
              <a:rPr lang="he-IL" dirty="0">
                <a:latin typeface="+mn-lt"/>
              </a:rPr>
              <a:t>)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בקשה: שם התמונה (</a:t>
            </a:r>
            <a:r>
              <a:rPr lang="en-US" dirty="0">
                <a:latin typeface="+mn-lt"/>
              </a:rPr>
              <a:t>string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תגובה: </a:t>
            </a:r>
            <a:r>
              <a:rPr lang="en-US" dirty="0" err="1">
                <a:latin typeface="+mn-lt"/>
              </a:rPr>
              <a:t>java.awt.image.BufferedImage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לקוח אחד לכל היותר בכל רגע נתון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193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45ADE-360F-4304-0286-5ED9971B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33B1-2BA4-2514-7E6C-D5FEE55B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5FD1-F786-330A-BAEA-9D35FBF8BF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0651" cy="5092325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Consolas" panose="020B0609020204030204" pitchFamily="49" charset="0"/>
              </a:rPr>
              <a:t>דוגמה - שרת חוט-אחד:</a:t>
            </a:r>
            <a:endParaRPr lang="en-US" b="1" dirty="0"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endParaRPr lang="he-IL" sz="18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(port))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"Listening on port 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port);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accept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handle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(s, 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dir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|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printStackTrace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log and continue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74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91D8-9696-E487-CFD1-23724EE9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11AD-754F-6233-FC6E-117AE80B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BB659-05AE-80DF-A842-71C1D751A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268977"/>
            <a:ext cx="7830651" cy="5182326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Consolas" panose="020B0609020204030204" pitchFamily="49" charset="0"/>
              </a:rPr>
              <a:t>דוגמה - שרת חוט-אחד:</a:t>
            </a:r>
            <a:endParaRPr lang="en-US" b="1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handle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Socket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in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BufferedReader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InputStreamReader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getInputStream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BufferedOutputStream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getOutputStream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in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(name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isBlank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IllegalArgumentException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(…);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267F99"/>
                </a:solidFill>
                <a:latin typeface="Consolas" panose="020B0609020204030204" pitchFamily="49" charset="0"/>
              </a:rPr>
              <a:t>File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imageFile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File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dir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, name);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imageFile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isFile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IllegalArgumentException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(…));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img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ImageIO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imageFile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IllegalArgumentException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(…);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ImageIO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img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png</a:t>
            </a:r>
            <a:r>
              <a:rPr lang="en-US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, out);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flush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705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C1A80-1D81-ABAA-A69F-61CC7AF4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699E-0409-AEC4-22D7-FA3E31E9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0700-1B84-141C-16E6-D1EA697DB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שרת חוט-לכל-לקוח (</a:t>
            </a:r>
            <a:r>
              <a:rPr lang="en-US" b="1" dirty="0">
                <a:latin typeface="+mn-lt"/>
              </a:rPr>
              <a:t>thread-per-client</a:t>
            </a:r>
            <a:r>
              <a:rPr lang="he-IL" b="1" dirty="0">
                <a:latin typeface="+mn-lt"/>
              </a:rPr>
              <a:t>)</a:t>
            </a:r>
            <a:endParaRPr lang="en-US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כל חיבור = חוט חדש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A0732C9-D74D-BAB4-7396-7D78B785D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976300"/>
              </p:ext>
            </p:extLst>
          </p:nvPr>
        </p:nvGraphicFramePr>
        <p:xfrm>
          <a:off x="1331964" y="2258987"/>
          <a:ext cx="7110643" cy="360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0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148B-E796-654C-2F86-3588A76F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55E8-D30C-71E0-0900-7AA7E787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624A-A8C4-741D-B418-B9971733AB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0651" cy="5092325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Consolas" panose="020B0609020204030204" pitchFamily="49" charset="0"/>
              </a:rPr>
              <a:t>דוגמה - שרת חוט-לכל-לקוח:</a:t>
            </a:r>
            <a:endParaRPr lang="en-US" b="1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ServerSocket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ServerSocket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(port)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"Listening on port 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port);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b="1" dirty="0">
                <a:solidFill>
                  <a:srgbClr val="267F99"/>
                </a:solidFill>
                <a:latin typeface="Consolas" panose="020B0609020204030204" pitchFamily="49" charset="0"/>
              </a:rPr>
              <a:t>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accept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b="1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267F99"/>
                </a:solidFill>
                <a:latin typeface="Consolas" panose="020B0609020204030204" pitchFamily="49" charset="0"/>
              </a:rPr>
              <a:t>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handle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(socket, 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dir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|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printStackTrace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"client-"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getRemoteSocketAddress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590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4F7B-CBA5-61C7-7516-A9B612B8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0548-A1F1-A032-890E-F586C20A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F592-A699-3021-4231-F02C70D507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שרת עם מאגר-חוטים (</a:t>
            </a:r>
            <a:r>
              <a:rPr lang="en-US" b="1" dirty="0">
                <a:latin typeface="+mn-lt"/>
              </a:rPr>
              <a:t>thread pool</a:t>
            </a:r>
            <a:r>
              <a:rPr lang="he-IL" b="1" dirty="0">
                <a:latin typeface="+mn-lt"/>
              </a:rPr>
              <a:t>)</a:t>
            </a:r>
            <a:endParaRPr lang="en-US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כל חיבור = משימה חדשה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E98824-DF35-60C3-DB7A-B8A1158D2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333313"/>
              </p:ext>
            </p:extLst>
          </p:nvPr>
        </p:nvGraphicFramePr>
        <p:xfrm>
          <a:off x="1331964" y="2258987"/>
          <a:ext cx="7110643" cy="360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87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DF25-93B0-EA0A-1433-89517BE3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E325-8F6A-BDA6-996B-497E4960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9522-750E-0CA1-8C13-7FC61E6867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0651" cy="5092325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Consolas" panose="020B0609020204030204" pitchFamily="49" charset="0"/>
              </a:rPr>
              <a:t>דוגמה - שרת עם מאגר חוטים:</a:t>
            </a:r>
            <a:endParaRPr lang="en-US" b="1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b="1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pool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Executors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newFixedThreadPool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poolSize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ServerSocket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(port)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"Listening on port… 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ss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accept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pool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95E26"/>
                </a:solidFill>
                <a:latin typeface="Consolas" panose="020B0609020204030204" pitchFamily="49" charset="0"/>
              </a:rPr>
              <a:t>handle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(s, 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dir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finally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pool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shutdownNow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331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6BFC-FA36-8F4D-B608-4FDEF7C2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994B-7315-E8E7-60EB-671E772B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C28B66-84C0-ADB4-D7BF-1337F23F1413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071376599"/>
              </p:ext>
            </p:extLst>
          </p:nvPr>
        </p:nvGraphicFramePr>
        <p:xfrm>
          <a:off x="701675" y="1269822"/>
          <a:ext cx="7740650" cy="5129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F6E27E-73B1-C34E-2E2B-2E2527B3472D}"/>
              </a:ext>
            </a:extLst>
          </p:cNvPr>
          <p:cNvSpPr/>
          <p:nvPr/>
        </p:nvSpPr>
        <p:spPr>
          <a:xfrm>
            <a:off x="5562012" y="2272206"/>
            <a:ext cx="1306962" cy="71971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לא מקבילי</a:t>
            </a:r>
          </a:p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נחנק מייד</a:t>
            </a:r>
            <a:endParaRPr lang="LID4096" sz="200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BE632B-B35E-4646-3D9C-1EBF688EA0B8}"/>
              </a:ext>
            </a:extLst>
          </p:cNvPr>
          <p:cNvSpPr/>
          <p:nvPr/>
        </p:nvSpPr>
        <p:spPr>
          <a:xfrm>
            <a:off x="1379561" y="2757470"/>
            <a:ext cx="1875702" cy="76114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לא נשלט</a:t>
            </a:r>
          </a:p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תחת עומס</a:t>
            </a:r>
            <a:endParaRPr lang="LID4096" sz="200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BF9D95-3AEB-8EEE-51E5-46D3C74FBED6}"/>
              </a:ext>
            </a:extLst>
          </p:cNvPr>
          <p:cNvSpPr/>
          <p:nvPr/>
        </p:nvSpPr>
        <p:spPr>
          <a:xfrm>
            <a:off x="5185263" y="3784567"/>
            <a:ext cx="1500829" cy="70696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בזבזני</a:t>
            </a:r>
          </a:p>
          <a:p>
            <a:pPr algn="ctr" rtl="1"/>
            <a:r>
              <a:rPr lang="he-IL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לא </a:t>
            </a:r>
            <a:r>
              <a:rPr lang="en-US" sz="2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scalable</a:t>
            </a:r>
            <a:endParaRPr lang="LID4096" sz="200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259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BAA0DE-1E04-415D-8DF9-7F85A31543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ABAA0DE-1E04-415D-8DF9-7F85A31543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06DEA1-6FDF-49A4-AB4A-82452E938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C506DEA1-6FDF-49A4-AB4A-82452E9387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0CCC76-DED8-4DFA-8791-4C86A59A04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9A0CCC76-DED8-4DFA-8791-4C86A59A04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3BF065-1650-46B4-88B0-FB04E2315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C43BF065-1650-46B4-88B0-FB04E2315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DF498A-962F-45A6-B70D-1489B83B34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C0DF498A-962F-45A6-B70D-1489B83B34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2BACC2-9F53-43F9-ABA5-57D1C0639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A32BACC2-9F53-43F9-ABA5-57D1C0639B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ABDA12-152F-48BA-9371-39CF782479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graphicEl>
                                              <a:dgm id="{33ABDA12-152F-48BA-9371-39CF782479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0CA-8A79-A093-9F1D-4745EE12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C898-6970-2393-C14B-58F3E0E0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סוגי שרתים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7A47-3682-84ED-7B4B-9DD87F6975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0"/>
            <a:ext cx="7740652" cy="4732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שרת מונחה-אירועים (</a:t>
            </a:r>
            <a:r>
              <a:rPr lang="en-US" b="1" dirty="0">
                <a:latin typeface="+mn-lt"/>
              </a:rPr>
              <a:t>event-driven</a:t>
            </a:r>
            <a:r>
              <a:rPr lang="he-IL" b="1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לא חוט לכל לקוח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חוט אחד תמיד פנוי לטפל במשימות מיידיות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חוטים נוספים למשימות חוסמות (</a:t>
            </a:r>
            <a:r>
              <a:rPr lang="en-US" dirty="0">
                <a:latin typeface="+mn-lt"/>
              </a:rPr>
              <a:t>blocking</a:t>
            </a:r>
            <a:r>
              <a:rPr lang="he-IL" dirty="0">
                <a:latin typeface="+mn-lt"/>
              </a:rPr>
              <a:t>) בלבד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מה ההבדל?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קלט-פלט לא חוסם פעילות חדשה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פעולות מידיות לא צריכות לחכות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הרבה חיבורים – מעט חוטים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זה הבסיס</a:t>
            </a:r>
            <a:r>
              <a:rPr lang="en-US" dirty="0">
                <a:latin typeface="+mn-lt"/>
              </a:rPr>
              <a:t> </a:t>
            </a:r>
            <a:r>
              <a:rPr lang="he-IL" dirty="0">
                <a:latin typeface="+mn-lt"/>
              </a:rPr>
              <a:t>ל </a:t>
            </a:r>
            <a:r>
              <a:rPr lang="en-US" dirty="0">
                <a:latin typeface="+mn-lt"/>
              </a:rPr>
              <a:t>NIO</a:t>
            </a:r>
            <a:r>
              <a:rPr lang="he-IL" dirty="0">
                <a:latin typeface="+mn-lt"/>
              </a:rPr>
              <a:t> (</a:t>
            </a:r>
            <a:r>
              <a:rPr lang="en-US" dirty="0">
                <a:latin typeface="+mn-lt"/>
              </a:rPr>
              <a:t>new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/o</a:t>
            </a:r>
            <a:r>
              <a:rPr lang="he-IL" dirty="0">
                <a:latin typeface="+mn-lt"/>
              </a:rPr>
              <a:t>) ו </a:t>
            </a:r>
            <a:r>
              <a:rPr lang="en-US" dirty="0">
                <a:latin typeface="+mn-lt"/>
              </a:rPr>
              <a:t>reactor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5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0291-DC81-3AB1-CB58-3BC1F8F0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BB95-36CF-6C3B-0B06-2B100A9C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מונחים ב </a:t>
            </a:r>
            <a:r>
              <a:rPr lang="en-US" dirty="0"/>
              <a:t>NIO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CA21C-BBAE-B288-6FC3-EDE3C7E29B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1"/>
            <a:ext cx="7740652" cy="4732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ערוץ (</a:t>
            </a:r>
            <a:r>
              <a:rPr lang="en-US" b="1" dirty="0">
                <a:latin typeface="+mn-lt"/>
              </a:rPr>
              <a:t>channel</a:t>
            </a:r>
            <a:r>
              <a:rPr lang="he-IL" b="1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אובייקט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/o</a:t>
            </a:r>
            <a:r>
              <a:rPr lang="he-IL" dirty="0">
                <a:latin typeface="+mn-lt"/>
              </a:rPr>
              <a:t> שמחליף את ה </a:t>
            </a:r>
            <a:r>
              <a:rPr lang="en-US" dirty="0" err="1">
                <a:latin typeface="+mn-lt"/>
              </a:rPr>
              <a:t>socket+streams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מחבר בין התוכנית למערכת ההפעלה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משמש לקריאה וכתיבה לרשת או לקובץ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יכול לעבוד במצב חסימה או ללא חסימה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he-IL" b="1" dirty="0">
                <a:latin typeface="+mn-lt"/>
              </a:rPr>
              <a:t>בורר (</a:t>
            </a:r>
            <a:r>
              <a:rPr lang="en-US" b="1" dirty="0">
                <a:latin typeface="+mn-lt"/>
              </a:rPr>
              <a:t>selector</a:t>
            </a:r>
            <a:r>
              <a:rPr lang="he-IL" b="1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מנגנון ניהול אירועי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/o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 לחוט אחד לנהל הרבה ערוצים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החוט הזה לא קורא או כותב – רק בודק "מי מוכן"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מחזיר רשימת חיבורים שעבורם קרה אירוע</a:t>
            </a:r>
          </a:p>
        </p:txBody>
      </p:sp>
    </p:spTree>
    <p:extLst>
      <p:ext uri="{BB962C8B-B14F-4D97-AF65-F5344CB8AC3E}">
        <p14:creationId xmlns:p14="http://schemas.microsoft.com/office/powerpoint/2010/main" val="204255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4465-C1E5-2CDF-3CD7-CECB2B89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C901-0740-E460-81D2-9A2A8A41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מונחים ב </a:t>
            </a:r>
            <a:r>
              <a:rPr lang="en-US" dirty="0"/>
              <a:t>NIO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90F1-E646-B9E2-C64A-4C7FA92AD6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808982"/>
            <a:ext cx="7740652" cy="46423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מפתח-רישום (</a:t>
            </a:r>
            <a:r>
              <a:rPr lang="en-US" b="1" dirty="0">
                <a:latin typeface="+mn-lt"/>
              </a:rPr>
              <a:t>selection key</a:t>
            </a:r>
            <a:r>
              <a:rPr lang="he-IL" b="1" dirty="0">
                <a:latin typeface="+mn-lt"/>
              </a:rPr>
              <a:t>)</a:t>
            </a:r>
            <a:endParaRPr lang="en-US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 רישום של ערוצים לבורר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כל ערוץ רשום מחזיק מפתח-רישום אחד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מגדיר את האירועים שיש לטפל בהם עבור הערוץ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המחלקה </a:t>
            </a:r>
            <a:r>
              <a:rPr lang="en-US" b="1" dirty="0" err="1">
                <a:latin typeface="+mn-lt"/>
              </a:rPr>
              <a:t>ByteBuffer</a:t>
            </a:r>
            <a:endParaRPr lang="he-IL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אובייקט זיכרון יעיל במיוחד ל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/o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דרכו מתבצעת כל קריאה וכתיבה ב </a:t>
            </a:r>
            <a:r>
              <a:rPr lang="en-US" dirty="0">
                <a:latin typeface="+mn-lt"/>
              </a:rPr>
              <a:t>NIO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מוגדר מחוץ ל </a:t>
            </a:r>
            <a:r>
              <a:rPr lang="en-US" dirty="0">
                <a:latin typeface="+mn-lt"/>
              </a:rPr>
              <a:t>garbage collection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שומר מצב פנימי שמגדיר איפה מותר לכתוב ואיפה מותר לקרוא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 קריאה / כתיבה חלקית ללא איבוד נתונים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ByteBuffer</a:t>
            </a:r>
            <a:r>
              <a:rPr lang="en-US" dirty="0">
                <a:latin typeface="+mn-lt"/>
              </a:rPr>
              <a:t> != byte[]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914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95D7-46CB-8830-BF23-06350AD1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5742F-C7BE-6E04-AC1D-3F4460EAA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" r="5231"/>
          <a:stretch/>
        </p:blipFill>
        <p:spPr>
          <a:xfrm rot="159014">
            <a:off x="881394" y="1378898"/>
            <a:ext cx="7830651" cy="45715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2482C-AD5A-616E-04D1-E2848C87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 </a:t>
            </a:r>
            <a:r>
              <a:rPr lang="en-US" dirty="0"/>
              <a:t>reactor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EE9A-0637-0067-F62B-D666BBE15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088973"/>
            <a:ext cx="7740652" cy="54900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איך עובד </a:t>
            </a:r>
            <a:r>
              <a:rPr lang="en-US" b="1" dirty="0">
                <a:latin typeface="+mn-lt"/>
              </a:rPr>
              <a:t>reactor</a:t>
            </a:r>
            <a:r>
              <a:rPr lang="he-IL" b="1" dirty="0">
                <a:latin typeface="+mn-lt"/>
              </a:rPr>
              <a:t>?</a:t>
            </a:r>
            <a:endParaRPr lang="en-US" b="1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לולאה אחת מנהלת ריבוי חיבורים באמצעות אירועים קצרים, ללא חסימה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עבודות כבדות מופרדות מהלולאה המרכזית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019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01B1-192C-2C7A-1A69-CB91A70F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62AE-B83E-4ADF-7A8D-464E6C1A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 </a:t>
            </a:r>
            <a:r>
              <a:rPr lang="en-US" dirty="0"/>
              <a:t>reactor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EEBC-1492-EEA7-1C19-21CD63BA3E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448978"/>
            <a:ext cx="7830651" cy="5002324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b="1" dirty="0" err="1">
                <a:latin typeface="+mn-lt"/>
              </a:rPr>
              <a:t>פסאודו</a:t>
            </a:r>
            <a:r>
              <a:rPr lang="he-IL" b="1" dirty="0">
                <a:latin typeface="+mn-lt"/>
              </a:rPr>
              <a:t>-קוד של </a:t>
            </a:r>
            <a:r>
              <a:rPr lang="en-US" b="1" dirty="0">
                <a:latin typeface="+mn-lt"/>
              </a:rPr>
              <a:t>Reactor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אתחול: </a:t>
            </a:r>
          </a:p>
          <a:p>
            <a:pPr marL="1028700" lvl="1" indent="-342900" algn="r" rtl="1">
              <a:spcBef>
                <a:spcPts val="600"/>
              </a:spcBef>
            </a:pPr>
            <a:r>
              <a:rPr lang="he-IL" sz="2000" dirty="0">
                <a:cs typeface="Calibri" panose="020F0502020204030204" pitchFamily="34" charset="0"/>
              </a:rPr>
              <a:t>יצירת </a:t>
            </a:r>
            <a:r>
              <a:rPr lang="he-IL" sz="2000" u="sng" dirty="0">
                <a:cs typeface="Calibri" panose="020F0502020204030204" pitchFamily="34" charset="0"/>
              </a:rPr>
              <a:t>בורר</a:t>
            </a:r>
            <a:r>
              <a:rPr lang="he-IL" sz="2000" dirty="0">
                <a:cs typeface="Calibri" panose="020F0502020204030204" pitchFamily="34" charset="0"/>
              </a:rPr>
              <a:t> (</a:t>
            </a:r>
            <a:r>
              <a:rPr lang="en-US" sz="2000" dirty="0">
                <a:cs typeface="Calibri" panose="020F0502020204030204" pitchFamily="34" charset="0"/>
              </a:rPr>
              <a:t>selector</a:t>
            </a:r>
            <a:r>
              <a:rPr lang="he-IL" sz="2000" dirty="0">
                <a:cs typeface="Calibri" panose="020F0502020204030204" pitchFamily="34" charset="0"/>
              </a:rPr>
              <a:t>)</a:t>
            </a:r>
            <a:endParaRPr lang="en-US" sz="2000" dirty="0"/>
          </a:p>
          <a:p>
            <a:pPr marL="1028700" lvl="1" indent="-342900" algn="r" rtl="1">
              <a:spcBef>
                <a:spcPts val="600"/>
              </a:spcBef>
            </a:pPr>
            <a:r>
              <a:rPr lang="he-IL" sz="2000" dirty="0">
                <a:cs typeface="Calibri" panose="020F0502020204030204" pitchFamily="34" charset="0"/>
              </a:rPr>
              <a:t>רישום </a:t>
            </a:r>
            <a:r>
              <a:rPr lang="en-US" sz="2000" dirty="0"/>
              <a:t>server socket</a:t>
            </a:r>
            <a:r>
              <a:rPr lang="he-IL" sz="2000" dirty="0">
                <a:cs typeface="Calibri" panose="020F0502020204030204" pitchFamily="34" charset="0"/>
              </a:rPr>
              <a:t> לאירוע </a:t>
            </a:r>
            <a:r>
              <a:rPr lang="en-US" sz="2000" dirty="0"/>
              <a:t>accept</a:t>
            </a:r>
            <a:endParaRPr lang="he-IL" sz="2000" dirty="0">
              <a:cs typeface="Calibri" panose="020F0502020204030204" pitchFamily="34" charset="0"/>
            </a:endParaRPr>
          </a:p>
          <a:p>
            <a:pPr marL="1028700" lvl="1" indent="-342900" algn="r" rtl="1">
              <a:spcBef>
                <a:spcPts val="600"/>
              </a:spcBef>
            </a:pPr>
            <a:r>
              <a:rPr lang="he-IL" sz="2000" dirty="0">
                <a:cs typeface="Calibri" panose="020F0502020204030204" pitchFamily="34" charset="0"/>
              </a:rPr>
              <a:t>הכנת מפה לצורך המיפוי בין </a:t>
            </a:r>
            <a:r>
              <a:rPr lang="en-US" sz="2000" dirty="0"/>
              <a:t>connection</a:t>
            </a:r>
            <a:r>
              <a:rPr lang="he-IL" sz="2000" dirty="0">
                <a:cs typeface="Calibri" panose="020F0502020204030204" pitchFamily="34" charset="0"/>
              </a:rPr>
              <a:t> ל </a:t>
            </a:r>
            <a:r>
              <a:rPr lang="en-US" sz="2000" dirty="0"/>
              <a:t>states</a:t>
            </a:r>
            <a:endParaRPr lang="he-IL" sz="2000" dirty="0"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לולאה מרכזית:</a:t>
            </a:r>
          </a:p>
          <a:p>
            <a:pPr marL="1028700" lvl="1" indent="-342900" algn="r" rtl="1">
              <a:spcBef>
                <a:spcPts val="600"/>
              </a:spcBef>
            </a:pPr>
            <a:r>
              <a:rPr lang="he-IL" sz="2000" dirty="0">
                <a:cs typeface="Calibri" panose="020F0502020204030204" pitchFamily="34" charset="0"/>
              </a:rPr>
              <a:t>המתנה לאירועים בעזרת </a:t>
            </a:r>
            <a:r>
              <a:rPr lang="he-IL" sz="2000" u="sng" dirty="0">
                <a:cs typeface="Calibri" panose="020F0502020204030204" pitchFamily="34" charset="0"/>
              </a:rPr>
              <a:t>הבורר</a:t>
            </a:r>
          </a:p>
          <a:p>
            <a:pPr marL="1028700" lvl="1" indent="-342900" algn="r" rtl="1">
              <a:spcBef>
                <a:spcPts val="600"/>
              </a:spcBef>
            </a:pPr>
            <a:r>
              <a:rPr lang="he-IL" sz="2000" dirty="0">
                <a:cs typeface="Calibri" panose="020F0502020204030204" pitchFamily="34" charset="0"/>
              </a:rPr>
              <a:t>עבור כל אירוע מוכן:</a:t>
            </a:r>
          </a:p>
          <a:p>
            <a:pPr lvl="2" algn="r" rtl="1">
              <a:spcBef>
                <a:spcPts val="600"/>
              </a:spcBef>
            </a:pPr>
            <a:r>
              <a:rPr lang="he-IL" b="1" dirty="0">
                <a:cs typeface="Calibri" panose="020F0502020204030204" pitchFamily="34" charset="0"/>
              </a:rPr>
              <a:t>קבלה:</a:t>
            </a:r>
            <a:r>
              <a:rPr lang="he-IL" dirty="0">
                <a:cs typeface="Calibri" panose="020F0502020204030204" pitchFamily="34" charset="0"/>
              </a:rPr>
              <a:t> קבלת חיבור חדש; הגדרה כלא-חוסם; יצירת מצב חיבור; רישום לאירוע קריאה</a:t>
            </a:r>
          </a:p>
          <a:p>
            <a:pPr lvl="2" algn="r" rtl="1">
              <a:spcBef>
                <a:spcPts val="600"/>
              </a:spcBef>
            </a:pPr>
            <a:r>
              <a:rPr lang="he-IL" b="1" dirty="0">
                <a:cs typeface="Calibri" panose="020F0502020204030204" pitchFamily="34" charset="0"/>
              </a:rPr>
              <a:t>קריאה:</a:t>
            </a:r>
            <a:r>
              <a:rPr lang="he-IL" dirty="0">
                <a:cs typeface="Calibri" panose="020F0502020204030204" pitchFamily="34" charset="0"/>
              </a:rPr>
              <a:t> קריאת נתונים לקלט; חיבור נסגר </a:t>
            </a:r>
            <a:r>
              <a:rPr lang="en-IL" dirty="0"/>
              <a:t>⇽</a:t>
            </a:r>
            <a:r>
              <a:rPr lang="he-IL" dirty="0">
                <a:cs typeface="Calibri" panose="020F0502020204030204" pitchFamily="34" charset="0"/>
              </a:rPr>
              <a:t> סגירה וניקוי; התקבלה בקשה מלאה </a:t>
            </a:r>
            <a:r>
              <a:rPr lang="en-IL" dirty="0"/>
              <a:t>⇽</a:t>
            </a:r>
            <a:r>
              <a:rPr lang="he-IL" dirty="0">
                <a:cs typeface="Calibri" panose="020F0502020204030204" pitchFamily="34" charset="0"/>
              </a:rPr>
              <a:t> עיבוד לוגי ויצירת פלט</a:t>
            </a:r>
          </a:p>
          <a:p>
            <a:pPr lvl="2" algn="r" rtl="1">
              <a:spcBef>
                <a:spcPts val="600"/>
              </a:spcBef>
            </a:pPr>
            <a:r>
              <a:rPr lang="he-IL" b="1" dirty="0">
                <a:cs typeface="Calibri" panose="020F0502020204030204" pitchFamily="34" charset="0"/>
              </a:rPr>
              <a:t>כתיבה:</a:t>
            </a:r>
            <a:r>
              <a:rPr lang="he-IL" dirty="0">
                <a:cs typeface="Calibri" panose="020F0502020204030204" pitchFamily="34" charset="0"/>
              </a:rPr>
              <a:t> שליחת נתונים מהפלט; נתונים נשלחו </a:t>
            </a:r>
            <a:r>
              <a:rPr lang="en-IL" dirty="0"/>
              <a:t>⇽</a:t>
            </a:r>
            <a:r>
              <a:rPr lang="he-IL" dirty="0">
                <a:cs typeface="Calibri" panose="020F0502020204030204" pitchFamily="34" charset="0"/>
              </a:rPr>
              <a:t> חזרה להאזנה לקריאה</a:t>
            </a:r>
          </a:p>
          <a:p>
            <a:pPr lvl="2" algn="r" rtl="1">
              <a:spcBef>
                <a:spcPts val="600"/>
              </a:spcBef>
            </a:pPr>
            <a:r>
              <a:rPr lang="he-IL" b="1" dirty="0">
                <a:cs typeface="Calibri" panose="020F0502020204030204" pitchFamily="34" charset="0"/>
              </a:rPr>
              <a:t>במקרה של שגיאה:</a:t>
            </a:r>
            <a:r>
              <a:rPr lang="he-IL" dirty="0">
                <a:cs typeface="Calibri" panose="020F0502020204030204" pitchFamily="34" charset="0"/>
              </a:rPr>
              <a:t> ביטול האירוע; סגירת החיבור; ניקוי מצב</a:t>
            </a:r>
          </a:p>
        </p:txBody>
      </p:sp>
    </p:spTree>
    <p:extLst>
      <p:ext uri="{BB962C8B-B14F-4D97-AF65-F5344CB8AC3E}">
        <p14:creationId xmlns:p14="http://schemas.microsoft.com/office/powerpoint/2010/main" val="138000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EFF6-AB30-5EFD-2CEB-93C6C96B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2D43-A4E2-BFF3-931B-9134735E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 </a:t>
            </a:r>
            <a:r>
              <a:rPr lang="en-US" dirty="0"/>
              <a:t>reactor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67CD9-F916-ED52-2198-2D78D0C9F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0651" cy="509232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b="1" dirty="0"/>
              <a:t>מפתח-הרישום לאירועים (</a:t>
            </a:r>
            <a:r>
              <a:rPr lang="en-US" b="1" dirty="0"/>
              <a:t>selection key</a:t>
            </a:r>
            <a:r>
              <a:rPr lang="he-IL" b="1" dirty="0"/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הרישום מוגדר באובייקט </a:t>
            </a:r>
            <a:r>
              <a:rPr lang="en-US" dirty="0"/>
              <a:t>selection key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הפונקציה </a:t>
            </a:r>
            <a:r>
              <a:rPr lang="en-US" dirty="0" err="1"/>
              <a:t>interestOps</a:t>
            </a:r>
            <a:r>
              <a:rPr lang="he-IL" dirty="0"/>
              <a:t> מקבלת את האירועים שמעניינים אותנו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cs typeface="Calibri" panose="020F0502020204030204" pitchFamily="34" charset="0"/>
              </a:rPr>
              <a:t>הפונקציה </a:t>
            </a:r>
            <a:r>
              <a:rPr lang="en-US" dirty="0" err="1">
                <a:cs typeface="Calibri" panose="020F0502020204030204" pitchFamily="34" charset="0"/>
              </a:rPr>
              <a:t>readyOps</a:t>
            </a:r>
            <a:r>
              <a:rPr lang="he-IL" dirty="0">
                <a:cs typeface="Calibri" panose="020F0502020204030204" pitchFamily="34" charset="0"/>
              </a:rPr>
              <a:t> מחזירה את האירועים שקרו בפועל</a:t>
            </a:r>
          </a:p>
          <a:p>
            <a:pPr>
              <a:spcBef>
                <a:spcPts val="600"/>
              </a:spcBef>
            </a:pPr>
            <a:r>
              <a:rPr lang="he-IL" dirty="0">
                <a:cs typeface="Calibri" panose="020F0502020204030204" pitchFamily="34" charset="0"/>
              </a:rPr>
              <a:t>שימוש טיפוסי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נרשמים ל </a:t>
            </a:r>
            <a:r>
              <a:rPr lang="en-US" dirty="0"/>
              <a:t>read</a:t>
            </a:r>
            <a:r>
              <a:rPr lang="he-IL" dirty="0"/>
              <a:t> כאשר צריך לקרוא </a:t>
            </a:r>
            <a:r>
              <a:rPr lang="he-IL" dirty="0" err="1"/>
              <a:t>מהסוקט</a:t>
            </a:r>
            <a:endParaRPr lang="he-IL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cs typeface="Calibri" panose="020F0502020204030204" pitchFamily="34" charset="0"/>
              </a:rPr>
              <a:t>נרשמים ל </a:t>
            </a:r>
            <a:r>
              <a:rPr lang="en-US" dirty="0">
                <a:cs typeface="Calibri" panose="020F0502020204030204" pitchFamily="34" charset="0"/>
              </a:rPr>
              <a:t>write</a:t>
            </a:r>
            <a:r>
              <a:rPr lang="he-IL" dirty="0">
                <a:cs typeface="Calibri" panose="020F0502020204030204" pitchFamily="34" charset="0"/>
              </a:rPr>
              <a:t> כאשר יש מה לכתוב </a:t>
            </a:r>
            <a:r>
              <a:rPr lang="he-IL" dirty="0" err="1">
                <a:cs typeface="Calibri" panose="020F0502020204030204" pitchFamily="34" charset="0"/>
              </a:rPr>
              <a:t>לסוקט</a:t>
            </a:r>
            <a:endParaRPr lang="he-IL" dirty="0"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cs typeface="Calibri" panose="020F0502020204030204" pitchFamily="34" charset="0"/>
              </a:rPr>
              <a:t>מבטלים </a:t>
            </a:r>
            <a:r>
              <a:rPr lang="en-US" dirty="0">
                <a:cs typeface="Calibri" panose="020F0502020204030204" pitchFamily="34" charset="0"/>
              </a:rPr>
              <a:t>write</a:t>
            </a:r>
            <a:r>
              <a:rPr lang="he-IL" dirty="0">
                <a:cs typeface="Calibri" panose="020F0502020204030204" pitchFamily="34" charset="0"/>
              </a:rPr>
              <a:t> כשסיימנו לכתוב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 err="1"/>
              <a:t>בדר"כ</a:t>
            </a:r>
            <a:r>
              <a:rPr lang="he-IL" dirty="0"/>
              <a:t> משאירים </a:t>
            </a:r>
            <a:r>
              <a:rPr lang="en-US" dirty="0"/>
              <a:t>read</a:t>
            </a:r>
            <a:endParaRPr lang="he-IL" dirty="0"/>
          </a:p>
          <a:p>
            <a:pPr>
              <a:spcBef>
                <a:spcPts val="600"/>
              </a:spcBef>
            </a:pPr>
            <a:r>
              <a:rPr lang="he-IL" dirty="0"/>
              <a:t>מתי מכבים </a:t>
            </a:r>
            <a:r>
              <a:rPr lang="en-US" dirty="0"/>
              <a:t>read</a:t>
            </a:r>
            <a:r>
              <a:rPr lang="he-IL" dirty="0"/>
              <a:t>?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למשל כשיש עומס או תורי הפלט מלאים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אבל אז בקשות יתחילו להצטבר במערכת ההפעלה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שרת לא קורא </a:t>
            </a:r>
            <a:r>
              <a:rPr lang="en-IL" dirty="0"/>
              <a:t>⇽</a:t>
            </a:r>
            <a:r>
              <a:rPr lang="he-IL" dirty="0"/>
              <a:t> </a:t>
            </a:r>
            <a:r>
              <a:rPr lang="en-US" dirty="0"/>
              <a:t>TCP</a:t>
            </a:r>
            <a:r>
              <a:rPr lang="he-IL" dirty="0"/>
              <a:t> מתחיל להאט (זו הגנה)</a:t>
            </a:r>
            <a:endParaRPr lang="en-US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he-IL" dirty="0"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e-IL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75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CBFC-8AF3-F7C9-159D-6B1384F4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53E9-23A2-CABE-FEE2-3FB8BE307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 </a:t>
            </a:r>
            <a:r>
              <a:rPr lang="en-US" dirty="0"/>
              <a:t>reactor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3F1E8-49B6-D66C-6082-60A35399319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268976"/>
            <a:ext cx="7830651" cy="518232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dirty="0"/>
              <a:t>דוגמה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selector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selector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selectedKeys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hasNext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remove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isAcceptable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accept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(server, selector);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isReadable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(key,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dir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isWritable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(key);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  </a:t>
            </a:r>
            <a:r>
              <a:rPr lang="en-IL" dirty="0"/>
              <a:t>⋮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9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0E8C-FDBF-7F0D-7180-8B1746C8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B384-9F92-DDCE-ADAD-205F779E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 </a:t>
            </a:r>
            <a:r>
              <a:rPr lang="en-US" dirty="0"/>
              <a:t>reactor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D1CBB-9A36-50EB-4DF6-AD62401D1A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268976"/>
            <a:ext cx="7830651" cy="518232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b="1" dirty="0">
                <a:solidFill>
                  <a:srgbClr val="3B3B3B"/>
                </a:solidFill>
                <a:latin typeface="Consolas" panose="020B0609020204030204" pitchFamily="49" charset="0"/>
              </a:rPr>
              <a:t>טעויות נפוצות</a:t>
            </a:r>
            <a:endParaRPr lang="he-IL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השארת </a:t>
            </a:r>
            <a:r>
              <a:rPr lang="en-US" dirty="0"/>
              <a:t>write</a:t>
            </a:r>
            <a:r>
              <a:rPr lang="he-IL" dirty="0"/>
              <a:t> דולק – גורם ל </a:t>
            </a:r>
            <a:r>
              <a:rPr lang="en-US" dirty="0"/>
              <a:t>busy spin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קריאה ללא הגבלה – ממלאת את הבאפרים והתורים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ביצוע לולאה כבדה (או </a:t>
            </a:r>
            <a:r>
              <a:rPr lang="en-US" dirty="0"/>
              <a:t>blocking</a:t>
            </a:r>
            <a:r>
              <a:rPr lang="he-IL" dirty="0"/>
              <a:t>) בחוט הראשי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שינוי </a:t>
            </a:r>
            <a:r>
              <a:rPr lang="en-US" dirty="0" err="1"/>
              <a:t>interestOps</a:t>
            </a:r>
            <a:r>
              <a:rPr lang="he-IL" dirty="0"/>
              <a:t> מחוט שאינו הראשי</a:t>
            </a:r>
          </a:p>
          <a:p>
            <a:pPr>
              <a:spcBef>
                <a:spcPts val="600"/>
              </a:spcBef>
            </a:pPr>
            <a:r>
              <a:rPr lang="he-IL" b="1" dirty="0"/>
              <a:t>מה </a:t>
            </a:r>
            <a:r>
              <a:rPr lang="en-US" b="1" dirty="0"/>
              <a:t>reactor</a:t>
            </a:r>
            <a:r>
              <a:rPr lang="he-IL" b="1" dirty="0"/>
              <a:t> לא פותר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מאיץ חישובים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מחליף </a:t>
            </a:r>
            <a:r>
              <a:rPr lang="en-US" dirty="0"/>
              <a:t>thread pool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מבטיח הוגנות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חיבור "רועש" יכול להשתלט (אם לא מגבילים אותו)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פותר בעיות לוגיות (כמו </a:t>
            </a:r>
            <a:r>
              <a:rPr lang="en-US" dirty="0"/>
              <a:t>deadlock</a:t>
            </a:r>
            <a:r>
              <a:rPr lang="he-IL" dirty="0"/>
              <a:t>)</a:t>
            </a:r>
          </a:p>
          <a:p>
            <a:pPr>
              <a:spcBef>
                <a:spcPts val="600"/>
              </a:spcBef>
            </a:pPr>
            <a:r>
              <a:rPr lang="he-IL" dirty="0"/>
              <a:t>מתי להשתמש ב </a:t>
            </a:r>
            <a:r>
              <a:rPr lang="en-US" dirty="0"/>
              <a:t>reactor</a:t>
            </a:r>
            <a:r>
              <a:rPr lang="he-IL"/>
              <a:t>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598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13573</TotalTime>
  <Words>1324</Words>
  <Application>Microsoft Office PowerPoint</Application>
  <PresentationFormat>On-screen Show (4:3)</PresentationFormat>
  <Paragraphs>242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פרק 11: Reactor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סוגי שרתים</vt:lpstr>
      <vt:lpstr>מונחים ב NIO</vt:lpstr>
      <vt:lpstr>מונחים ב NIO</vt:lpstr>
      <vt:lpstr>מודל ה reactor</vt:lpstr>
      <vt:lpstr>מודל ה reactor</vt:lpstr>
      <vt:lpstr>מודל ה reactor</vt:lpstr>
      <vt:lpstr>מודל ה reactor</vt:lpstr>
      <vt:lpstr>מודל ה reactor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2025-12-24T17:17:26Z</dcterms:modified>
</cp:coreProperties>
</file>