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541" r:id="rId2"/>
    <p:sldId id="840" r:id="rId3"/>
    <p:sldId id="839" r:id="rId4"/>
    <p:sldId id="838" r:id="rId5"/>
    <p:sldId id="848" r:id="rId6"/>
    <p:sldId id="845" r:id="rId7"/>
    <p:sldId id="843" r:id="rId8"/>
    <p:sldId id="842" r:id="rId9"/>
    <p:sldId id="847" r:id="rId10"/>
    <p:sldId id="849" r:id="rId11"/>
    <p:sldId id="850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42527C-F503-4D38-A42E-21CFEB250ABE}" v="3514" dt="2026-01-07T06:53:40.924"/>
    <p1510:client id="{CF094393-08DB-46E5-AD97-A8A7F1A5B837}" v="1298" dt="2026-01-07T09:28:07.4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389" autoAdjust="0"/>
    <p:restoredTop sz="62513" autoAdjust="0"/>
  </p:normalViewPr>
  <p:slideViewPr>
    <p:cSldViewPr>
      <p:cViewPr varScale="1">
        <p:scale>
          <a:sx n="64" d="100"/>
          <a:sy n="64" d="100"/>
        </p:scale>
        <p:origin x="1086" y="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320"/>
    </p:cViewPr>
  </p:sorterViewPr>
  <p:notesViewPr>
    <p:cSldViewPr>
      <p:cViewPr varScale="1">
        <p:scale>
          <a:sx n="65" d="100"/>
          <a:sy n="65" d="100"/>
        </p:scale>
        <p:origin x="4052" y="64"/>
      </p:cViewPr>
      <p:guideLst/>
    </p:cSldViewPr>
  </p:notesViewPr>
  <p:gridSpacing cx="90001" cy="90001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l R." userId="03e9e69c0e8a7741" providerId="LiveId" clId="{7E8451C7-0DB5-4F3D-8DC4-447DBD27B8B8}"/>
    <pc:docChg chg="undo custSel addSld delSld modSld sldOrd">
      <pc:chgData name="Tal R." userId="03e9e69c0e8a7741" providerId="LiveId" clId="{7E8451C7-0DB5-4F3D-8DC4-447DBD27B8B8}" dt="2026-01-07T09:28:07.475" v="3950"/>
      <pc:docMkLst>
        <pc:docMk/>
      </pc:docMkLst>
      <pc:sldChg chg="modSp mod">
        <pc:chgData name="Tal R." userId="03e9e69c0e8a7741" providerId="LiveId" clId="{7E8451C7-0DB5-4F3D-8DC4-447DBD27B8B8}" dt="2026-01-07T09:24:21.588" v="3850" actId="20577"/>
        <pc:sldMkLst>
          <pc:docMk/>
          <pc:sldMk cId="467981463" sldId="541"/>
        </pc:sldMkLst>
        <pc:spChg chg="mod">
          <ac:chgData name="Tal R." userId="03e9e69c0e8a7741" providerId="LiveId" clId="{7E8451C7-0DB5-4F3D-8DC4-447DBD27B8B8}" dt="2026-01-07T09:24:21.588" v="3850" actId="20577"/>
          <ac:spMkLst>
            <pc:docMk/>
            <pc:sldMk cId="467981463" sldId="541"/>
            <ac:spMk id="2" creationId="{63C98D00-06F6-E602-6C47-76C2BA233264}"/>
          </ac:spMkLst>
        </pc:spChg>
      </pc:sldChg>
      <pc:sldChg chg="modSp mod">
        <pc:chgData name="Tal R." userId="03e9e69c0e8a7741" providerId="LiveId" clId="{7E8451C7-0DB5-4F3D-8DC4-447DBD27B8B8}" dt="2026-01-07T09:27:54.023" v="3941"/>
        <pc:sldMkLst>
          <pc:docMk/>
          <pc:sldMk cId="1194286296" sldId="838"/>
        </pc:sldMkLst>
        <pc:spChg chg="mod">
          <ac:chgData name="Tal R." userId="03e9e69c0e8a7741" providerId="LiveId" clId="{7E8451C7-0DB5-4F3D-8DC4-447DBD27B8B8}" dt="2026-01-07T09:27:54.023" v="3941"/>
          <ac:spMkLst>
            <pc:docMk/>
            <pc:sldMk cId="1194286296" sldId="838"/>
            <ac:spMk id="2" creationId="{83E37C14-1B44-A50A-5358-F59BAB441B8A}"/>
          </ac:spMkLst>
        </pc:spChg>
      </pc:sldChg>
      <pc:sldChg chg="modSp">
        <pc:chgData name="Tal R." userId="03e9e69c0e8a7741" providerId="LiveId" clId="{7E8451C7-0DB5-4F3D-8DC4-447DBD27B8B8}" dt="2026-01-07T09:28:07.475" v="3950"/>
        <pc:sldMkLst>
          <pc:docMk/>
          <pc:sldMk cId="3645224220" sldId="839"/>
        </pc:sldMkLst>
        <pc:spChg chg="mod">
          <ac:chgData name="Tal R." userId="03e9e69c0e8a7741" providerId="LiveId" clId="{7E8451C7-0DB5-4F3D-8DC4-447DBD27B8B8}" dt="2026-01-07T09:28:07.475" v="3950"/>
          <ac:spMkLst>
            <pc:docMk/>
            <pc:sldMk cId="3645224220" sldId="839"/>
            <ac:spMk id="2" creationId="{60E1C4E8-E935-CC55-2AD3-06C099D383E4}"/>
          </ac:spMkLst>
        </pc:spChg>
        <pc:spChg chg="mod">
          <ac:chgData name="Tal R." userId="03e9e69c0e8a7741" providerId="LiveId" clId="{7E8451C7-0DB5-4F3D-8DC4-447DBD27B8B8}" dt="2026-01-07T09:25:02.531" v="3866" actId="20577"/>
          <ac:spMkLst>
            <pc:docMk/>
            <pc:sldMk cId="3645224220" sldId="839"/>
            <ac:spMk id="3" creationId="{630131C7-5EA2-65F3-C2A9-61F789C2ED9C}"/>
          </ac:spMkLst>
        </pc:spChg>
      </pc:sldChg>
      <pc:sldChg chg="modSp mod">
        <pc:chgData name="Tal R." userId="03e9e69c0e8a7741" providerId="LiveId" clId="{7E8451C7-0DB5-4F3D-8DC4-447DBD27B8B8}" dt="2026-01-07T09:28:02.983" v="3949" actId="20577"/>
        <pc:sldMkLst>
          <pc:docMk/>
          <pc:sldMk cId="4098117921" sldId="840"/>
        </pc:sldMkLst>
        <pc:spChg chg="mod">
          <ac:chgData name="Tal R." userId="03e9e69c0e8a7741" providerId="LiveId" clId="{7E8451C7-0DB5-4F3D-8DC4-447DBD27B8B8}" dt="2026-01-07T09:28:02.983" v="3949" actId="20577"/>
          <ac:spMkLst>
            <pc:docMk/>
            <pc:sldMk cId="4098117921" sldId="840"/>
            <ac:spMk id="2" creationId="{3FC3CE9D-DF27-61FC-4B1F-34F6F118BC60}"/>
          </ac:spMkLst>
        </pc:spChg>
      </pc:sldChg>
      <pc:sldChg chg="modSp mod">
        <pc:chgData name="Tal R." userId="03e9e69c0e8a7741" providerId="LiveId" clId="{7E8451C7-0DB5-4F3D-8DC4-447DBD27B8B8}" dt="2026-01-07T09:27:25.410" v="3918" actId="20577"/>
        <pc:sldMkLst>
          <pc:docMk/>
          <pc:sldMk cId="3097747583" sldId="842"/>
        </pc:sldMkLst>
        <pc:spChg chg="mod">
          <ac:chgData name="Tal R." userId="03e9e69c0e8a7741" providerId="LiveId" clId="{7E8451C7-0DB5-4F3D-8DC4-447DBD27B8B8}" dt="2026-01-07T09:27:25.410" v="3918" actId="20577"/>
          <ac:spMkLst>
            <pc:docMk/>
            <pc:sldMk cId="3097747583" sldId="842"/>
            <ac:spMk id="2" creationId="{792A6512-62C6-2130-EF30-FAD3EA0F1C11}"/>
          </ac:spMkLst>
        </pc:spChg>
      </pc:sldChg>
      <pc:sldChg chg="modSp mod">
        <pc:chgData name="Tal R." userId="03e9e69c0e8a7741" providerId="LiveId" clId="{7E8451C7-0DB5-4F3D-8DC4-447DBD27B8B8}" dt="2026-01-07T09:27:34.203" v="3924" actId="20577"/>
        <pc:sldMkLst>
          <pc:docMk/>
          <pc:sldMk cId="3123409647" sldId="843"/>
        </pc:sldMkLst>
        <pc:spChg chg="mod">
          <ac:chgData name="Tal R." userId="03e9e69c0e8a7741" providerId="LiveId" clId="{7E8451C7-0DB5-4F3D-8DC4-447DBD27B8B8}" dt="2026-01-07T09:27:34.203" v="3924" actId="20577"/>
          <ac:spMkLst>
            <pc:docMk/>
            <pc:sldMk cId="3123409647" sldId="843"/>
            <ac:spMk id="2" creationId="{6E0C3048-424D-F364-3827-741681E12FD0}"/>
          </ac:spMkLst>
        </pc:spChg>
      </pc:sldChg>
      <pc:sldChg chg="modSp">
        <pc:chgData name="Tal R." userId="03e9e69c0e8a7741" providerId="LiveId" clId="{7E8451C7-0DB5-4F3D-8DC4-447DBD27B8B8}" dt="2026-01-07T09:27:41.895" v="3926"/>
        <pc:sldMkLst>
          <pc:docMk/>
          <pc:sldMk cId="2655785338" sldId="845"/>
        </pc:sldMkLst>
        <pc:spChg chg="mod">
          <ac:chgData name="Tal R." userId="03e9e69c0e8a7741" providerId="LiveId" clId="{7E8451C7-0DB5-4F3D-8DC4-447DBD27B8B8}" dt="2026-01-07T09:27:41.895" v="3926"/>
          <ac:spMkLst>
            <pc:docMk/>
            <pc:sldMk cId="2655785338" sldId="845"/>
            <ac:spMk id="2" creationId="{5CE1B283-6219-9962-DD42-B90EA4A8A40A}"/>
          </ac:spMkLst>
        </pc:spChg>
      </pc:sldChg>
      <pc:sldChg chg="modSp mod modAnim">
        <pc:chgData name="Tal R." userId="03e9e69c0e8a7741" providerId="LiveId" clId="{7E8451C7-0DB5-4F3D-8DC4-447DBD27B8B8}" dt="2026-01-07T09:27:06.393" v="3908" actId="20577"/>
        <pc:sldMkLst>
          <pc:docMk/>
          <pc:sldMk cId="1856256470" sldId="847"/>
        </pc:sldMkLst>
        <pc:spChg chg="mod">
          <ac:chgData name="Tal R." userId="03e9e69c0e8a7741" providerId="LiveId" clId="{7E8451C7-0DB5-4F3D-8DC4-447DBD27B8B8}" dt="2026-01-07T09:27:06.393" v="3908" actId="20577"/>
          <ac:spMkLst>
            <pc:docMk/>
            <pc:sldMk cId="1856256470" sldId="847"/>
            <ac:spMk id="2" creationId="{6EF75014-F119-4A69-E408-CA5D4080A09D}"/>
          </ac:spMkLst>
        </pc:spChg>
        <pc:spChg chg="mod">
          <ac:chgData name="Tal R." userId="03e9e69c0e8a7741" providerId="LiveId" clId="{7E8451C7-0DB5-4F3D-8DC4-447DBD27B8B8}" dt="2026-01-07T08:27:04.311" v="2826"/>
          <ac:spMkLst>
            <pc:docMk/>
            <pc:sldMk cId="1856256470" sldId="847"/>
            <ac:spMk id="3" creationId="{8404E0A4-8AB9-F2E4-3DC9-1975FE801D45}"/>
          </ac:spMkLst>
        </pc:spChg>
      </pc:sldChg>
      <pc:sldChg chg="modSp mod">
        <pc:chgData name="Tal R." userId="03e9e69c0e8a7741" providerId="LiveId" clId="{7E8451C7-0DB5-4F3D-8DC4-447DBD27B8B8}" dt="2026-01-07T09:27:50.722" v="3940" actId="20577"/>
        <pc:sldMkLst>
          <pc:docMk/>
          <pc:sldMk cId="1743820256" sldId="848"/>
        </pc:sldMkLst>
        <pc:spChg chg="mod">
          <ac:chgData name="Tal R." userId="03e9e69c0e8a7741" providerId="LiveId" clId="{7E8451C7-0DB5-4F3D-8DC4-447DBD27B8B8}" dt="2026-01-07T09:27:50.722" v="3940" actId="20577"/>
          <ac:spMkLst>
            <pc:docMk/>
            <pc:sldMk cId="1743820256" sldId="848"/>
            <ac:spMk id="2" creationId="{78342878-1298-77CA-7786-23FF6AAE15EF}"/>
          </ac:spMkLst>
        </pc:spChg>
      </pc:sldChg>
      <pc:sldChg chg="modSp add mod modAnim">
        <pc:chgData name="Tal R." userId="03e9e69c0e8a7741" providerId="LiveId" clId="{7E8451C7-0DB5-4F3D-8DC4-447DBD27B8B8}" dt="2026-01-07T09:26:49.419" v="3891" actId="20577"/>
        <pc:sldMkLst>
          <pc:docMk/>
          <pc:sldMk cId="1386289900" sldId="849"/>
        </pc:sldMkLst>
        <pc:spChg chg="mod">
          <ac:chgData name="Tal R." userId="03e9e69c0e8a7741" providerId="LiveId" clId="{7E8451C7-0DB5-4F3D-8DC4-447DBD27B8B8}" dt="2026-01-07T09:26:46.609" v="3890" actId="20577"/>
          <ac:spMkLst>
            <pc:docMk/>
            <pc:sldMk cId="1386289900" sldId="849"/>
            <ac:spMk id="2" creationId="{2A2E8472-CCD4-B57A-A612-FB332D96FA43}"/>
          </ac:spMkLst>
        </pc:spChg>
        <pc:spChg chg="mod">
          <ac:chgData name="Tal R." userId="03e9e69c0e8a7741" providerId="LiveId" clId="{7E8451C7-0DB5-4F3D-8DC4-447DBD27B8B8}" dt="2026-01-07T09:26:49.419" v="3891" actId="20577"/>
          <ac:spMkLst>
            <pc:docMk/>
            <pc:sldMk cId="1386289900" sldId="849"/>
            <ac:spMk id="3" creationId="{2F6DA8B2-2352-FE41-12CF-41AC73BE05A4}"/>
          </ac:spMkLst>
        </pc:spChg>
      </pc:sldChg>
      <pc:sldChg chg="modSp add mod modAnim">
        <pc:chgData name="Tal R." userId="03e9e69c0e8a7741" providerId="LiveId" clId="{7E8451C7-0DB5-4F3D-8DC4-447DBD27B8B8}" dt="2026-01-07T09:26:56.446" v="3892"/>
        <pc:sldMkLst>
          <pc:docMk/>
          <pc:sldMk cId="2627773664" sldId="850"/>
        </pc:sldMkLst>
        <pc:spChg chg="mod">
          <ac:chgData name="Tal R." userId="03e9e69c0e8a7741" providerId="LiveId" clId="{7E8451C7-0DB5-4F3D-8DC4-447DBD27B8B8}" dt="2026-01-07T09:26:56.446" v="3892"/>
          <ac:spMkLst>
            <pc:docMk/>
            <pc:sldMk cId="2627773664" sldId="850"/>
            <ac:spMk id="2" creationId="{13FDCA49-AD6E-BCA8-F6FB-138E710676F8}"/>
          </ac:spMkLst>
        </pc:spChg>
        <pc:spChg chg="mod">
          <ac:chgData name="Tal R." userId="03e9e69c0e8a7741" providerId="LiveId" clId="{7E8451C7-0DB5-4F3D-8DC4-447DBD27B8B8}" dt="2026-01-07T08:50:41.015" v="3816" actId="14100"/>
          <ac:spMkLst>
            <pc:docMk/>
            <pc:sldMk cId="2627773664" sldId="850"/>
            <ac:spMk id="3" creationId="{6A6CE531-E510-64F6-F0D9-92A16A58C55B}"/>
          </ac:spMkLst>
        </pc:spChg>
      </pc:sldChg>
    </pc:docChg>
  </pc:docChgLst>
  <pc:docChgLst>
    <pc:chgData name="Tal R." userId="03e9e69c0e8a7741" providerId="LiveId" clId="{012321CB-D30F-40A1-894C-E46D43B30E68}"/>
    <pc:docChg chg="undo redo custSel addSld delSld modSld sldOrd modMainMaster">
      <pc:chgData name="Tal R." userId="03e9e69c0e8a7741" providerId="LiveId" clId="{012321CB-D30F-40A1-894C-E46D43B30E68}" dt="2026-01-07T06:53:40.924" v="23554" actId="20577"/>
      <pc:docMkLst>
        <pc:docMk/>
      </pc:docMkLst>
      <pc:sldChg chg="delSp modSp mod">
        <pc:chgData name="Tal R." userId="03e9e69c0e8a7741" providerId="LiveId" clId="{012321CB-D30F-40A1-894C-E46D43B30E68}" dt="2026-01-06T15:23:23.586" v="19194" actId="20577"/>
        <pc:sldMkLst>
          <pc:docMk/>
          <pc:sldMk cId="467981463" sldId="541"/>
        </pc:sldMkLst>
        <pc:spChg chg="mod">
          <ac:chgData name="Tal R." userId="03e9e69c0e8a7741" providerId="LiveId" clId="{012321CB-D30F-40A1-894C-E46D43B30E68}" dt="2026-01-06T15:23:23.586" v="19194" actId="20577"/>
          <ac:spMkLst>
            <pc:docMk/>
            <pc:sldMk cId="467981463" sldId="541"/>
            <ac:spMk id="2" creationId="{63C98D00-06F6-E602-6C47-76C2BA233264}"/>
          </ac:spMkLst>
        </pc:spChg>
      </pc:sldChg>
      <pc:sldChg chg="addSp delSp modSp del mod addAnim delAnim modAnim">
        <pc:chgData name="Tal R." userId="03e9e69c0e8a7741" providerId="LiveId" clId="{012321CB-D30F-40A1-894C-E46D43B30E68}" dt="2026-01-06T17:49:18.279" v="19937" actId="47"/>
        <pc:sldMkLst>
          <pc:docMk/>
          <pc:sldMk cId="225474920" sldId="816"/>
        </pc:sldMkLst>
        <pc:spChg chg="mod">
          <ac:chgData name="Tal R." userId="03e9e69c0e8a7741" providerId="LiveId" clId="{012321CB-D30F-40A1-894C-E46D43B30E68}" dt="2026-01-06T15:23:54.533" v="19204" actId="20577"/>
          <ac:spMkLst>
            <pc:docMk/>
            <pc:sldMk cId="225474920" sldId="816"/>
            <ac:spMk id="2" creationId="{7A8D766D-E294-A129-1705-3671D8954BF8}"/>
          </ac:spMkLst>
        </pc:spChg>
        <pc:spChg chg="add del mod">
          <ac:chgData name="Tal R." userId="03e9e69c0e8a7741" providerId="LiveId" clId="{012321CB-D30F-40A1-894C-E46D43B30E68}" dt="2026-01-06T15:27:51.439" v="19528" actId="5793"/>
          <ac:spMkLst>
            <pc:docMk/>
            <pc:sldMk cId="225474920" sldId="816"/>
            <ac:spMk id="3" creationId="{4A55E0EB-BFD7-C9A1-8CAE-8C054552E128}"/>
          </ac:spMkLst>
        </pc:spChg>
        <pc:picChg chg="add mod">
          <ac:chgData name="Tal R." userId="03e9e69c0e8a7741" providerId="LiveId" clId="{012321CB-D30F-40A1-894C-E46D43B30E68}" dt="2026-01-06T15:32:13.956" v="19575" actId="14100"/>
          <ac:picMkLst>
            <pc:docMk/>
            <pc:sldMk cId="225474920" sldId="816"/>
            <ac:picMk id="5" creationId="{E3BA82A5-EAAC-8E80-4BD7-BB32523E80E4}"/>
          </ac:picMkLst>
        </pc:picChg>
        <pc:picChg chg="add del mod modCrop">
          <ac:chgData name="Tal R." userId="03e9e69c0e8a7741" providerId="LiveId" clId="{012321CB-D30F-40A1-894C-E46D43B30E68}" dt="2026-01-06T15:26:40.798" v="19412" actId="478"/>
          <ac:picMkLst>
            <pc:docMk/>
            <pc:sldMk cId="225474920" sldId="816"/>
            <ac:picMk id="6" creationId="{462E36C8-13AF-DCE2-936F-84193275C219}"/>
          </ac:picMkLst>
        </pc:picChg>
      </pc:sldChg>
      <pc:sldChg chg="addSp delSp modSp add del mod">
        <pc:chgData name="Tal R." userId="03e9e69c0e8a7741" providerId="LiveId" clId="{012321CB-D30F-40A1-894C-E46D43B30E68}" dt="2026-01-06T15:26:18.966" v="19408" actId="47"/>
        <pc:sldMkLst>
          <pc:docMk/>
          <pc:sldMk cId="3091931085" sldId="817"/>
        </pc:sldMkLst>
      </pc:sldChg>
      <pc:sldChg chg="modSp add del mod modAnim">
        <pc:chgData name="Tal R." userId="03e9e69c0e8a7741" providerId="LiveId" clId="{012321CB-D30F-40A1-894C-E46D43B30E68}" dt="2026-01-06T15:26:18.966" v="19408" actId="47"/>
        <pc:sldMkLst>
          <pc:docMk/>
          <pc:sldMk cId="2440046813" sldId="818"/>
        </pc:sldMkLst>
      </pc:sldChg>
      <pc:sldChg chg="modSp add del mod">
        <pc:chgData name="Tal R." userId="03e9e69c0e8a7741" providerId="LiveId" clId="{012321CB-D30F-40A1-894C-E46D43B30E68}" dt="2026-01-06T15:26:18.966" v="19408" actId="47"/>
        <pc:sldMkLst>
          <pc:docMk/>
          <pc:sldMk cId="2338798404" sldId="819"/>
        </pc:sldMkLst>
      </pc:sldChg>
      <pc:sldChg chg="addSp delSp modSp add del mod addAnim delAnim modAnim">
        <pc:chgData name="Tal R." userId="03e9e69c0e8a7741" providerId="LiveId" clId="{012321CB-D30F-40A1-894C-E46D43B30E68}" dt="2026-01-06T15:26:18.966" v="19408" actId="47"/>
        <pc:sldMkLst>
          <pc:docMk/>
          <pc:sldMk cId="1422595723" sldId="820"/>
        </pc:sldMkLst>
      </pc:sldChg>
      <pc:sldChg chg="modSp add del modAnim">
        <pc:chgData name="Tal R." userId="03e9e69c0e8a7741" providerId="LiveId" clId="{012321CB-D30F-40A1-894C-E46D43B30E68}" dt="2026-01-06T15:26:18.966" v="19408" actId="47"/>
        <pc:sldMkLst>
          <pc:docMk/>
          <pc:sldMk cId="851530981" sldId="821"/>
        </pc:sldMkLst>
      </pc:sldChg>
      <pc:sldChg chg="modSp add del mod modAnim">
        <pc:chgData name="Tal R." userId="03e9e69c0e8a7741" providerId="LiveId" clId="{012321CB-D30F-40A1-894C-E46D43B30E68}" dt="2026-01-06T15:26:18.966" v="19408" actId="47"/>
        <pc:sldMkLst>
          <pc:docMk/>
          <pc:sldMk cId="2042558098" sldId="822"/>
        </pc:sldMkLst>
      </pc:sldChg>
      <pc:sldChg chg="addSp modSp add del mod modAnim">
        <pc:chgData name="Tal R." userId="03e9e69c0e8a7741" providerId="LiveId" clId="{012321CB-D30F-40A1-894C-E46D43B30E68}" dt="2026-01-06T15:26:18.966" v="19408" actId="47"/>
        <pc:sldMkLst>
          <pc:docMk/>
          <pc:sldMk cId="1430195461" sldId="823"/>
        </pc:sldMkLst>
      </pc:sldChg>
      <pc:sldChg chg="modSp add del modAnim">
        <pc:chgData name="Tal R." userId="03e9e69c0e8a7741" providerId="LiveId" clId="{012321CB-D30F-40A1-894C-E46D43B30E68}" dt="2026-01-06T15:26:18.966" v="19408" actId="47"/>
        <pc:sldMkLst>
          <pc:docMk/>
          <pc:sldMk cId="1279147743" sldId="824"/>
        </pc:sldMkLst>
      </pc:sldChg>
      <pc:sldChg chg="modSp add del mod ord modAnim">
        <pc:chgData name="Tal R." userId="03e9e69c0e8a7741" providerId="LiveId" clId="{012321CB-D30F-40A1-894C-E46D43B30E68}" dt="2026-01-06T15:26:18.966" v="19408" actId="47"/>
        <pc:sldMkLst>
          <pc:docMk/>
          <pc:sldMk cId="1380005059" sldId="825"/>
        </pc:sldMkLst>
      </pc:sldChg>
      <pc:sldChg chg="modSp add del mod modAnim">
        <pc:chgData name="Tal R." userId="03e9e69c0e8a7741" providerId="LiveId" clId="{012321CB-D30F-40A1-894C-E46D43B30E68}" dt="2026-01-06T15:26:18.966" v="19408" actId="47"/>
        <pc:sldMkLst>
          <pc:docMk/>
          <pc:sldMk cId="2650753241" sldId="826"/>
        </pc:sldMkLst>
      </pc:sldChg>
      <pc:sldChg chg="add del">
        <pc:chgData name="Tal R." userId="03e9e69c0e8a7741" providerId="LiveId" clId="{012321CB-D30F-40A1-894C-E46D43B30E68}" dt="2026-01-06T15:26:18.966" v="19408" actId="47"/>
        <pc:sldMkLst>
          <pc:docMk/>
          <pc:sldMk cId="372746203" sldId="827"/>
        </pc:sldMkLst>
      </pc:sldChg>
      <pc:sldChg chg="modSp add del mod modAnim">
        <pc:chgData name="Tal R." userId="03e9e69c0e8a7741" providerId="LiveId" clId="{012321CB-D30F-40A1-894C-E46D43B30E68}" dt="2026-01-06T15:26:18.966" v="19408" actId="47"/>
        <pc:sldMkLst>
          <pc:docMk/>
          <pc:sldMk cId="2174028806" sldId="828"/>
        </pc:sldMkLst>
      </pc:sldChg>
      <pc:sldChg chg="add del">
        <pc:chgData name="Tal R." userId="03e9e69c0e8a7741" providerId="LiveId" clId="{012321CB-D30F-40A1-894C-E46D43B30E68}" dt="2026-01-06T15:26:18.966" v="19408" actId="47"/>
        <pc:sldMkLst>
          <pc:docMk/>
          <pc:sldMk cId="1347051138" sldId="829"/>
        </pc:sldMkLst>
      </pc:sldChg>
      <pc:sldChg chg="modSp add del ord modAnim">
        <pc:chgData name="Tal R." userId="03e9e69c0e8a7741" providerId="LiveId" clId="{012321CB-D30F-40A1-894C-E46D43B30E68}" dt="2026-01-06T15:26:18.966" v="19408" actId="47"/>
        <pc:sldMkLst>
          <pc:docMk/>
          <pc:sldMk cId="4135901216" sldId="830"/>
        </pc:sldMkLst>
      </pc:sldChg>
      <pc:sldChg chg="modSp add del ord modAnim">
        <pc:chgData name="Tal R." userId="03e9e69c0e8a7741" providerId="LiveId" clId="{012321CB-D30F-40A1-894C-E46D43B30E68}" dt="2026-01-06T15:26:18.966" v="19408" actId="47"/>
        <pc:sldMkLst>
          <pc:docMk/>
          <pc:sldMk cId="3213315421" sldId="831"/>
        </pc:sldMkLst>
      </pc:sldChg>
      <pc:sldChg chg="modSp add del mod modAnim">
        <pc:chgData name="Tal R." userId="03e9e69c0e8a7741" providerId="LiveId" clId="{012321CB-D30F-40A1-894C-E46D43B30E68}" dt="2026-01-06T15:26:18.966" v="19408" actId="47"/>
        <pc:sldMkLst>
          <pc:docMk/>
          <pc:sldMk cId="2817192601" sldId="832"/>
        </pc:sldMkLst>
      </pc:sldChg>
      <pc:sldChg chg="del">
        <pc:chgData name="Tal R." userId="03e9e69c0e8a7741" providerId="LiveId" clId="{012321CB-D30F-40A1-894C-E46D43B30E68}" dt="2026-01-06T15:26:18.966" v="19408" actId="47"/>
        <pc:sldMkLst>
          <pc:docMk/>
          <pc:sldMk cId="1259894932" sldId="833"/>
        </pc:sldMkLst>
      </pc:sldChg>
      <pc:sldChg chg="modSp add del mod modAnim">
        <pc:chgData name="Tal R." userId="03e9e69c0e8a7741" providerId="LiveId" clId="{012321CB-D30F-40A1-894C-E46D43B30E68}" dt="2026-01-06T15:26:18.966" v="19408" actId="47"/>
        <pc:sldMkLst>
          <pc:docMk/>
          <pc:sldMk cId="4291443819" sldId="834"/>
        </pc:sldMkLst>
      </pc:sldChg>
      <pc:sldChg chg="modSp add del modAnim">
        <pc:chgData name="Tal R." userId="03e9e69c0e8a7741" providerId="LiveId" clId="{012321CB-D30F-40A1-894C-E46D43B30E68}" dt="2026-01-06T15:26:18.966" v="19408" actId="47"/>
        <pc:sldMkLst>
          <pc:docMk/>
          <pc:sldMk cId="1333877533" sldId="835"/>
        </pc:sldMkLst>
      </pc:sldChg>
      <pc:sldChg chg="del">
        <pc:chgData name="Tal R." userId="03e9e69c0e8a7741" providerId="LiveId" clId="{012321CB-D30F-40A1-894C-E46D43B30E68}" dt="2026-01-06T15:26:18.966" v="19408" actId="47"/>
        <pc:sldMkLst>
          <pc:docMk/>
          <pc:sldMk cId="1815758577" sldId="836"/>
        </pc:sldMkLst>
      </pc:sldChg>
      <pc:sldChg chg="del">
        <pc:chgData name="Tal R." userId="03e9e69c0e8a7741" providerId="LiveId" clId="{012321CB-D30F-40A1-894C-E46D43B30E68}" dt="2026-01-06T15:26:18.966" v="19408" actId="47"/>
        <pc:sldMkLst>
          <pc:docMk/>
          <pc:sldMk cId="2855820559" sldId="837"/>
        </pc:sldMkLst>
      </pc:sldChg>
      <pc:sldChg chg="delSp modSp add mod addAnim delAnim modAnim">
        <pc:chgData name="Tal R." userId="03e9e69c0e8a7741" providerId="LiveId" clId="{012321CB-D30F-40A1-894C-E46D43B30E68}" dt="2026-01-07T05:04:15.395" v="22033" actId="20577"/>
        <pc:sldMkLst>
          <pc:docMk/>
          <pc:sldMk cId="1194286296" sldId="838"/>
        </pc:sldMkLst>
        <pc:spChg chg="mod">
          <ac:chgData name="Tal R." userId="03e9e69c0e8a7741" providerId="LiveId" clId="{012321CB-D30F-40A1-894C-E46D43B30E68}" dt="2026-01-07T05:02:20.956" v="22009" actId="20577"/>
          <ac:spMkLst>
            <pc:docMk/>
            <pc:sldMk cId="1194286296" sldId="838"/>
            <ac:spMk id="2" creationId="{83E37C14-1B44-A50A-5358-F59BAB441B8A}"/>
          </ac:spMkLst>
        </pc:spChg>
        <pc:spChg chg="mod">
          <ac:chgData name="Tal R." userId="03e9e69c0e8a7741" providerId="LiveId" clId="{012321CB-D30F-40A1-894C-E46D43B30E68}" dt="2026-01-07T05:04:15.395" v="22033" actId="20577"/>
          <ac:spMkLst>
            <pc:docMk/>
            <pc:sldMk cId="1194286296" sldId="838"/>
            <ac:spMk id="3" creationId="{DB569D30-AAE0-8D41-A1FA-21ECAC578C34}"/>
          </ac:spMkLst>
        </pc:spChg>
        <pc:picChg chg="del">
          <ac:chgData name="Tal R." userId="03e9e69c0e8a7741" providerId="LiveId" clId="{012321CB-D30F-40A1-894C-E46D43B30E68}" dt="2026-01-06T15:34:02.702" v="19637" actId="478"/>
          <ac:picMkLst>
            <pc:docMk/>
            <pc:sldMk cId="1194286296" sldId="838"/>
            <ac:picMk id="6" creationId="{9C5EA199-0817-8430-43FC-F4B4D6FA10F1}"/>
          </ac:picMkLst>
        </pc:picChg>
      </pc:sldChg>
      <pc:sldChg chg="addSp delSp modSp add mod modAnim">
        <pc:chgData name="Tal R." userId="03e9e69c0e8a7741" providerId="LiveId" clId="{012321CB-D30F-40A1-894C-E46D43B30E68}" dt="2026-01-06T15:33:26.549" v="19636" actId="1076"/>
        <pc:sldMkLst>
          <pc:docMk/>
          <pc:sldMk cId="3645224220" sldId="839"/>
        </pc:sldMkLst>
        <pc:spChg chg="mod">
          <ac:chgData name="Tal R." userId="03e9e69c0e8a7741" providerId="LiveId" clId="{012321CB-D30F-40A1-894C-E46D43B30E68}" dt="2026-01-06T15:33:14.018" v="19631" actId="20577"/>
          <ac:spMkLst>
            <pc:docMk/>
            <pc:sldMk cId="3645224220" sldId="839"/>
            <ac:spMk id="3" creationId="{630131C7-5EA2-65F3-C2A9-61F789C2ED9C}"/>
          </ac:spMkLst>
        </pc:spChg>
        <pc:spChg chg="add del">
          <ac:chgData name="Tal R." userId="03e9e69c0e8a7741" providerId="LiveId" clId="{012321CB-D30F-40A1-894C-E46D43B30E68}" dt="2026-01-06T15:33:18.473" v="19633" actId="22"/>
          <ac:spMkLst>
            <pc:docMk/>
            <pc:sldMk cId="3645224220" sldId="839"/>
            <ac:spMk id="5" creationId="{AA72503C-6D73-90E9-B85D-38BD172681C5}"/>
          </ac:spMkLst>
        </pc:spChg>
        <pc:picChg chg="add mod">
          <ac:chgData name="Tal R." userId="03e9e69c0e8a7741" providerId="LiveId" clId="{012321CB-D30F-40A1-894C-E46D43B30E68}" dt="2026-01-06T15:33:26.549" v="19636" actId="1076"/>
          <ac:picMkLst>
            <pc:docMk/>
            <pc:sldMk cId="3645224220" sldId="839"/>
            <ac:picMk id="7" creationId="{5D106A00-1688-A5B8-1F85-170ED1419E5A}"/>
          </ac:picMkLst>
        </pc:picChg>
      </pc:sldChg>
      <pc:sldChg chg="modSp add modAnim">
        <pc:chgData name="Tal R." userId="03e9e69c0e8a7741" providerId="LiveId" clId="{012321CB-D30F-40A1-894C-E46D43B30E68}" dt="2026-01-06T15:32:32.402" v="19578"/>
        <pc:sldMkLst>
          <pc:docMk/>
          <pc:sldMk cId="4098117921" sldId="840"/>
        </pc:sldMkLst>
        <pc:spChg chg="mod">
          <ac:chgData name="Tal R." userId="03e9e69c0e8a7741" providerId="LiveId" clId="{012321CB-D30F-40A1-894C-E46D43B30E68}" dt="2026-01-06T15:32:32.402" v="19578"/>
          <ac:spMkLst>
            <pc:docMk/>
            <pc:sldMk cId="4098117921" sldId="840"/>
            <ac:spMk id="3" creationId="{932BD386-B644-8EBF-FCBB-0E489351C863}"/>
          </ac:spMkLst>
        </pc:spChg>
      </pc:sldChg>
      <pc:sldChg chg="addSp delSp modSp add del mod modTransition addAnim delAnim modAnim">
        <pc:chgData name="Tal R." userId="03e9e69c0e8a7741" providerId="LiveId" clId="{012321CB-D30F-40A1-894C-E46D43B30E68}" dt="2026-01-06T19:09:21.014" v="21299" actId="47"/>
        <pc:sldMkLst>
          <pc:docMk/>
          <pc:sldMk cId="259173124" sldId="841"/>
        </pc:sldMkLst>
        <pc:spChg chg="add del mod">
          <ac:chgData name="Tal R." userId="03e9e69c0e8a7741" providerId="LiveId" clId="{012321CB-D30F-40A1-894C-E46D43B30E68}" dt="2026-01-06T18:58:48.771" v="20818"/>
          <ac:spMkLst>
            <pc:docMk/>
            <pc:sldMk cId="259173124" sldId="841"/>
            <ac:spMk id="2" creationId="{AA78C809-EEEE-3981-E90A-7D3018DC6BED}"/>
          </ac:spMkLst>
        </pc:spChg>
        <pc:spChg chg="add del mod">
          <ac:chgData name="Tal R." userId="03e9e69c0e8a7741" providerId="LiveId" clId="{012321CB-D30F-40A1-894C-E46D43B30E68}" dt="2026-01-06T18:33:21.328" v="20262" actId="5793"/>
          <ac:spMkLst>
            <pc:docMk/>
            <pc:sldMk cId="259173124" sldId="841"/>
            <ac:spMk id="3" creationId="{52A60296-443E-5EF8-6CF6-05AA88BAC17F}"/>
          </ac:spMkLst>
        </pc:spChg>
        <pc:spChg chg="add del mod">
          <ac:chgData name="Tal R." userId="03e9e69c0e8a7741" providerId="LiveId" clId="{012321CB-D30F-40A1-894C-E46D43B30E68}" dt="2026-01-06T18:14:50.154" v="19968" actId="478"/>
          <ac:spMkLst>
            <pc:docMk/>
            <pc:sldMk cId="259173124" sldId="841"/>
            <ac:spMk id="5" creationId="{821EFA4F-642F-2716-1503-0AA8C698657D}"/>
          </ac:spMkLst>
        </pc:spChg>
        <pc:spChg chg="add del mod">
          <ac:chgData name="Tal R." userId="03e9e69c0e8a7741" providerId="LiveId" clId="{012321CB-D30F-40A1-894C-E46D43B30E68}" dt="2026-01-06T18:14:50.154" v="19968" actId="478"/>
          <ac:spMkLst>
            <pc:docMk/>
            <pc:sldMk cId="259173124" sldId="841"/>
            <ac:spMk id="7" creationId="{34948360-A3D2-E8F0-B621-6C97ECBDF925}"/>
          </ac:spMkLst>
        </pc:spChg>
      </pc:sldChg>
      <pc:sldChg chg="modSp add mod ord addAnim delAnim modAnim">
        <pc:chgData name="Tal R." userId="03e9e69c0e8a7741" providerId="LiveId" clId="{012321CB-D30F-40A1-894C-E46D43B30E68}" dt="2026-01-07T06:53:40.924" v="23554" actId="20577"/>
        <pc:sldMkLst>
          <pc:docMk/>
          <pc:sldMk cId="3097747583" sldId="842"/>
        </pc:sldMkLst>
        <pc:spChg chg="mod">
          <ac:chgData name="Tal R." userId="03e9e69c0e8a7741" providerId="LiveId" clId="{012321CB-D30F-40A1-894C-E46D43B30E68}" dt="2026-01-07T05:03:02.901" v="22023" actId="20577"/>
          <ac:spMkLst>
            <pc:docMk/>
            <pc:sldMk cId="3097747583" sldId="842"/>
            <ac:spMk id="2" creationId="{792A6512-62C6-2130-EF30-FAD3EA0F1C11}"/>
          </ac:spMkLst>
        </pc:spChg>
        <pc:spChg chg="mod">
          <ac:chgData name="Tal R." userId="03e9e69c0e8a7741" providerId="LiveId" clId="{012321CB-D30F-40A1-894C-E46D43B30E68}" dt="2026-01-07T06:53:40.924" v="23554" actId="20577"/>
          <ac:spMkLst>
            <pc:docMk/>
            <pc:sldMk cId="3097747583" sldId="842"/>
            <ac:spMk id="3" creationId="{0A5A604D-3768-E93A-74CC-637634805F2E}"/>
          </ac:spMkLst>
        </pc:spChg>
      </pc:sldChg>
      <pc:sldChg chg="modSp add mod ord modTransition addAnim delAnim modAnim">
        <pc:chgData name="Tal R." userId="03e9e69c0e8a7741" providerId="LiveId" clId="{012321CB-D30F-40A1-894C-E46D43B30E68}" dt="2026-01-07T06:50:57.466" v="23435" actId="20577"/>
        <pc:sldMkLst>
          <pc:docMk/>
          <pc:sldMk cId="3123409647" sldId="843"/>
        </pc:sldMkLst>
        <pc:spChg chg="mod">
          <ac:chgData name="Tal R." userId="03e9e69c0e8a7741" providerId="LiveId" clId="{012321CB-D30F-40A1-894C-E46D43B30E68}" dt="2026-01-07T05:02:26.531" v="22011" actId="20577"/>
          <ac:spMkLst>
            <pc:docMk/>
            <pc:sldMk cId="3123409647" sldId="843"/>
            <ac:spMk id="2" creationId="{6E0C3048-424D-F364-3827-741681E12FD0}"/>
          </ac:spMkLst>
        </pc:spChg>
        <pc:spChg chg="mod">
          <ac:chgData name="Tal R." userId="03e9e69c0e8a7741" providerId="LiveId" clId="{012321CB-D30F-40A1-894C-E46D43B30E68}" dt="2026-01-07T06:50:53.618" v="23433" actId="20577"/>
          <ac:spMkLst>
            <pc:docMk/>
            <pc:sldMk cId="3123409647" sldId="843"/>
            <ac:spMk id="3" creationId="{47D7076A-F265-DDFC-BEB6-B3C827034AF4}"/>
          </ac:spMkLst>
        </pc:spChg>
      </pc:sldChg>
      <pc:sldChg chg="modSp add del modAnim">
        <pc:chgData name="Tal R." userId="03e9e69c0e8a7741" providerId="LiveId" clId="{012321CB-D30F-40A1-894C-E46D43B30E68}" dt="2026-01-07T06:52:20.158" v="23471" actId="47"/>
        <pc:sldMkLst>
          <pc:docMk/>
          <pc:sldMk cId="3539544544" sldId="844"/>
        </pc:sldMkLst>
        <pc:spChg chg="mod">
          <ac:chgData name="Tal R." userId="03e9e69c0e8a7741" providerId="LiveId" clId="{012321CB-D30F-40A1-894C-E46D43B30E68}" dt="2026-01-07T05:02:34.274" v="22014" actId="20577"/>
          <ac:spMkLst>
            <pc:docMk/>
            <pc:sldMk cId="3539544544" sldId="844"/>
            <ac:spMk id="2" creationId="{C7B3E7EE-5876-0B8F-6F4F-B861AB544B4B}"/>
          </ac:spMkLst>
        </pc:spChg>
        <pc:spChg chg="mod">
          <ac:chgData name="Tal R." userId="03e9e69c0e8a7741" providerId="LiveId" clId="{012321CB-D30F-40A1-894C-E46D43B30E68}" dt="2026-01-07T06:51:45.912" v="23462" actId="20577"/>
          <ac:spMkLst>
            <pc:docMk/>
            <pc:sldMk cId="3539544544" sldId="844"/>
            <ac:spMk id="3" creationId="{9917567C-3646-2990-7D39-CAB64BCD74CB}"/>
          </ac:spMkLst>
        </pc:spChg>
      </pc:sldChg>
      <pc:sldChg chg="modSp add mod modAnim">
        <pc:chgData name="Tal R." userId="03e9e69c0e8a7741" providerId="LiveId" clId="{012321CB-D30F-40A1-894C-E46D43B30E68}" dt="2026-01-07T06:52:13.168" v="23470" actId="20577"/>
        <pc:sldMkLst>
          <pc:docMk/>
          <pc:sldMk cId="2655785338" sldId="845"/>
        </pc:sldMkLst>
        <pc:spChg chg="mod">
          <ac:chgData name="Tal R." userId="03e9e69c0e8a7741" providerId="LiveId" clId="{012321CB-D30F-40A1-894C-E46D43B30E68}" dt="2026-01-07T05:02:24.063" v="22010" actId="20577"/>
          <ac:spMkLst>
            <pc:docMk/>
            <pc:sldMk cId="2655785338" sldId="845"/>
            <ac:spMk id="2" creationId="{5CE1B283-6219-9962-DD42-B90EA4A8A40A}"/>
          </ac:spMkLst>
        </pc:spChg>
        <pc:spChg chg="mod">
          <ac:chgData name="Tal R." userId="03e9e69c0e8a7741" providerId="LiveId" clId="{012321CB-D30F-40A1-894C-E46D43B30E68}" dt="2026-01-07T06:52:13.168" v="23470" actId="20577"/>
          <ac:spMkLst>
            <pc:docMk/>
            <pc:sldMk cId="2655785338" sldId="845"/>
            <ac:spMk id="3" creationId="{F8BCDF42-EF59-90A6-45EF-82A660B827F5}"/>
          </ac:spMkLst>
        </pc:spChg>
      </pc:sldChg>
      <pc:sldChg chg="modSp add del modTransition modAnim">
        <pc:chgData name="Tal R." userId="03e9e69c0e8a7741" providerId="LiveId" clId="{012321CB-D30F-40A1-894C-E46D43B30E68}" dt="2026-01-07T06:52:20.158" v="23471" actId="47"/>
        <pc:sldMkLst>
          <pc:docMk/>
          <pc:sldMk cId="1256927414" sldId="846"/>
        </pc:sldMkLst>
        <pc:spChg chg="mod">
          <ac:chgData name="Tal R." userId="03e9e69c0e8a7741" providerId="LiveId" clId="{012321CB-D30F-40A1-894C-E46D43B30E68}" dt="2026-01-07T05:03:00.100" v="22022" actId="20577"/>
          <ac:spMkLst>
            <pc:docMk/>
            <pc:sldMk cId="1256927414" sldId="846"/>
            <ac:spMk id="2" creationId="{926446E0-78BA-3C8B-8DF4-525106299A96}"/>
          </ac:spMkLst>
        </pc:spChg>
        <pc:spChg chg="mod">
          <ac:chgData name="Tal R." userId="03e9e69c0e8a7741" providerId="LiveId" clId="{012321CB-D30F-40A1-894C-E46D43B30E68}" dt="2026-01-07T06:51:19.543" v="23442" actId="20577"/>
          <ac:spMkLst>
            <pc:docMk/>
            <pc:sldMk cId="1256927414" sldId="846"/>
            <ac:spMk id="3" creationId="{7DF7DFCC-1BA1-E832-3FC5-0CA2B65EEF6C}"/>
          </ac:spMkLst>
        </pc:spChg>
      </pc:sldChg>
      <pc:sldChg chg="modSp add mod modAnim">
        <pc:chgData name="Tal R." userId="03e9e69c0e8a7741" providerId="LiveId" clId="{012321CB-D30F-40A1-894C-E46D43B30E68}" dt="2026-01-07T06:49:08.452" v="23429" actId="20577"/>
        <pc:sldMkLst>
          <pc:docMk/>
          <pc:sldMk cId="1856256470" sldId="847"/>
        </pc:sldMkLst>
        <pc:spChg chg="mod">
          <ac:chgData name="Tal R." userId="03e9e69c0e8a7741" providerId="LiveId" clId="{012321CB-D30F-40A1-894C-E46D43B30E68}" dt="2026-01-07T05:03:14.918" v="22026" actId="20577"/>
          <ac:spMkLst>
            <pc:docMk/>
            <pc:sldMk cId="1856256470" sldId="847"/>
            <ac:spMk id="2" creationId="{6EF75014-F119-4A69-E408-CA5D4080A09D}"/>
          </ac:spMkLst>
        </pc:spChg>
        <pc:spChg chg="mod">
          <ac:chgData name="Tal R." userId="03e9e69c0e8a7741" providerId="LiveId" clId="{012321CB-D30F-40A1-894C-E46D43B30E68}" dt="2026-01-07T06:49:08.452" v="23429" actId="20577"/>
          <ac:spMkLst>
            <pc:docMk/>
            <pc:sldMk cId="1856256470" sldId="847"/>
            <ac:spMk id="3" creationId="{8404E0A4-8AB9-F2E4-3DC9-1975FE801D45}"/>
          </ac:spMkLst>
        </pc:spChg>
      </pc:sldChg>
      <pc:sldChg chg="modSp add mod addAnim delAnim modAnim">
        <pc:chgData name="Tal R." userId="03e9e69c0e8a7741" providerId="LiveId" clId="{012321CB-D30F-40A1-894C-E46D43B30E68}" dt="2026-01-07T06:46:16.243" v="23282" actId="20577"/>
        <pc:sldMkLst>
          <pc:docMk/>
          <pc:sldMk cId="1743820256" sldId="848"/>
        </pc:sldMkLst>
        <pc:spChg chg="mod">
          <ac:chgData name="Tal R." userId="03e9e69c0e8a7741" providerId="LiveId" clId="{012321CB-D30F-40A1-894C-E46D43B30E68}" dt="2026-01-07T05:02:01.833" v="22006" actId="20577"/>
          <ac:spMkLst>
            <pc:docMk/>
            <pc:sldMk cId="1743820256" sldId="848"/>
            <ac:spMk id="2" creationId="{78342878-1298-77CA-7786-23FF6AAE15EF}"/>
          </ac:spMkLst>
        </pc:spChg>
        <pc:spChg chg="mod">
          <ac:chgData name="Tal R." userId="03e9e69c0e8a7741" providerId="LiveId" clId="{012321CB-D30F-40A1-894C-E46D43B30E68}" dt="2026-01-07T06:46:16.243" v="23282" actId="20577"/>
          <ac:spMkLst>
            <pc:docMk/>
            <pc:sldMk cId="1743820256" sldId="848"/>
            <ac:spMk id="3" creationId="{C3354C95-47B9-CEF9-1CE3-2D5B43F8B27C}"/>
          </ac:spMkLst>
        </pc:spChg>
      </pc:sldChg>
      <pc:sldChg chg="modSp add del mod modAnim">
        <pc:chgData name="Tal R." userId="03e9e69c0e8a7741" providerId="LiveId" clId="{012321CB-D30F-40A1-894C-E46D43B30E68}" dt="2026-01-07T06:20:01.065" v="22839" actId="47"/>
        <pc:sldMkLst>
          <pc:docMk/>
          <pc:sldMk cId="3466238590" sldId="849"/>
        </pc:sldMkLst>
        <pc:spChg chg="mod">
          <ac:chgData name="Tal R." userId="03e9e69c0e8a7741" providerId="LiveId" clId="{012321CB-D30F-40A1-894C-E46D43B30E68}" dt="2026-01-07T05:52:05.656" v="22166" actId="20577"/>
          <ac:spMkLst>
            <pc:docMk/>
            <pc:sldMk cId="3466238590" sldId="849"/>
            <ac:spMk id="2" creationId="{8E563760-54DA-9921-94A0-4BC91B5F0FD6}"/>
          </ac:spMkLst>
        </pc:spChg>
        <pc:spChg chg="mod">
          <ac:chgData name="Tal R." userId="03e9e69c0e8a7741" providerId="LiveId" clId="{012321CB-D30F-40A1-894C-E46D43B30E68}" dt="2026-01-07T05:58:33.258" v="22658" actId="20577"/>
          <ac:spMkLst>
            <pc:docMk/>
            <pc:sldMk cId="3466238590" sldId="849"/>
            <ac:spMk id="3" creationId="{B36C4ECA-94F0-F8CC-61B0-3A3F26BA7605}"/>
          </ac:spMkLst>
        </pc:spChg>
      </pc:sldChg>
      <pc:sldChg chg="modSp add del modAnim">
        <pc:chgData name="Tal R." userId="03e9e69c0e8a7741" providerId="LiveId" clId="{012321CB-D30F-40A1-894C-E46D43B30E68}" dt="2026-01-07T06:20:01.065" v="22839" actId="47"/>
        <pc:sldMkLst>
          <pc:docMk/>
          <pc:sldMk cId="3432694011" sldId="850"/>
        </pc:sldMkLst>
        <pc:spChg chg="mod">
          <ac:chgData name="Tal R." userId="03e9e69c0e8a7741" providerId="LiveId" clId="{012321CB-D30F-40A1-894C-E46D43B30E68}" dt="2026-01-07T06:01:54.214" v="22838" actId="20577"/>
          <ac:spMkLst>
            <pc:docMk/>
            <pc:sldMk cId="3432694011" sldId="850"/>
            <ac:spMk id="3" creationId="{5EA59FBF-21F1-6AC5-13ED-7F48132DDB61}"/>
          </ac:spMkLst>
        </pc:spChg>
      </pc:sldChg>
      <pc:sldMasterChg chg="delSldLayout modSldLayout">
        <pc:chgData name="Tal R." userId="03e9e69c0e8a7741" providerId="LiveId" clId="{012321CB-D30F-40A1-894C-E46D43B30E68}" dt="2025-12-16T12:03:32.949" v="13842" actId="14861"/>
        <pc:sldMasterMkLst>
          <pc:docMk/>
          <pc:sldMasterMk cId="443307082" sldId="2147483648"/>
        </pc:sldMasterMkLst>
        <pc:sldLayoutChg chg="modSp mod">
          <pc:chgData name="Tal R." userId="03e9e69c0e8a7741" providerId="LiveId" clId="{012321CB-D30F-40A1-894C-E46D43B30E68}" dt="2025-12-16T12:03:32.949" v="13842" actId="14861"/>
          <pc:sldLayoutMkLst>
            <pc:docMk/>
            <pc:sldMasterMk cId="443307082" sldId="2147483648"/>
            <pc:sldLayoutMk cId="197145588" sldId="2147483649"/>
          </pc:sldLayoutMkLst>
          <pc:picChg chg="mod modCrop">
            <ac:chgData name="Tal R." userId="03e9e69c0e8a7741" providerId="LiveId" clId="{012321CB-D30F-40A1-894C-E46D43B30E68}" dt="2025-12-16T12:03:32.949" v="13842" actId="14861"/>
            <ac:picMkLst>
              <pc:docMk/>
              <pc:sldMasterMk cId="443307082" sldId="2147483648"/>
              <pc:sldLayoutMk cId="197145588" sldId="2147483649"/>
              <ac:picMk id="6" creationId="{8B2F18ED-7451-038C-1D76-A9F0FDCAE08D}"/>
            </ac:picMkLst>
          </pc:pic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86FBB33-3A7B-FD1A-B843-871C484E727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 dirty="0">
              <a:latin typeface="Calibri" panose="020F050202020403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011B8-0A54-70FB-27EE-859898B6D4D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F6DF34-C585-4C12-B178-D0C47CBC4446}" type="datetimeFigureOut">
              <a:rPr lang="en-IL" smtClean="0">
                <a:latin typeface="Calibri" panose="020F0502020204030204" pitchFamily="34" charset="0"/>
              </a:rPr>
              <a:t>01/07/2026</a:t>
            </a:fld>
            <a:endParaRPr lang="en-IL" dirty="0">
              <a:latin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2E307D-D58C-B4B0-EA84-20C9CE18753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 dirty="0">
              <a:latin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E60314-03A1-2682-2FD8-AF8F93F3211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F66A7A-8D44-413F-979F-54C810EDD798}" type="slidenum">
              <a:rPr lang="en-IL" smtClean="0">
                <a:latin typeface="Calibri" panose="020F0502020204030204" pitchFamily="34" charset="0"/>
              </a:rPr>
              <a:t>‹#›</a:t>
            </a:fld>
            <a:endParaRPr lang="en-IL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1194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LID4096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45E4470E-428A-49A2-9F21-2FC2656C022F}" type="datetimeFigureOut">
              <a:rPr lang="LID4096" smtClean="0"/>
              <a:pPr/>
              <a:t>01/07/2026</a:t>
            </a:fld>
            <a:endParaRPr lang="LID4096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23455DA9-2505-44F6-AA4C-A32366DA151B}" type="slidenum">
              <a:rPr lang="LID4096" smtClean="0"/>
              <a:pPr/>
              <a:t>‹#›</a:t>
            </a:fld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744179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B2F18ED-7451-038C-1D76-A9F0FDCAE0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" t="13463" r="751" b="-13469"/>
          <a:stretch>
            <a:fillRect/>
          </a:stretch>
        </p:blipFill>
        <p:spPr>
          <a:xfrm>
            <a:off x="881960" y="998973"/>
            <a:ext cx="7830086" cy="4680052"/>
          </a:xfrm>
          <a:prstGeom prst="rect">
            <a:avLst/>
          </a:prstGeom>
          <a:effectLst>
            <a:softEdge rad="152400"/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63AC67B-A509-166B-C5CC-2EF767155503}"/>
              </a:ext>
            </a:extLst>
          </p:cNvPr>
          <p:cNvSpPr/>
          <p:nvPr userDrawn="1"/>
        </p:nvSpPr>
        <p:spPr>
          <a:xfrm>
            <a:off x="3304148" y="4845696"/>
            <a:ext cx="5245347" cy="923330"/>
          </a:xfrm>
          <a:prstGeom prst="rect">
            <a:avLst/>
          </a:prstGeom>
          <a:noFill/>
        </p:spPr>
        <p:txBody>
          <a:bodyPr wrap="none" lIns="91440" tIns="45720" rIns="91440" bIns="45720" anchor="ctr" anchorCtr="0">
            <a:spAutoFit/>
          </a:bodyPr>
          <a:lstStyle/>
          <a:p>
            <a:pPr algn="ctr"/>
            <a:r>
              <a:rPr lang="he-IL" sz="5400" b="0" i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Calibri" panose="020F0502020204030204" pitchFamily="34" charset="0"/>
              </a:rPr>
              <a:t>קורס תכנות מערכות</a:t>
            </a:r>
            <a:endParaRPr lang="LID4096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CourseTitle" descr="Slide title in Hebrew">
            <a:extLst>
              <a:ext uri="{FF2B5EF4-FFF2-40B4-BE49-F238E27FC236}">
                <a16:creationId xmlns:a16="http://schemas.microsoft.com/office/drawing/2014/main" id="{75400D95-AE9F-826B-7C3A-A9F2F1391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960" y="549275"/>
            <a:ext cx="7667536" cy="2789724"/>
          </a:xfrm>
          <a:prstGeom prst="rect">
            <a:avLst/>
          </a:prstGeom>
        </p:spPr>
        <p:txBody>
          <a:bodyPr wrap="none" tIns="0" bIns="0" anchor="ctr" anchorCtr="0">
            <a:normAutofit/>
          </a:bodyPr>
          <a:lstStyle>
            <a:lvl1pPr algn="r" rtl="1">
              <a:defRPr lang="he-IL" sz="9600" b="1" kern="1200" dirty="0">
                <a:ln w="12700">
                  <a:solidFill>
                    <a:srgbClr val="525252">
                      <a:alpha val="99000"/>
                    </a:srgbClr>
                  </a:solidFill>
                  <a:prstDash val="solid"/>
                </a:ln>
                <a:pattFill prst="narHorz">
                  <a:fgClr>
                    <a:schemeClr val="accent1"/>
                  </a:fgClr>
                  <a:bgClr>
                    <a:srgbClr val="DBDBDB"/>
                  </a:bgClr>
                </a:pattFill>
                <a:effectLst>
                  <a:innerShdw blurRad="177800">
                    <a:schemeClr val="bg1">
                      <a:lumMod val="50000"/>
                    </a:scheme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algn="r" rtl="1"/>
            <a:endParaRPr lang="he-IL" sz="60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7145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HebrewTitle" descr="Slide title in Hebrew">
            <a:extLst>
              <a:ext uri="{FF2B5EF4-FFF2-40B4-BE49-F238E27FC236}">
                <a16:creationId xmlns:a16="http://schemas.microsoft.com/office/drawing/2014/main" id="{36E91B60-7897-7630-1583-F7AB58541E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1395" y="458966"/>
            <a:ext cx="7740652" cy="720009"/>
          </a:xfrm>
          <a:prstGeom prst="rect">
            <a:avLst/>
          </a:prstGeom>
        </p:spPr>
        <p:txBody>
          <a:bodyPr wrap="none" tIns="0" bIns="0" anchor="ctr" anchorCtr="0">
            <a:normAutofit/>
          </a:bodyPr>
          <a:lstStyle>
            <a:lvl1pPr algn="r" rtl="1">
              <a:defRPr lang="he-IL" sz="6000" b="1" kern="1200" dirty="0">
                <a:ln w="12700">
                  <a:solidFill>
                    <a:srgbClr val="525252">
                      <a:alpha val="99000"/>
                    </a:srgbClr>
                  </a:solidFill>
                  <a:prstDash val="solid"/>
                </a:ln>
                <a:pattFill prst="narHorz">
                  <a:fgClr>
                    <a:schemeClr val="accent1"/>
                  </a:fgClr>
                  <a:bgClr>
                    <a:srgbClr val="DBDBDB"/>
                  </a:bgClr>
                </a:pattFill>
                <a:effectLst>
                  <a:innerShdw blurRad="177800">
                    <a:schemeClr val="bg1">
                      <a:lumMod val="50000"/>
                    </a:scheme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r" rtl="1">
              <a:spcBef>
                <a:spcPts val="0"/>
              </a:spcBef>
              <a:buNone/>
            </a:pPr>
            <a:r>
              <a:rPr lang="he-IL" dirty="0"/>
              <a:t>נושא השקופית</a:t>
            </a:r>
          </a:p>
        </p:txBody>
      </p:sp>
      <p:sp>
        <p:nvSpPr>
          <p:cNvPr id="5" name="!!Content">
            <a:extLst>
              <a:ext uri="{FF2B5EF4-FFF2-40B4-BE49-F238E27FC236}">
                <a16:creationId xmlns:a16="http://schemas.microsoft.com/office/drawing/2014/main" id="{A5F67D86-B813-2EB6-2AD8-530BF918B2A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81394" y="1448979"/>
            <a:ext cx="7740652" cy="51296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 rtl="1">
              <a:buFont typeface="Arial" panose="020B0604020202020204" pitchFamily="34" charset="0"/>
              <a:buNone/>
              <a:defRPr sz="2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he-IL" dirty="0"/>
              <a:t>תוכן</a:t>
            </a:r>
            <a:endParaRPr lang="en-US" dirty="0"/>
          </a:p>
          <a:p>
            <a:pPr lvl="0"/>
            <a:r>
              <a:rPr lang="en-US" dirty="0"/>
              <a:t>content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285841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BlueRectangle">
            <a:extLst>
              <a:ext uri="{FF2B5EF4-FFF2-40B4-BE49-F238E27FC236}">
                <a16:creationId xmlns:a16="http://schemas.microsoft.com/office/drawing/2014/main" id="{C2DBB14B-EEC3-2DB0-F986-1D4CB3A9C521}"/>
              </a:ext>
            </a:extLst>
          </p:cNvPr>
          <p:cNvSpPr/>
          <p:nvPr userDrawn="1"/>
        </p:nvSpPr>
        <p:spPr bwMode="gray">
          <a:xfrm>
            <a:off x="8892048" y="0"/>
            <a:ext cx="251952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 sz="1800" dirty="0">
              <a:latin typeface="Calibri" panose="020F0502020204030204" pitchFamily="34" charset="0"/>
            </a:endParaRPr>
          </a:p>
        </p:txBody>
      </p:sp>
      <p:sp>
        <p:nvSpPr>
          <p:cNvPr id="8" name="LeftLightBlueRectangle">
            <a:extLst>
              <a:ext uri="{FF2B5EF4-FFF2-40B4-BE49-F238E27FC236}">
                <a16:creationId xmlns:a16="http://schemas.microsoft.com/office/drawing/2014/main" id="{36A35963-74BA-CFBC-ECAA-C9D962DD03BB}"/>
              </a:ext>
            </a:extLst>
          </p:cNvPr>
          <p:cNvSpPr/>
          <p:nvPr userDrawn="1"/>
        </p:nvSpPr>
        <p:spPr bwMode="ltGray">
          <a:xfrm>
            <a:off x="341950" y="0"/>
            <a:ext cx="3600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 sz="1800" dirty="0">
              <a:latin typeface="Calibri" panose="020F0502020204030204" pitchFamily="34" charset="0"/>
            </a:endParaRPr>
          </a:p>
        </p:txBody>
      </p:sp>
      <p:sp>
        <p:nvSpPr>
          <p:cNvPr id="9" name="LeftBlueRectangle">
            <a:extLst>
              <a:ext uri="{FF2B5EF4-FFF2-40B4-BE49-F238E27FC236}">
                <a16:creationId xmlns:a16="http://schemas.microsoft.com/office/drawing/2014/main" id="{4F015265-AF27-200C-4895-6752E9BFE9A5}"/>
              </a:ext>
            </a:extLst>
          </p:cNvPr>
          <p:cNvSpPr/>
          <p:nvPr userDrawn="1"/>
        </p:nvSpPr>
        <p:spPr bwMode="gray">
          <a:xfrm>
            <a:off x="-4334" y="0"/>
            <a:ext cx="346287" cy="6858000"/>
          </a:xfrm>
          <a:prstGeom prst="rect">
            <a:avLst/>
          </a:prstGeom>
          <a:solidFill>
            <a:schemeClr val="accent1">
              <a:lumMod val="75000"/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 sz="1800" dirty="0">
              <a:latin typeface="Calibri" panose="020F0502020204030204" pitchFamily="34" charset="0"/>
            </a:endParaRPr>
          </a:p>
        </p:txBody>
      </p:sp>
      <p:cxnSp>
        <p:nvCxnSpPr>
          <p:cNvPr id="10" name="VerticalLineMidLogo">
            <a:extLst>
              <a:ext uri="{FF2B5EF4-FFF2-40B4-BE49-F238E27FC236}">
                <a16:creationId xmlns:a16="http://schemas.microsoft.com/office/drawing/2014/main" id="{656F6BDD-33C7-67F9-B411-2DDC5AA97049}"/>
              </a:ext>
            </a:extLst>
          </p:cNvPr>
          <p:cNvCxnSpPr>
            <a:cxnSpLocks/>
          </p:cNvCxnSpPr>
          <p:nvPr userDrawn="1"/>
        </p:nvCxnSpPr>
        <p:spPr bwMode="white">
          <a:xfrm>
            <a:off x="34195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HorizontalLineAboveLogo">
            <a:extLst>
              <a:ext uri="{FF2B5EF4-FFF2-40B4-BE49-F238E27FC236}">
                <a16:creationId xmlns:a16="http://schemas.microsoft.com/office/drawing/2014/main" id="{8B92081E-31C5-CAF2-9A81-0FF4B3064B25}"/>
              </a:ext>
            </a:extLst>
          </p:cNvPr>
          <p:cNvCxnSpPr>
            <a:cxnSpLocks/>
          </p:cNvCxnSpPr>
          <p:nvPr userDrawn="1"/>
        </p:nvCxnSpPr>
        <p:spPr bwMode="white">
          <a:xfrm>
            <a:off x="-4774" y="548968"/>
            <a:ext cx="706729" cy="0"/>
          </a:xfrm>
          <a:prstGeom prst="line">
            <a:avLst/>
          </a:prstGeom>
          <a:blipFill>
            <a:blip r:embed="rId4"/>
            <a:stretch>
              <a:fillRect/>
            </a:stretch>
          </a:blipFill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HorizontalLineBelowLogo">
            <a:extLst>
              <a:ext uri="{FF2B5EF4-FFF2-40B4-BE49-F238E27FC236}">
                <a16:creationId xmlns:a16="http://schemas.microsoft.com/office/drawing/2014/main" id="{37FEAC9E-A90B-0495-D4E9-530C0C874AA0}"/>
              </a:ext>
            </a:extLst>
          </p:cNvPr>
          <p:cNvCxnSpPr>
            <a:cxnSpLocks/>
          </p:cNvCxnSpPr>
          <p:nvPr userDrawn="1"/>
        </p:nvCxnSpPr>
        <p:spPr bwMode="white">
          <a:xfrm>
            <a:off x="-4774" y="1549232"/>
            <a:ext cx="706729" cy="0"/>
          </a:xfrm>
          <a:prstGeom prst="line">
            <a:avLst/>
          </a:prstGeom>
          <a:blipFill>
            <a:blip r:embed="rId4"/>
            <a:stretch>
              <a:fillRect/>
            </a:stretch>
          </a:blipFill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175CC09-1E32-D0CD-29D9-E2E1C1E1E15D}"/>
              </a:ext>
            </a:extLst>
          </p:cNvPr>
          <p:cNvSpPr txBox="1"/>
          <p:nvPr userDrawn="1"/>
        </p:nvSpPr>
        <p:spPr>
          <a:xfrm>
            <a:off x="806090" y="6550223"/>
            <a:ext cx="8858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/>
              <a:t>Tal Raveh</a:t>
            </a:r>
            <a:endParaRPr lang="en-IL" sz="1400" dirty="0"/>
          </a:p>
        </p:txBody>
      </p:sp>
    </p:spTree>
    <p:extLst>
      <p:ext uri="{BB962C8B-B14F-4D97-AF65-F5344CB8AC3E}">
        <p14:creationId xmlns:p14="http://schemas.microsoft.com/office/powerpoint/2010/main" val="443307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98D00-06F6-E602-6C47-76C2BA233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פרק </a:t>
            </a:r>
            <a:r>
              <a:rPr lang="en-US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12</a:t>
            </a:r>
            <a:r>
              <a:rPr lang="he-IL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:</a:t>
            </a:r>
            <a:br>
              <a:rPr lang="he-IL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</a:br>
            <a:r>
              <a:rPr lang="he-IL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סיריאליזציה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467981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6D8EC-5FB4-E369-B32D-C1585BF52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3CE9D-DF27-61FC-4B1F-34F6F118B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מוטיבציה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BD386-B644-8EBF-FCBB-0E489351C86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358978"/>
            <a:ext cx="7740652" cy="509232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he-IL" dirty="0"/>
              <a:t>ב </a:t>
            </a:r>
            <a:r>
              <a:rPr lang="en-US" dirty="0"/>
              <a:t>Reactor</a:t>
            </a:r>
            <a:r>
              <a:rPr lang="he-IL" dirty="0"/>
              <a:t> בשיעורים הקודמים היה פרוטוקול ייעודי: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r>
              <a:rPr lang="he-IL" dirty="0"/>
              <a:t>הבקשה הכילה את שם התמונה או "</a:t>
            </a:r>
            <a:r>
              <a:rPr lang="en-US" dirty="0"/>
              <a:t>list</a:t>
            </a:r>
            <a:r>
              <a:rPr lang="he-IL" dirty="0"/>
              <a:t>"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r>
              <a:rPr lang="he-IL" dirty="0"/>
              <a:t>התשובה הכילה את הבתים של התמונה או את רשימת התמונות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D2B32F-CB21-57CF-5254-8EF8311014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40" b="9756"/>
          <a:stretch>
            <a:fillRect/>
          </a:stretch>
        </p:blipFill>
        <p:spPr>
          <a:xfrm>
            <a:off x="1289236" y="3121493"/>
            <a:ext cx="7062806" cy="3240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117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FFCA3-7D37-C546-DB3A-F93FB5545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1C4E8-E935-CC55-2AD3-06C099D38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מוטיבציה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131C7-5EA2-65F3-C2A9-61F789C2ED9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358978"/>
            <a:ext cx="7740652" cy="509232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he-IL" dirty="0">
                <a:latin typeface="+mn-lt"/>
              </a:rPr>
              <a:t>בהמשך נבנה שרת שמעביר אובייקטים: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r>
              <a:rPr lang="he-IL" dirty="0">
                <a:latin typeface="+mn-lt"/>
              </a:rPr>
              <a:t>הבקשה תהיה אובייקט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r>
              <a:rPr lang="he-IL" dirty="0">
                <a:latin typeface="+mn-lt"/>
              </a:rPr>
              <a:t>התשובה תהיה אובייקט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lang="he-IL" dirty="0">
              <a:latin typeface="+mn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106A00-1688-A5B8-1F85-170ED1419E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0713" y="2683295"/>
            <a:ext cx="5922015" cy="3948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224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41869-99C2-D059-9FBD-C137A9F64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37C14-1B44-A50A-5358-F59BAB441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מה זה סיריאליזציה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69D30-AAE0-8D41-A1FA-21ECAC578C3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358976"/>
            <a:ext cx="7740652" cy="509232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he-IL" dirty="0">
                <a:latin typeface="+mn-lt"/>
              </a:rPr>
              <a:t>בשביל זה צריך להכיר </a:t>
            </a:r>
            <a:r>
              <a:rPr lang="he-IL" dirty="0"/>
              <a:t>קודם </a:t>
            </a:r>
            <a:r>
              <a:rPr lang="he-IL" dirty="0">
                <a:latin typeface="+mn-lt"/>
              </a:rPr>
              <a:t>סיריאליזציה (</a:t>
            </a:r>
            <a:r>
              <a:rPr lang="en-US" dirty="0">
                <a:latin typeface="+mn-lt"/>
              </a:rPr>
              <a:t>serialization</a:t>
            </a:r>
            <a:r>
              <a:rPr lang="he-IL" dirty="0">
                <a:latin typeface="+mn-lt"/>
              </a:rPr>
              <a:t>)</a:t>
            </a:r>
            <a:r>
              <a:rPr lang="en-US" dirty="0">
                <a:latin typeface="+mn-lt"/>
              </a:rPr>
              <a:t>: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r>
              <a:rPr lang="he-IL" dirty="0">
                <a:latin typeface="+mn-lt"/>
              </a:rPr>
              <a:t>מנגנון ייצוג אובייקטים כרצף של תווים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endParaRPr lang="he-IL" dirty="0">
              <a:latin typeface="+mn-lt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he-IL" b="1" dirty="0">
                <a:latin typeface="+mn-lt"/>
              </a:rPr>
              <a:t>סיריאליזציה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r>
              <a:rPr lang="he-IL" dirty="0">
                <a:latin typeface="+mn-lt"/>
              </a:rPr>
              <a:t>יצירת ייצוג בתווים של אובייקט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r>
              <a:rPr lang="he-IL" dirty="0">
                <a:latin typeface="+mn-lt"/>
              </a:rPr>
              <a:t>כולל מידע לגבי הטיפוס של האובייקט, מבנה פנימי ונתונים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r>
              <a:rPr lang="he-IL" dirty="0">
                <a:latin typeface="+mn-lt"/>
              </a:rPr>
              <a:t>מאפשר "המרה" של האובייקט למערך בתים </a:t>
            </a:r>
            <a:r>
              <a:rPr lang="en-US" dirty="0">
                <a:latin typeface="+mn-lt"/>
              </a:rPr>
              <a:t>byte[]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lang="he-IL" dirty="0">
              <a:latin typeface="+mn-lt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he-IL" b="1" dirty="0">
                <a:latin typeface="+mn-lt"/>
              </a:rPr>
              <a:t>דה-סיריאליזציה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r>
              <a:rPr lang="he-IL" dirty="0">
                <a:latin typeface="+mn-lt"/>
              </a:rPr>
              <a:t>שחזור אובייקט מתווים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r>
              <a:rPr lang="he-IL" dirty="0">
                <a:latin typeface="+mn-lt"/>
              </a:rPr>
              <a:t>משתמש במידע לגבי הטיפוס של האובייקט, המבנה הפנימי והנתונים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r>
              <a:rPr lang="he-IL" dirty="0">
                <a:latin typeface="+mn-lt"/>
              </a:rPr>
              <a:t>מאפשר "המרה" של מערך בתים </a:t>
            </a:r>
            <a:r>
              <a:rPr lang="en-US" dirty="0">
                <a:latin typeface="+mn-lt"/>
              </a:rPr>
              <a:t>byte[]</a:t>
            </a:r>
            <a:r>
              <a:rPr lang="he-IL" dirty="0">
                <a:latin typeface="+mn-lt"/>
              </a:rPr>
              <a:t> לאובייקט "אמיתי" מלא</a:t>
            </a:r>
          </a:p>
        </p:txBody>
      </p:sp>
    </p:spTree>
    <p:extLst>
      <p:ext uri="{BB962C8B-B14F-4D97-AF65-F5344CB8AC3E}">
        <p14:creationId xmlns:p14="http://schemas.microsoft.com/office/powerpoint/2010/main" val="1194286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5DB7C-53EF-BF1D-B40A-7F6D294BE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42878-1298-77CA-7786-23FF6AAE1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מה זה סיריאליזציה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54C95-47B9-CEF9-1CE3-2D5B43F8B27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808982"/>
            <a:ext cx="7740652" cy="464231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he-IL" dirty="0">
                <a:latin typeface="+mn-lt"/>
              </a:rPr>
              <a:t>סיריאליזציה / דה-סיריאליזציה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he-IL" dirty="0"/>
              <a:t>שומרות ערכי שדות פרימיטיביים ואובייקטים*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he-IL" dirty="0">
                <a:latin typeface="+mn-lt"/>
              </a:rPr>
              <a:t>מאפשרות העברה ממערכת אחת למערכת אחרת</a:t>
            </a:r>
            <a:br>
              <a:rPr lang="en-US" dirty="0">
                <a:latin typeface="+mn-lt"/>
              </a:rPr>
            </a:br>
            <a:r>
              <a:rPr lang="he-IL" dirty="0">
                <a:latin typeface="+mn-lt"/>
              </a:rPr>
              <a:t>(מחשבים שונים / </a:t>
            </a:r>
            <a:r>
              <a:rPr lang="en-US" dirty="0">
                <a:latin typeface="+mn-lt"/>
              </a:rPr>
              <a:t>JVM</a:t>
            </a:r>
            <a:r>
              <a:rPr lang="he-IL" dirty="0">
                <a:latin typeface="+mn-lt"/>
              </a:rPr>
              <a:t>-ים שונים וכו')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he-IL" dirty="0">
                <a:latin typeface="+mn-lt"/>
              </a:rPr>
              <a:t>מאפשרות שליחה באופנים שונים (כקובץ, ברשת, וכו’)</a:t>
            </a:r>
            <a:endParaRPr lang="en-US" dirty="0">
              <a:latin typeface="+mn-lt"/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he-IL" dirty="0">
                <a:latin typeface="+mn-lt"/>
              </a:rPr>
              <a:t>מאפשרות העברה בין </a:t>
            </a:r>
            <a:r>
              <a:rPr lang="he-IL" u="sng" dirty="0">
                <a:latin typeface="+mn-lt"/>
              </a:rPr>
              <a:t>גרסאות שונות</a:t>
            </a:r>
            <a:r>
              <a:rPr lang="he-IL" dirty="0">
                <a:latin typeface="+mn-lt"/>
              </a:rPr>
              <a:t> של </a:t>
            </a:r>
            <a:r>
              <a:rPr lang="en-US" dirty="0">
                <a:latin typeface="+mn-lt"/>
              </a:rPr>
              <a:t>Java</a:t>
            </a:r>
            <a:br>
              <a:rPr lang="en-US" dirty="0">
                <a:latin typeface="+mn-lt"/>
              </a:rPr>
            </a:br>
            <a:r>
              <a:rPr lang="he-IL" dirty="0">
                <a:latin typeface="+mn-lt"/>
              </a:rPr>
              <a:t>(קבצי </a:t>
            </a:r>
            <a:r>
              <a:rPr lang="en-US" dirty="0">
                <a:latin typeface="+mn-lt"/>
              </a:rPr>
              <a:t>class</a:t>
            </a:r>
            <a:r>
              <a:rPr lang="he-IL" dirty="0">
                <a:latin typeface="+mn-lt"/>
              </a:rPr>
              <a:t> מקומפלים ניתן להעביר לגרסאות </a:t>
            </a:r>
            <a:r>
              <a:rPr lang="he-IL" u="sng" dirty="0">
                <a:latin typeface="+mn-lt"/>
              </a:rPr>
              <a:t>חדשות יותר</a:t>
            </a:r>
            <a:r>
              <a:rPr lang="he-IL" dirty="0">
                <a:latin typeface="+mn-lt"/>
              </a:rPr>
              <a:t> בלבד)</a:t>
            </a:r>
            <a:endParaRPr lang="en-US" dirty="0">
              <a:latin typeface="+mn-lt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he-IL" dirty="0">
              <a:latin typeface="+mn-lt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he-IL" dirty="0">
              <a:latin typeface="+mn-lt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he-IL" dirty="0">
              <a:latin typeface="+mn-lt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he-IL" dirty="0">
                <a:latin typeface="+mn-lt"/>
              </a:rPr>
              <a:t>* למעט 2 מקרים (הסבר בהמשך)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lang="he-IL" dirty="0">
              <a:latin typeface="+mn-lt"/>
            </a:endParaRP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endParaRPr lang="he-IL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43820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A2B1A-2B8A-5A3B-71D0-EF94028B9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1B283-6219-9962-DD42-B90EA4A8A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מימוש סיריאליזציה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CDF42-EF59-90A6-45EF-82A660B827F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358976"/>
            <a:ext cx="7740652" cy="509232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he-IL" b="1" dirty="0">
                <a:latin typeface="+mn-lt"/>
              </a:rPr>
              <a:t>דוגמה</a:t>
            </a:r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endParaRPr lang="he-IL" sz="1800" dirty="0">
              <a:solidFill>
                <a:srgbClr val="994CC3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final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111111"/>
                </a:solidFill>
                <a:latin typeface="Consolas" panose="020B0609020204030204" pitchFamily="49" charset="0"/>
              </a:rPr>
              <a:t>Pet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994CC3"/>
                </a:solidFill>
                <a:latin typeface="Consolas" panose="020B0609020204030204" pitchFamily="49" charset="0"/>
              </a:rPr>
              <a:t>implements</a:t>
            </a:r>
            <a:r>
              <a:rPr lang="en-US" sz="1800" b="1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4876D6"/>
                </a:solidFill>
                <a:latin typeface="Consolas" panose="020B0609020204030204" pitchFamily="49" charset="0"/>
              </a:rPr>
              <a:t>Serializable 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{</a:t>
            </a:r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994CC3"/>
                </a:solidFill>
                <a:latin typeface="Consolas" panose="020B0609020204030204" pitchFamily="49" charset="0"/>
              </a:rPr>
              <a:t>enum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Type {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DOG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,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CAT</a:t>
            </a:r>
            <a:endParaRPr lang="en-US" sz="1800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}</a:t>
            </a:r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final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name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final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Type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4876D6"/>
                </a:solidFill>
                <a:latin typeface="Consolas" panose="020B0609020204030204" pitchFamily="49" charset="0"/>
              </a:rPr>
              <a:t>type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final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age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;</a:t>
            </a:r>
          </a:p>
          <a:p>
            <a:pPr algn="l" rtl="0">
              <a:lnSpc>
                <a:spcPct val="10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Pet</a:t>
            </a:r>
            <a:r>
              <a:rPr lang="en-US" sz="1800" dirty="0">
                <a:solidFill>
                  <a:srgbClr val="111111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name,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Type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403F53"/>
                </a:solidFill>
                <a:latin typeface="Consolas" panose="020B0609020204030204" pitchFamily="49" charset="0"/>
              </a:rPr>
              <a:t>type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age</a:t>
            </a:r>
            <a:r>
              <a:rPr lang="en-US" sz="1800" dirty="0">
                <a:solidFill>
                  <a:srgbClr val="111111"/>
                </a:solidFill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{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dirty="0">
                <a:solidFill>
                  <a:srgbClr val="0C969B"/>
                </a:solidFill>
                <a:latin typeface="Consolas" panose="020B0609020204030204" pitchFamily="49" charset="0"/>
              </a:rPr>
              <a:t>this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111111"/>
                </a:solidFill>
                <a:latin typeface="Consolas" panose="020B0609020204030204" pitchFamily="49" charset="0"/>
              </a:rPr>
              <a:t>name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name;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dirty="0" err="1">
                <a:solidFill>
                  <a:srgbClr val="0C969B"/>
                </a:solidFill>
                <a:latin typeface="Consolas" panose="020B0609020204030204" pitchFamily="49" charset="0"/>
              </a:rPr>
              <a:t>this</a:t>
            </a:r>
            <a:r>
              <a:rPr lang="en-US" sz="1800" dirty="0" err="1">
                <a:solidFill>
                  <a:srgbClr val="403F53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111111"/>
                </a:solidFill>
                <a:latin typeface="Consolas" panose="020B0609020204030204" pitchFamily="49" charset="0"/>
              </a:rPr>
              <a:t>type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type;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dirty="0" err="1">
                <a:solidFill>
                  <a:srgbClr val="0C969B"/>
                </a:solidFill>
                <a:latin typeface="Consolas" panose="020B0609020204030204" pitchFamily="49" charset="0"/>
              </a:rPr>
              <a:t>this</a:t>
            </a:r>
            <a:r>
              <a:rPr lang="en-US" sz="1800" dirty="0" err="1">
                <a:solidFill>
                  <a:srgbClr val="403F53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111111"/>
                </a:solidFill>
                <a:latin typeface="Consolas" panose="020B0609020204030204" pitchFamily="49" charset="0"/>
              </a:rPr>
              <a:t>age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age;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}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55785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B271D-2F90-1682-1212-CDDF5513D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C3048-424D-F364-3827-741681E12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מימוש סיריאליזציה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7076A-F265-DDFC-BEB6-B3C827034AF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718981"/>
            <a:ext cx="7740652" cy="4732320"/>
          </a:xfrm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סיריאליזציה:</a:t>
            </a:r>
            <a:endParaRPr lang="en-US" dirty="0">
              <a:latin typeface="+mn-lt"/>
            </a:endParaRPr>
          </a:p>
          <a:p>
            <a:pPr algn="l" rtl="0">
              <a:lnSpc>
                <a:spcPct val="100000"/>
              </a:lnSpc>
              <a:spcBef>
                <a:spcPts val="0"/>
              </a:spcBef>
              <a:buNone/>
            </a:pPr>
            <a:endParaRPr lang="en-US" sz="1800" b="0" dirty="0">
              <a:solidFill>
                <a:srgbClr val="994CC3"/>
              </a:solidFill>
              <a:effectLst/>
              <a:latin typeface="Consolas" panose="020B0609020204030204" pitchFamily="49" charset="0"/>
            </a:endParaRPr>
          </a:p>
          <a:p>
            <a:pPr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Pet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pet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Pet</a:t>
            </a:r>
            <a:r>
              <a:rPr lang="en-US" sz="1800" b="0" dirty="0">
                <a:solidFill>
                  <a:srgbClr val="11111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name, type, age</a:t>
            </a:r>
            <a:r>
              <a:rPr lang="en-US" sz="1800" b="0" dirty="0">
                <a:solidFill>
                  <a:srgbClr val="111111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 rtl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fileOut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Files</a:t>
            </a:r>
            <a:r>
              <a:rPr lang="en-US" sz="1800" b="0" dirty="0" err="1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b="0" dirty="0" err="1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newOutputStream</a:t>
            </a:r>
            <a:r>
              <a:rPr lang="en-US" sz="1800" b="0" dirty="0">
                <a:solidFill>
                  <a:srgbClr val="11111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1800" b="0" dirty="0">
                <a:solidFill>
                  <a:srgbClr val="111111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     var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1" dirty="0" err="1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ObjectOutputStream</a:t>
            </a:r>
            <a:r>
              <a:rPr lang="en-US" sz="1800" b="0" dirty="0">
                <a:solidFill>
                  <a:srgbClr val="11111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 err="1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fileOut</a:t>
            </a:r>
            <a:r>
              <a:rPr lang="en-US" sz="1800" b="0" dirty="0">
                <a:solidFill>
                  <a:srgbClr val="111111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algn="l" rtl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800" b="0" dirty="0" err="1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800" b="0" dirty="0" err="1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b="0" dirty="0" err="1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writeObject</a:t>
            </a:r>
            <a:r>
              <a:rPr lang="en-US" sz="1800" b="0" dirty="0">
                <a:solidFill>
                  <a:srgbClr val="11111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pet</a:t>
            </a:r>
            <a:r>
              <a:rPr lang="en-US" sz="1800" b="0" dirty="0">
                <a:solidFill>
                  <a:srgbClr val="111111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}</a:t>
            </a:r>
            <a:endParaRPr lang="he-IL" b="0" dirty="0">
              <a:solidFill>
                <a:srgbClr val="403F53"/>
              </a:solidFill>
              <a:effectLst/>
              <a:latin typeface="Consolas" panose="020B0609020204030204" pitchFamily="49" charset="0"/>
            </a:endParaRPr>
          </a:p>
          <a:p>
            <a:pPr algn="r">
              <a:lnSpc>
                <a:spcPts val="1425"/>
              </a:lnSpc>
              <a:spcBef>
                <a:spcPts val="1800"/>
              </a:spcBef>
            </a:pPr>
            <a:endParaRPr lang="en-US" dirty="0">
              <a:latin typeface="+mn-lt"/>
            </a:endParaRPr>
          </a:p>
          <a:p>
            <a:pPr marL="342900" indent="-342900" algn="r">
              <a:lnSpc>
                <a:spcPts val="1425"/>
              </a:lnSpc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דה-סיריאליזציה:</a:t>
            </a:r>
            <a:br>
              <a:rPr lang="en-US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403F53"/>
              </a:solidFill>
              <a:effectLst/>
              <a:latin typeface="Consolas" panose="020B0609020204030204" pitchFamily="49" charset="0"/>
            </a:endParaRPr>
          </a:p>
          <a:p>
            <a:pPr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fileIn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Files</a:t>
            </a:r>
            <a:r>
              <a:rPr lang="en-US" sz="1800" b="0" dirty="0" err="1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b="0" dirty="0" err="1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newInputStream</a:t>
            </a:r>
            <a:r>
              <a:rPr lang="en-US" sz="1800" b="0" dirty="0">
                <a:solidFill>
                  <a:srgbClr val="11111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1800" b="0" dirty="0">
                <a:solidFill>
                  <a:srgbClr val="111111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1" dirty="0" err="1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ObjectInputStream</a:t>
            </a:r>
            <a:r>
              <a:rPr lang="en-US" sz="1800" b="0" dirty="0">
                <a:solidFill>
                  <a:srgbClr val="11111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 err="1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fileIn</a:t>
            </a:r>
            <a:r>
              <a:rPr lang="en-US" sz="1800" b="0" dirty="0">
                <a:solidFill>
                  <a:srgbClr val="111111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algn="l" rtl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    pet 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(Pet) </a:t>
            </a:r>
            <a:r>
              <a:rPr lang="en-US" sz="1800" b="0" dirty="0" err="1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800" b="0" dirty="0" err="1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b="0" dirty="0" err="1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readObject</a:t>
            </a:r>
            <a:r>
              <a:rPr lang="en-US" sz="1800" b="0" dirty="0">
                <a:solidFill>
                  <a:srgbClr val="111111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  <a:buNone/>
            </a:pPr>
            <a:endParaRPr lang="en-US" sz="1800" b="0" dirty="0">
              <a:solidFill>
                <a:srgbClr val="403F53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3409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BD3FB-666B-BE73-D676-EEA01E512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A6512-62C6-2130-EF30-FAD3EA0F1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ממשק סימון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A604D-3768-E93A-74CC-637634805F2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538979"/>
            <a:ext cx="7740652" cy="491232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he-IL" b="1" dirty="0">
                <a:latin typeface="+mn-lt"/>
              </a:rPr>
              <a:t>ממשק סימון (</a:t>
            </a:r>
            <a:r>
              <a:rPr lang="en-US" b="1" dirty="0">
                <a:latin typeface="+mn-lt"/>
              </a:rPr>
              <a:t>marker interface</a:t>
            </a:r>
            <a:r>
              <a:rPr lang="he-IL" b="1" dirty="0">
                <a:latin typeface="+mn-lt"/>
              </a:rPr>
              <a:t>)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r>
              <a:rPr lang="he-IL" dirty="0">
                <a:latin typeface="+mn-lt"/>
              </a:rPr>
              <a:t>הממשק </a:t>
            </a:r>
            <a:r>
              <a:rPr lang="en-US" dirty="0">
                <a:latin typeface="+mn-lt"/>
              </a:rPr>
              <a:t>Serializable</a:t>
            </a:r>
            <a:r>
              <a:rPr lang="he-IL" dirty="0">
                <a:latin typeface="+mn-lt"/>
              </a:rPr>
              <a:t> הוא "ממש סימון"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r>
              <a:rPr lang="he-IL" dirty="0">
                <a:latin typeface="+mn-lt"/>
              </a:rPr>
              <a:t>אין לו מתודות - משמש כ"הצהרה" בכדי להעביר מידע ל </a:t>
            </a:r>
            <a:r>
              <a:rPr lang="en-US" dirty="0">
                <a:latin typeface="+mn-lt"/>
              </a:rPr>
              <a:t>JVM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r>
              <a:rPr lang="he-IL" dirty="0">
                <a:latin typeface="+mn-lt"/>
              </a:rPr>
              <a:t>בלי זה ניסיון סיריאליזציה </a:t>
            </a:r>
            <a:r>
              <a:rPr lang="he-IL">
                <a:latin typeface="+mn-lt"/>
              </a:rPr>
              <a:t>/ דה-סיריאליזציה לאובייקט </a:t>
            </a:r>
            <a:r>
              <a:rPr lang="he-IL" dirty="0">
                <a:latin typeface="+mn-lt"/>
              </a:rPr>
              <a:t>תכשל</a:t>
            </a:r>
            <a:endParaRPr lang="en-US" dirty="0">
              <a:latin typeface="+mn-lt"/>
            </a:endParaRPr>
          </a:p>
          <a:p>
            <a:pPr>
              <a:lnSpc>
                <a:spcPct val="100000"/>
              </a:lnSpc>
              <a:spcBef>
                <a:spcPts val="2400"/>
              </a:spcBef>
            </a:pPr>
            <a:r>
              <a:rPr lang="he-IL" b="1" dirty="0">
                <a:latin typeface="+mn-lt"/>
              </a:rPr>
              <a:t>המחלקות </a:t>
            </a:r>
            <a:r>
              <a:rPr lang="en-US" b="1" dirty="0" err="1">
                <a:latin typeface="+mn-lt"/>
              </a:rPr>
              <a:t>ObjectInputStream</a:t>
            </a:r>
            <a:r>
              <a:rPr lang="he-IL" b="1" dirty="0">
                <a:latin typeface="+mn-lt"/>
              </a:rPr>
              <a:t> </a:t>
            </a:r>
            <a:r>
              <a:rPr lang="en-US" b="1" dirty="0" err="1">
                <a:latin typeface="+mn-lt"/>
              </a:rPr>
              <a:t>ObjectOutputStream</a:t>
            </a:r>
            <a:r>
              <a:rPr lang="en-US" b="1" dirty="0">
                <a:latin typeface="+mn-lt"/>
              </a:rPr>
              <a:t> /</a:t>
            </a:r>
            <a:endParaRPr lang="he-IL" b="1" dirty="0">
              <a:latin typeface="+mn-lt"/>
            </a:endParaRP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r>
              <a:rPr lang="he-IL" dirty="0">
                <a:latin typeface="+mn-lt"/>
              </a:rPr>
              <a:t>מחלקות של </a:t>
            </a:r>
            <a:r>
              <a:rPr lang="he-IL" u="sng" dirty="0">
                <a:latin typeface="+mn-lt"/>
              </a:rPr>
              <a:t>הספרייה הסטנדרטית</a:t>
            </a:r>
            <a:r>
              <a:rPr lang="he-IL" dirty="0">
                <a:latin typeface="+mn-lt"/>
              </a:rPr>
              <a:t> שאחראיות על הסיריאליזציה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r>
              <a:rPr lang="he-IL" dirty="0">
                <a:latin typeface="+mn-lt"/>
              </a:rPr>
              <a:t>עוטפות זרמי בתים "רגילים" (</a:t>
            </a:r>
            <a:r>
              <a:rPr lang="en-US" dirty="0" err="1">
                <a:latin typeface="+mn-lt"/>
              </a:rPr>
              <a:t>InputStream</a:t>
            </a:r>
            <a:r>
              <a:rPr lang="en-US" dirty="0">
                <a:latin typeface="+mn-lt"/>
              </a:rPr>
              <a:t> / </a:t>
            </a:r>
            <a:r>
              <a:rPr lang="en-US" dirty="0" err="1">
                <a:latin typeface="+mn-lt"/>
              </a:rPr>
              <a:t>OutputStream</a:t>
            </a:r>
            <a:r>
              <a:rPr lang="he-IL" dirty="0">
                <a:latin typeface="+mn-lt"/>
              </a:rPr>
              <a:t>)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r>
              <a:rPr lang="he-IL" dirty="0">
                <a:latin typeface="+mn-lt"/>
              </a:rPr>
              <a:t>יודעות אוטומטית "לפרק" את האובייקט ו"להרכיב" מחדש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he-IL" dirty="0">
                <a:latin typeface="+mn-lt"/>
              </a:rPr>
              <a:t>בהשוואה ל </a:t>
            </a:r>
            <a:r>
              <a:rPr lang="en-US" dirty="0" err="1">
                <a:latin typeface="+mn-lt"/>
              </a:rPr>
              <a:t>FileOutputStream</a:t>
            </a:r>
            <a:r>
              <a:rPr lang="he-IL" dirty="0">
                <a:latin typeface="+mn-lt"/>
              </a:rPr>
              <a:t> ו </a:t>
            </a:r>
            <a:r>
              <a:rPr lang="en-US" dirty="0" err="1">
                <a:latin typeface="+mn-lt"/>
              </a:rPr>
              <a:t>FileInputStream</a:t>
            </a:r>
            <a:r>
              <a:rPr lang="he-IL" dirty="0">
                <a:latin typeface="+mn-lt"/>
              </a:rPr>
              <a:t> (לדוגמה):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r>
              <a:rPr lang="he-IL" dirty="0">
                <a:latin typeface="+mn-lt"/>
              </a:rPr>
              <a:t>יש גם משמעות סמנטית – לא רק "בתים" של פלט וקלט לקובץ</a:t>
            </a:r>
          </a:p>
          <a:p>
            <a:pPr marL="342900" indent="-34290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ß"/>
            </a:pPr>
            <a:r>
              <a:rPr lang="he-IL" dirty="0">
                <a:latin typeface="+mn-lt"/>
                <a:sym typeface="Wingdings" panose="05000000000000000000" pitchFamily="2" charset="2"/>
              </a:rPr>
              <a:t>יש מנגנונים </a:t>
            </a:r>
            <a:r>
              <a:rPr lang="he-IL" u="sng" dirty="0">
                <a:latin typeface="+mn-lt"/>
                <a:sym typeface="Wingdings" panose="05000000000000000000" pitchFamily="2" charset="2"/>
              </a:rPr>
              <a:t>אחרים</a:t>
            </a:r>
            <a:r>
              <a:rPr lang="he-IL" dirty="0">
                <a:latin typeface="+mn-lt"/>
                <a:sym typeface="Wingdings" panose="05000000000000000000" pitchFamily="2" charset="2"/>
              </a:rPr>
              <a:t> של סיריאליזציה (לא בספריה הסטנדרטית)</a:t>
            </a:r>
          </a:p>
        </p:txBody>
      </p:sp>
    </p:spTree>
    <p:extLst>
      <p:ext uri="{BB962C8B-B14F-4D97-AF65-F5344CB8AC3E}">
        <p14:creationId xmlns:p14="http://schemas.microsoft.com/office/powerpoint/2010/main" val="30977475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FF4AE-A79F-081D-071B-5D3D146BC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75014-F119-4A69-E408-CA5D4080A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שדות </a:t>
            </a:r>
            <a:r>
              <a:rPr lang="en-US" dirty="0"/>
              <a:t>transient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4E0A4-8AB9-F2E4-3DC9-1975FE801D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448978"/>
            <a:ext cx="7740652" cy="500232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he-IL" dirty="0">
                <a:latin typeface="+mn-lt"/>
                <a:sym typeface="Wingdings" panose="05000000000000000000" pitchFamily="2" charset="2"/>
              </a:rPr>
              <a:t>איזה שדות </a:t>
            </a:r>
            <a:r>
              <a:rPr lang="he-IL" u="sng" dirty="0">
                <a:latin typeface="+mn-lt"/>
                <a:sym typeface="Wingdings" panose="05000000000000000000" pitchFamily="2" charset="2"/>
              </a:rPr>
              <a:t>לא נשמרים</a:t>
            </a:r>
            <a:r>
              <a:rPr lang="he-IL" dirty="0">
                <a:latin typeface="+mn-lt"/>
                <a:sym typeface="Wingdings" panose="05000000000000000000" pitchFamily="2" charset="2"/>
              </a:rPr>
              <a:t>?</a:t>
            </a:r>
          </a:p>
          <a:p>
            <a:pPr marL="342900" indent="-342900">
              <a:lnSpc>
                <a:spcPct val="100000"/>
              </a:lnSpc>
              <a:spcBef>
                <a:spcPts val="1200"/>
              </a:spcBef>
              <a:buFontTx/>
              <a:buChar char="-"/>
            </a:pPr>
            <a:r>
              <a:rPr lang="he-IL" dirty="0">
                <a:sym typeface="Wingdings" panose="05000000000000000000" pitchFamily="2" charset="2"/>
              </a:rPr>
              <a:t>שדות שהם </a:t>
            </a:r>
            <a:r>
              <a:rPr lang="en-US" dirty="0">
                <a:sym typeface="Wingdings" panose="05000000000000000000" pitchFamily="2" charset="2"/>
              </a:rPr>
              <a:t>static</a:t>
            </a:r>
            <a:r>
              <a:rPr lang="he-IL" dirty="0">
                <a:sym typeface="Wingdings" panose="05000000000000000000" pitchFamily="2" charset="2"/>
              </a:rPr>
              <a:t> (הן של המחלקה, לא של האובייקט)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he-IL" dirty="0">
                <a:sym typeface="Wingdings" panose="05000000000000000000" pitchFamily="2" charset="2"/>
              </a:rPr>
              <a:t>שדות שמוגדרים כ </a:t>
            </a:r>
            <a:r>
              <a:rPr lang="en-US" dirty="0">
                <a:sym typeface="Wingdings" panose="05000000000000000000" pitchFamily="2" charset="2"/>
              </a:rPr>
              <a:t>transient</a:t>
            </a:r>
            <a:r>
              <a:rPr lang="he-IL" dirty="0">
                <a:sym typeface="Wingdings" panose="05000000000000000000" pitchFamily="2" charset="2"/>
              </a:rPr>
              <a:t> (מילה שמורה)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he-IL" dirty="0">
                <a:sym typeface="Wingdings" panose="05000000000000000000" pitchFamily="2" charset="2"/>
              </a:rPr>
              <a:t>דוגמה:</a:t>
            </a:r>
          </a:p>
          <a:p>
            <a:pPr algn="l" rtl="0">
              <a:lnSpc>
                <a:spcPct val="100000"/>
              </a:lnSpc>
            </a:pPr>
            <a:r>
              <a:rPr lang="en-US" dirty="0">
                <a:solidFill>
                  <a:srgbClr val="994CC3"/>
                </a:solidFill>
                <a:latin typeface="Consolas" panose="020B0609020204030204" pitchFamily="49" charset="0"/>
              </a:rPr>
              <a:t>private</a:t>
            </a:r>
            <a:r>
              <a:rPr lang="en-US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94CC3"/>
                </a:solidFill>
                <a:latin typeface="Consolas" panose="020B0609020204030204" pitchFamily="49" charset="0"/>
              </a:rPr>
              <a:t>transient</a:t>
            </a:r>
            <a:r>
              <a:rPr lang="en-US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94CC3"/>
                </a:solidFill>
                <a:latin typeface="Consolas" panose="020B0609020204030204" pitchFamily="49" charset="0"/>
              </a:rPr>
              <a:t>Integer</a:t>
            </a:r>
            <a:r>
              <a:rPr lang="en-US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4876D6"/>
                </a:solidFill>
                <a:latin typeface="Consolas" panose="020B0609020204030204" pitchFamily="49" charset="0"/>
              </a:rPr>
              <a:t>hash</a:t>
            </a:r>
            <a:r>
              <a:rPr lang="en-US" dirty="0">
                <a:solidFill>
                  <a:srgbClr val="403F53"/>
                </a:solidFill>
                <a:latin typeface="Consolas" panose="020B0609020204030204" pitchFamily="49" charset="0"/>
              </a:rPr>
              <a:t>;</a:t>
            </a:r>
            <a:endParaRPr lang="en-US" dirty="0">
              <a:sym typeface="Wingdings" panose="05000000000000000000" pitchFamily="2" charset="2"/>
            </a:endParaRPr>
          </a:p>
          <a:p>
            <a:pPr algn="l" rtl="0">
              <a:lnSpc>
                <a:spcPct val="100000"/>
              </a:lnSpc>
              <a:spcBef>
                <a:spcPts val="1200"/>
              </a:spcBef>
            </a:pPr>
            <a:r>
              <a:rPr lang="en-US" dirty="0">
                <a:solidFill>
                  <a:srgbClr val="403F53"/>
                </a:solidFill>
                <a:latin typeface="Consolas" panose="020B0609020204030204" pitchFamily="49" charset="0"/>
              </a:rPr>
              <a:t>@</a:t>
            </a:r>
            <a:r>
              <a:rPr lang="en-US" dirty="0">
                <a:solidFill>
                  <a:srgbClr val="994CC3"/>
                </a:solidFill>
                <a:latin typeface="Consolas" panose="020B0609020204030204" pitchFamily="49" charset="0"/>
              </a:rPr>
              <a:t>Override</a:t>
            </a:r>
            <a:endParaRPr lang="en-US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rgbClr val="994CC3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94CC3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4876D6"/>
                </a:solidFill>
                <a:latin typeface="Consolas" panose="020B0609020204030204" pitchFamily="49" charset="0"/>
              </a:rPr>
              <a:t>hashCode</a:t>
            </a:r>
            <a:r>
              <a:rPr lang="en-US" dirty="0">
                <a:solidFill>
                  <a:srgbClr val="111111"/>
                </a:solidFill>
                <a:latin typeface="Consolas" panose="020B0609020204030204" pitchFamily="49" charset="0"/>
              </a:rPr>
              <a:t>()</a:t>
            </a:r>
            <a:r>
              <a:rPr lang="en-US" dirty="0">
                <a:solidFill>
                  <a:srgbClr val="403F53"/>
                </a:solidFill>
                <a:latin typeface="Consolas" panose="020B0609020204030204" pitchFamily="49" charset="0"/>
              </a:rPr>
              <a:t> {</a:t>
            </a:r>
          </a:p>
          <a:p>
            <a:pPr algn="l" rtl="0">
              <a:lnSpc>
                <a:spcPct val="100000"/>
              </a:lnSpc>
              <a:spcBef>
                <a:spcPts val="1200"/>
              </a:spcBef>
            </a:pPr>
            <a:r>
              <a:rPr lang="en-US" dirty="0">
                <a:solidFill>
                  <a:srgbClr val="403F53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994CC3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403F53"/>
                </a:solidFill>
                <a:latin typeface="Consolas" panose="020B0609020204030204" pitchFamily="49" charset="0"/>
              </a:rPr>
              <a:t> (hash </a:t>
            </a:r>
            <a:r>
              <a:rPr lang="en-US" dirty="0">
                <a:solidFill>
                  <a:srgbClr val="994CC3"/>
                </a:solidFill>
                <a:latin typeface="Consolas" panose="020B0609020204030204" pitchFamily="49" charset="0"/>
              </a:rPr>
              <a:t>==</a:t>
            </a:r>
            <a:r>
              <a:rPr lang="en-US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4876D6"/>
                </a:solidFill>
                <a:latin typeface="Consolas" panose="020B0609020204030204" pitchFamily="49" charset="0"/>
              </a:rPr>
              <a:t>null</a:t>
            </a:r>
            <a:r>
              <a:rPr lang="en-US" dirty="0">
                <a:solidFill>
                  <a:srgbClr val="403F53"/>
                </a:solidFill>
                <a:latin typeface="Consolas" panose="020B0609020204030204" pitchFamily="49" charset="0"/>
              </a:rPr>
              <a:t>)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rgbClr val="403F53"/>
                </a:solidFill>
                <a:latin typeface="Consolas" panose="020B0609020204030204" pitchFamily="49" charset="0"/>
              </a:rPr>
              <a:t>        hash </a:t>
            </a:r>
            <a:r>
              <a:rPr lang="en-US" dirty="0">
                <a:solidFill>
                  <a:srgbClr val="994CC3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4876D6"/>
                </a:solidFill>
                <a:latin typeface="Consolas" panose="020B0609020204030204" pitchFamily="49" charset="0"/>
              </a:rPr>
              <a:t>Objects</a:t>
            </a:r>
            <a:r>
              <a:rPr lang="en-US" dirty="0" err="1">
                <a:solidFill>
                  <a:srgbClr val="403F53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4876D6"/>
                </a:solidFill>
                <a:latin typeface="Consolas" panose="020B0609020204030204" pitchFamily="49" charset="0"/>
              </a:rPr>
              <a:t>hash</a:t>
            </a:r>
            <a:r>
              <a:rPr lang="en-US" dirty="0">
                <a:solidFill>
                  <a:srgbClr val="111111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403F53"/>
                </a:solidFill>
                <a:latin typeface="Consolas" panose="020B0609020204030204" pitchFamily="49" charset="0"/>
              </a:rPr>
              <a:t>name, type, age</a:t>
            </a:r>
            <a:r>
              <a:rPr lang="en-US" dirty="0">
                <a:solidFill>
                  <a:srgbClr val="111111"/>
                </a:solidFill>
                <a:latin typeface="Consolas" panose="020B0609020204030204" pitchFamily="49" charset="0"/>
              </a:rPr>
              <a:t>)</a:t>
            </a:r>
            <a:r>
              <a:rPr lang="en-US" dirty="0">
                <a:solidFill>
                  <a:srgbClr val="403F53"/>
                </a:solidFill>
                <a:latin typeface="Consolas" panose="020B0609020204030204" pitchFamily="49" charset="0"/>
              </a:rPr>
              <a:t>;</a:t>
            </a:r>
          </a:p>
          <a:p>
            <a:pPr algn="l" rtl="0">
              <a:lnSpc>
                <a:spcPct val="100000"/>
              </a:lnSpc>
              <a:spcBef>
                <a:spcPts val="1200"/>
              </a:spcBef>
            </a:pPr>
            <a:r>
              <a:rPr lang="en-US" dirty="0">
                <a:solidFill>
                  <a:srgbClr val="403F53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994CC3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403F53"/>
                </a:solidFill>
                <a:latin typeface="Consolas" panose="020B0609020204030204" pitchFamily="49" charset="0"/>
              </a:rPr>
              <a:t> hash;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rgbClr val="403F53"/>
                </a:solidFill>
                <a:latin typeface="Consolas" panose="020B0609020204030204" pitchFamily="49" charset="0"/>
              </a:rPr>
              <a:t>}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</a:pPr>
            <a:endParaRPr lang="en-US" dirty="0">
              <a:solidFill>
                <a:srgbClr val="403F53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62564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1D529-BC10-EABD-2D7E-1FBCC81DC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E8472-CCD4-B57A-A612-FB332D96F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ניהול גרסאות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DA8B2-2352-FE41-12CF-41AC73BE05A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448978"/>
            <a:ext cx="7740652" cy="500232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endParaRPr lang="he-IL" dirty="0">
              <a:latin typeface="+mn-lt"/>
              <a:sym typeface="Wingdings" panose="05000000000000000000" pitchFamily="2" charset="2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he-IL" dirty="0">
                <a:latin typeface="+mn-lt"/>
                <a:sym typeface="Wingdings" panose="05000000000000000000" pitchFamily="2" charset="2"/>
              </a:rPr>
              <a:t>כשמשנים מחלקה שהיא </a:t>
            </a:r>
            <a:r>
              <a:rPr lang="en-US" dirty="0">
                <a:latin typeface="+mn-lt"/>
                <a:sym typeface="Wingdings" panose="05000000000000000000" pitchFamily="2" charset="2"/>
              </a:rPr>
              <a:t>serializable</a:t>
            </a:r>
            <a:r>
              <a:rPr lang="he-IL" dirty="0">
                <a:latin typeface="+mn-lt"/>
                <a:sym typeface="Wingdings" panose="05000000000000000000" pitchFamily="2" charset="2"/>
              </a:rPr>
              <a:t> יש את בעיית "התאימות אחורה"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lang="he-IL" dirty="0">
              <a:latin typeface="+mn-lt"/>
              <a:sym typeface="Wingdings" panose="05000000000000000000" pitchFamily="2" charset="2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he-IL" dirty="0">
                <a:latin typeface="+mn-lt"/>
                <a:sym typeface="Wingdings" panose="05000000000000000000" pitchFamily="2" charset="2"/>
              </a:rPr>
              <a:t>למשל: שומרים אובייקט, משנים משהו מהותי במחלקה, ואז מעלים אותו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lang="he-IL" dirty="0">
              <a:latin typeface="+mn-lt"/>
              <a:sym typeface="Wingdings" panose="05000000000000000000" pitchFamily="2" charset="2"/>
            </a:endParaRP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r>
              <a:rPr lang="he-IL" dirty="0">
                <a:latin typeface="+mn-lt"/>
                <a:sym typeface="Wingdings" panose="05000000000000000000" pitchFamily="2" charset="2"/>
              </a:rPr>
              <a:t>השדה </a:t>
            </a:r>
            <a:r>
              <a:rPr lang="en-US" dirty="0" err="1">
                <a:sym typeface="Wingdings" panose="05000000000000000000" pitchFamily="2" charset="2"/>
              </a:rPr>
              <a:t>serialVersionUID</a:t>
            </a:r>
            <a:r>
              <a:rPr lang="he-IL" dirty="0">
                <a:sym typeface="Wingdings" panose="05000000000000000000" pitchFamily="2" charset="2"/>
              </a:rPr>
              <a:t> מאפשר להגדיר "גרסה" של האובייקט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lang="he-IL" dirty="0">
              <a:latin typeface="+mn-lt"/>
              <a:sym typeface="Wingdings" panose="05000000000000000000" pitchFamily="2" charset="2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he-IL" dirty="0">
                <a:latin typeface="+mn-lt"/>
                <a:sym typeface="Wingdings" panose="05000000000000000000" pitchFamily="2" charset="2"/>
              </a:rPr>
              <a:t>כלל אצבע: תאימות אחורה אפשרית רק אם: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r>
              <a:rPr lang="en-US" dirty="0" err="1">
                <a:latin typeface="+mn-lt"/>
                <a:sym typeface="Wingdings" panose="05000000000000000000" pitchFamily="2" charset="2"/>
              </a:rPr>
              <a:t>serialVersionUID</a:t>
            </a:r>
            <a:r>
              <a:rPr lang="he-IL" dirty="0">
                <a:latin typeface="+mn-lt"/>
                <a:sym typeface="Wingdings" panose="05000000000000000000" pitchFamily="2" charset="2"/>
              </a:rPr>
              <a:t> לא השתנה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r>
              <a:rPr lang="he-IL" dirty="0">
                <a:latin typeface="+mn-lt"/>
                <a:sym typeface="Wingdings" panose="05000000000000000000" pitchFamily="2" charset="2"/>
              </a:rPr>
              <a:t>אם השינויים הם "שינויים תואמים" לפי מפרט הסיריאליזציה 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r>
              <a:rPr lang="he-IL" dirty="0">
                <a:latin typeface="+mn-lt"/>
                <a:sym typeface="Wingdings" panose="05000000000000000000" pitchFamily="2" charset="2"/>
              </a:rPr>
              <a:t>אחרת כל שינוי (כמעט) שובר תאימות</a:t>
            </a:r>
          </a:p>
        </p:txBody>
      </p:sp>
    </p:spTree>
    <p:extLst>
      <p:ext uri="{BB962C8B-B14F-4D97-AF65-F5344CB8AC3E}">
        <p14:creationId xmlns:p14="http://schemas.microsoft.com/office/powerpoint/2010/main" val="13862899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3CF42-DA5A-BAA2-E363-97DFA67C0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DCA49-AD6E-BCA8-F6FB-138E71067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ניהול גרסאות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CE531-E510-64F6-F0D9-92A16A58C55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718980"/>
            <a:ext cx="7740652" cy="473232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he-IL" b="1" dirty="0">
                <a:latin typeface="+mn-lt"/>
                <a:sym typeface="Wingdings" panose="05000000000000000000" pitchFamily="2" charset="2"/>
              </a:rPr>
              <a:t>שינויים תואמים אחורה: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r>
              <a:rPr lang="he-IL" dirty="0">
                <a:latin typeface="+mn-lt"/>
                <a:sym typeface="Wingdings" panose="05000000000000000000" pitchFamily="2" charset="2"/>
              </a:rPr>
              <a:t>הוספת שדות (יקבלו ערך ברירת מחדל)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r>
              <a:rPr lang="he-IL" dirty="0">
                <a:latin typeface="+mn-lt"/>
                <a:sym typeface="Wingdings" panose="05000000000000000000" pitchFamily="2" charset="2"/>
              </a:rPr>
              <a:t>שינוי הרשאות גישה (</a:t>
            </a:r>
            <a:r>
              <a:rPr lang="en-US" dirty="0">
                <a:latin typeface="+mn-lt"/>
                <a:sym typeface="Wingdings" panose="05000000000000000000" pitchFamily="2" charset="2"/>
              </a:rPr>
              <a:t>private/protected/public</a:t>
            </a:r>
            <a:r>
              <a:rPr lang="he-IL" dirty="0">
                <a:latin typeface="+mn-lt"/>
                <a:sym typeface="Wingdings" panose="05000000000000000000" pitchFamily="2" charset="2"/>
              </a:rPr>
              <a:t>)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r>
              <a:rPr lang="he-IL" dirty="0">
                <a:latin typeface="+mn-lt"/>
                <a:sym typeface="Wingdings" panose="05000000000000000000" pitchFamily="2" charset="2"/>
              </a:rPr>
              <a:t>הוספת שדות </a:t>
            </a:r>
            <a:r>
              <a:rPr lang="en-US" dirty="0">
                <a:latin typeface="+mn-lt"/>
                <a:sym typeface="Wingdings" panose="05000000000000000000" pitchFamily="2" charset="2"/>
              </a:rPr>
              <a:t>static</a:t>
            </a:r>
            <a:r>
              <a:rPr lang="he-IL" dirty="0">
                <a:latin typeface="+mn-lt"/>
                <a:sym typeface="Wingdings" panose="05000000000000000000" pitchFamily="2" charset="2"/>
              </a:rPr>
              <a:t> / </a:t>
            </a:r>
            <a:r>
              <a:rPr lang="en-US" dirty="0">
                <a:latin typeface="+mn-lt"/>
                <a:sym typeface="Wingdings" panose="05000000000000000000" pitchFamily="2" charset="2"/>
              </a:rPr>
              <a:t>transient</a:t>
            </a:r>
            <a:endParaRPr lang="he-IL" dirty="0">
              <a:latin typeface="+mn-lt"/>
              <a:sym typeface="Wingdings" panose="05000000000000000000" pitchFamily="2" charset="2"/>
            </a:endParaRP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r>
              <a:rPr lang="he-IL" dirty="0">
                <a:latin typeface="+mn-lt"/>
                <a:sym typeface="Wingdings" panose="05000000000000000000" pitchFamily="2" charset="2"/>
              </a:rPr>
              <a:t>שינוי סדר שדות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endParaRPr lang="he-IL" dirty="0">
              <a:latin typeface="+mn-lt"/>
              <a:sym typeface="Wingdings" panose="05000000000000000000" pitchFamily="2" charset="2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he-IL" b="1" dirty="0">
                <a:latin typeface="+mn-lt"/>
                <a:sym typeface="Wingdings" panose="05000000000000000000" pitchFamily="2" charset="2"/>
              </a:rPr>
              <a:t>שינויים לא תואמים אחורה: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r>
              <a:rPr lang="he-IL" dirty="0">
                <a:latin typeface="+mn-lt"/>
                <a:sym typeface="Wingdings" panose="05000000000000000000" pitchFamily="2" charset="2"/>
              </a:rPr>
              <a:t>שינוי או הסרת שדות (שאינם </a:t>
            </a:r>
            <a:r>
              <a:rPr lang="en-US" dirty="0">
                <a:latin typeface="+mn-lt"/>
                <a:sym typeface="Wingdings" panose="05000000000000000000" pitchFamily="2" charset="2"/>
              </a:rPr>
              <a:t>transient</a:t>
            </a:r>
            <a:r>
              <a:rPr lang="he-IL" dirty="0">
                <a:latin typeface="+mn-lt"/>
                <a:sym typeface="Wingdings" panose="05000000000000000000" pitchFamily="2" charset="2"/>
              </a:rPr>
              <a:t>)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r>
              <a:rPr lang="he-IL" dirty="0">
                <a:latin typeface="+mn-lt"/>
                <a:sym typeface="Wingdings" panose="05000000000000000000" pitchFamily="2" charset="2"/>
              </a:rPr>
              <a:t>שינוי טיפוס של שדה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r>
              <a:rPr lang="he-IL" dirty="0">
                <a:latin typeface="+mn-lt"/>
                <a:sym typeface="Wingdings" panose="05000000000000000000" pitchFamily="2" charset="2"/>
              </a:rPr>
              <a:t>שינוי בהיררכיית הירושה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r>
              <a:rPr lang="he-IL" dirty="0">
                <a:latin typeface="+mn-lt"/>
                <a:sym typeface="Wingdings" panose="05000000000000000000" pitchFamily="2" charset="2"/>
              </a:rPr>
              <a:t>שינוי ערך </a:t>
            </a:r>
            <a:r>
              <a:rPr lang="en-US" dirty="0" err="1">
                <a:sym typeface="Wingdings" panose="05000000000000000000" pitchFamily="2" charset="2"/>
              </a:rPr>
              <a:t>serialVersionUID</a:t>
            </a:r>
            <a:endParaRPr lang="he-IL" dirty="0">
              <a:latin typeface="+mn-lt"/>
              <a:sym typeface="Wingdings" panose="05000000000000000000" pitchFamily="2" charset="2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lang="he-IL" dirty="0">
              <a:latin typeface="+mn-lt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6277736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14725</TotalTime>
  <Words>628</Words>
  <Application>Microsoft Office PowerPoint</Application>
  <PresentationFormat>On-screen Show (4:3)</PresentationFormat>
  <Paragraphs>111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Consolas</vt:lpstr>
      <vt:lpstr>Wingdings</vt:lpstr>
      <vt:lpstr>Office Theme</vt:lpstr>
      <vt:lpstr>פרק 12: סיריאליזציה</vt:lpstr>
      <vt:lpstr>מוטיבציה</vt:lpstr>
      <vt:lpstr>מוטיבציה</vt:lpstr>
      <vt:lpstr>מה זה סיריאליזציה</vt:lpstr>
      <vt:lpstr>מה זה סיריאליזציה</vt:lpstr>
      <vt:lpstr>מימוש סיריאליזציה</vt:lpstr>
      <vt:lpstr>מימוש סיריאליזציה</vt:lpstr>
      <vt:lpstr>ממשק סימון</vt:lpstr>
      <vt:lpstr>שדות transient</vt:lpstr>
      <vt:lpstr>ניהול גרסאות</vt:lpstr>
      <vt:lpstr>ניהול גרסאות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Tal R.</dc:creator>
  <cp:lastModifiedBy>Tal R.</cp:lastModifiedBy>
  <cp:revision>202</cp:revision>
  <dcterms:created xsi:type="dcterms:W3CDTF">2023-11-25T13:14:24Z</dcterms:created>
  <dcterms:modified xsi:type="dcterms:W3CDTF">2026-01-07T09:28:11Z</dcterms:modified>
</cp:coreProperties>
</file>