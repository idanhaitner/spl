
<file path=[Content_Types].xml><?xml version="1.0" encoding="utf-8"?>
<Types xmlns="http://schemas.openxmlformats.org/package/2006/content-types">
  <Default Extension="xml" ContentType="application/xml"/>
  <Default Extension="jpg" ContentType="image/jpeg"/>
  <Default Extension="gif" ContentType="image/gif"/>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6.xml" ContentType="application/vnd.openxmlformats-officedocument.presentationml.notesSlide+xml"/>
  <Override PartName="/ppt/notesSlides/notesSlide29.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s/slide36.xml" ContentType="application/vnd.openxmlformats-officedocument.presentationml.slide+xml"/>
  <Override PartName="/ppt/notesSlides/notesSlide8.xml" ContentType="application/vnd.openxmlformats-officedocument.presentationml.notes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6.xml" ContentType="application/vnd.openxmlformats-officedocument.presentationml.slide+xml"/>
  <Override PartName="/ppt/notesSlides/notesSlide30.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34.xml" ContentType="application/vnd.openxmlformats-officedocument.presentationml.notesSlide+xml"/>
  <Override PartName="/ppt/slideLayouts/slideLayout3.xml" ContentType="application/vnd.openxmlformats-officedocument.presentationml.slideLayout+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notesSlides/notesSlide32.xml" ContentType="application/vnd.openxmlformats-officedocument.presentationml.notesSlide+xml"/>
  <Override PartName="/ppt/slides/slide3.xml" ContentType="application/vnd.openxmlformats-officedocument.presentationml.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slides/slide32.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notesSlides/notesSlide31.xml" ContentType="application/vnd.openxmlformats-officedocument.presentationml.notesSlide+xml"/>
  <Override PartName="/ppt/notesSlides/notesSlide28.xml" ContentType="application/vnd.openxmlformats-officedocument.presentationml.notesSlide+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Slides/notesSlide6.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s/slide29.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notesSlides/notesSlide35.xml" ContentType="application/vnd.openxmlformats-officedocument.presentationml.notesSlide+xml"/>
  <Override PartName="/ppt/slides/slide27.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Override PartName="/ppt/slides/slide23.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40"/>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2192000" cy="6858000"/>
  <p:notesSz cx="6858000" cy="9144000"/>
  <p:defaultTextStyle>
    <a:defPPr>
      <a:defRPr lang="he-IL"/>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8" d="100"/>
          <a:sy n="108" d="100"/>
        </p:scale>
        <p:origin x="600" y="102"/>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notesMaster" Target="notesMasters/notesMaster1.xml"/><Relationship Id="rId41" Type="http://schemas.openxmlformats.org/officeDocument/2006/relationships/presProps" Target="presProps.xml" /><Relationship Id="rId42" Type="http://schemas.openxmlformats.org/officeDocument/2006/relationships/tableStyles" Target="tableStyles.xml" /><Relationship Id="rId43"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44389502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674327098"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95747105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991877522"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70173515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58086572"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1334145" name="Slide Image Placeholder 1"/>
          <p:cNvSpPr>
            <a:spLocks noChangeAspect="1" noGrp="1" noRot="1"/>
          </p:cNvSpPr>
          <p:nvPr>
            <p:ph type="sldImg"/>
          </p:nvPr>
        </p:nvSpPr>
        <p:spPr bwMode="auto"/>
      </p:sp>
      <p:sp>
        <p:nvSpPr>
          <p:cNvPr id="978637507" name="Notes Placeholder 2"/>
          <p:cNvSpPr>
            <a:spLocks noGrp="1"/>
          </p:cNvSpPr>
          <p:nvPr>
            <p:ph type="body" idx="1"/>
          </p:nvPr>
        </p:nvSpPr>
        <p:spPr bwMode="auto"/>
        <p:txBody>
          <a:bodyPr/>
          <a:lstStyle/>
          <a:p>
            <a:pPr>
              <a:defRPr/>
            </a:pPr>
            <a:endParaRPr/>
          </a:p>
        </p:txBody>
      </p:sp>
      <p:sp>
        <p:nvSpPr>
          <p:cNvPr id="1030303755" name="Slide Number Placeholder 3"/>
          <p:cNvSpPr>
            <a:spLocks noGrp="1"/>
          </p:cNvSpPr>
          <p:nvPr>
            <p:ph type="sldNum" sz="quarter" idx="10"/>
          </p:nvPr>
        </p:nvSpPr>
        <p:spPr bwMode="auto"/>
        <p:txBody>
          <a:bodyPr/>
          <a:lstStyle/>
          <a:p>
            <a:pPr>
              <a:defRPr/>
            </a:pPr>
            <a:fld id="{6170AD5C-EDFD-9411-CD55-A90AA561B61B}"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98094566" name="Slide Image Placeholder 1"/>
          <p:cNvSpPr>
            <a:spLocks noChangeAspect="1" noGrp="1" noRot="1"/>
          </p:cNvSpPr>
          <p:nvPr>
            <p:ph type="sldImg"/>
          </p:nvPr>
        </p:nvSpPr>
        <p:spPr bwMode="auto"/>
      </p:sp>
      <p:sp>
        <p:nvSpPr>
          <p:cNvPr id="1436046415" name="Notes Placeholder 2"/>
          <p:cNvSpPr>
            <a:spLocks noGrp="1"/>
          </p:cNvSpPr>
          <p:nvPr>
            <p:ph type="body" idx="1"/>
          </p:nvPr>
        </p:nvSpPr>
        <p:spPr bwMode="auto"/>
        <p:txBody>
          <a:bodyPr/>
          <a:lstStyle/>
          <a:p>
            <a:pPr>
              <a:defRPr/>
            </a:pPr>
            <a:r>
              <a:rPr lang="he-IL" sz="1200" b="0" i="0" u="none" strike="noStrike" cap="none" spc="0">
                <a:solidFill>
                  <a:schemeClr val="tx1"/>
                </a:solidFill>
                <a:latin typeface="Calibri"/>
                <a:ea typeface="Calibri"/>
                <a:cs typeface="Calibri"/>
              </a:rPr>
              <a:t>https://www.onlinegdb.com/edit/F4iqR4m-re#</a:t>
            </a:r>
            <a:endParaRPr/>
          </a:p>
        </p:txBody>
      </p:sp>
      <p:sp>
        <p:nvSpPr>
          <p:cNvPr id="2135590718" name="Slide Number Placeholder 3"/>
          <p:cNvSpPr>
            <a:spLocks noGrp="1"/>
          </p:cNvSpPr>
          <p:nvPr>
            <p:ph type="sldNum" sz="quarter" idx="10"/>
          </p:nvPr>
        </p:nvSpPr>
        <p:spPr bwMode="auto"/>
        <p:txBody>
          <a:bodyPr/>
          <a:lstStyle/>
          <a:p>
            <a:pPr>
              <a:defRPr/>
            </a:pPr>
            <a:fld id="{64D0EBAA-0A3D-9683-1485-B95E9EBCB931}"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3569955" name="Slide Image Placeholder 1"/>
          <p:cNvSpPr>
            <a:spLocks noChangeAspect="1" noGrp="1" noRot="1"/>
          </p:cNvSpPr>
          <p:nvPr>
            <p:ph type="sldImg"/>
          </p:nvPr>
        </p:nvSpPr>
        <p:spPr bwMode="auto"/>
      </p:sp>
      <p:sp>
        <p:nvSpPr>
          <p:cNvPr id="1139609196" name="Notes Placeholder 2"/>
          <p:cNvSpPr>
            <a:spLocks noGrp="1"/>
          </p:cNvSpPr>
          <p:nvPr>
            <p:ph type="body" idx="1"/>
          </p:nvPr>
        </p:nvSpPr>
        <p:spPr bwMode="auto"/>
        <p:txBody>
          <a:bodyPr/>
          <a:lstStyle/>
          <a:p>
            <a:pPr>
              <a:defRPr/>
            </a:pPr>
            <a:endParaRPr/>
          </a:p>
        </p:txBody>
      </p:sp>
      <p:sp>
        <p:nvSpPr>
          <p:cNvPr id="1900793248" name="Slide Number Placeholder 3"/>
          <p:cNvSpPr>
            <a:spLocks noGrp="1"/>
          </p:cNvSpPr>
          <p:nvPr>
            <p:ph type="sldNum" sz="quarter" idx="10"/>
          </p:nvPr>
        </p:nvSpPr>
        <p:spPr bwMode="auto"/>
        <p:txBody>
          <a:bodyPr/>
          <a:lstStyle/>
          <a:p>
            <a:pPr>
              <a:defRPr/>
            </a:pPr>
            <a:fld id="{E9E8BB74-32BC-AAE6-CF56-B45F19E7B67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1629414" name="Slide Image Placeholder 1"/>
          <p:cNvSpPr>
            <a:spLocks noChangeAspect="1" noGrp="1" noRot="1"/>
          </p:cNvSpPr>
          <p:nvPr>
            <p:ph type="sldImg"/>
          </p:nvPr>
        </p:nvSpPr>
        <p:spPr bwMode="auto"/>
      </p:sp>
      <p:sp>
        <p:nvSpPr>
          <p:cNvPr id="24402905" name="Notes Placeholder 2"/>
          <p:cNvSpPr>
            <a:spLocks noGrp="1"/>
          </p:cNvSpPr>
          <p:nvPr>
            <p:ph type="body" idx="1"/>
          </p:nvPr>
        </p:nvSpPr>
        <p:spPr bwMode="auto"/>
        <p:txBody>
          <a:bodyPr/>
          <a:lstStyle/>
          <a:p>
            <a:pPr>
              <a:defRPr/>
            </a:pPr>
            <a:endParaRPr/>
          </a:p>
        </p:txBody>
      </p:sp>
      <p:sp>
        <p:nvSpPr>
          <p:cNvPr id="633359266" name="Slide Number Placeholder 3"/>
          <p:cNvSpPr>
            <a:spLocks noGrp="1"/>
          </p:cNvSpPr>
          <p:nvPr>
            <p:ph type="sldNum" sz="quarter" idx="10"/>
          </p:nvPr>
        </p:nvSpPr>
        <p:spPr bwMode="auto"/>
        <p:txBody>
          <a:bodyPr/>
          <a:lstStyle/>
          <a:p>
            <a:pPr>
              <a:defRPr/>
            </a:pPr>
            <a:fld id="{A5B0FB49-9E14-354E-B187-B4FFF29C6F6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1971502" name="Slide Image Placeholder 1"/>
          <p:cNvSpPr>
            <a:spLocks noChangeAspect="1" noGrp="1" noRot="1"/>
          </p:cNvSpPr>
          <p:nvPr>
            <p:ph type="sldImg"/>
          </p:nvPr>
        </p:nvSpPr>
        <p:spPr bwMode="auto"/>
      </p:sp>
      <p:sp>
        <p:nvSpPr>
          <p:cNvPr id="125689748" name="Notes Placeholder 2"/>
          <p:cNvSpPr>
            <a:spLocks noGrp="1"/>
          </p:cNvSpPr>
          <p:nvPr>
            <p:ph type="body" idx="1"/>
          </p:nvPr>
        </p:nvSpPr>
        <p:spPr bwMode="auto"/>
        <p:txBody>
          <a:bodyPr/>
          <a:lstStyle/>
          <a:p>
            <a:pPr>
              <a:defRPr/>
            </a:pPr>
            <a:r>
              <a:rPr lang="en-US"/>
              <a:t>In java</a:t>
            </a:r>
            <a:endParaRPr/>
          </a:p>
        </p:txBody>
      </p:sp>
      <p:sp>
        <p:nvSpPr>
          <p:cNvPr id="2075736183" name="Slide Number Placeholder 3"/>
          <p:cNvSpPr>
            <a:spLocks noGrp="1"/>
          </p:cNvSpPr>
          <p:nvPr>
            <p:ph type="sldNum" sz="quarter" idx="10"/>
          </p:nvPr>
        </p:nvSpPr>
        <p:spPr bwMode="auto"/>
        <p:txBody>
          <a:bodyPr/>
          <a:lstStyle/>
          <a:p>
            <a:pPr>
              <a:defRPr/>
            </a:pPr>
            <a:fld id="{918EC214-21BF-8E97-4737-AA9A5F433E6F}"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4711149" name="Slide Image Placeholder 1"/>
          <p:cNvSpPr>
            <a:spLocks noChangeAspect="1" noGrp="1" noRot="1"/>
          </p:cNvSpPr>
          <p:nvPr>
            <p:ph type="sldImg"/>
          </p:nvPr>
        </p:nvSpPr>
        <p:spPr bwMode="auto"/>
      </p:sp>
      <p:sp>
        <p:nvSpPr>
          <p:cNvPr id="1431578115" name="Notes Placeholder 2"/>
          <p:cNvSpPr>
            <a:spLocks noGrp="1"/>
          </p:cNvSpPr>
          <p:nvPr>
            <p:ph type="body" idx="1"/>
          </p:nvPr>
        </p:nvSpPr>
        <p:spPr bwMode="auto"/>
        <p:txBody>
          <a:bodyPr/>
          <a:lstStyle/>
          <a:p>
            <a:pPr>
              <a:defRPr/>
            </a:pPr>
            <a:endParaRPr/>
          </a:p>
        </p:txBody>
      </p:sp>
      <p:sp>
        <p:nvSpPr>
          <p:cNvPr id="1814532029" name="Slide Number Placeholder 3"/>
          <p:cNvSpPr>
            <a:spLocks noGrp="1"/>
          </p:cNvSpPr>
          <p:nvPr>
            <p:ph type="sldNum" sz="quarter" idx="10"/>
          </p:nvPr>
        </p:nvSpPr>
        <p:spPr bwMode="auto"/>
        <p:txBody>
          <a:bodyPr/>
          <a:lstStyle/>
          <a:p>
            <a:pPr>
              <a:defRPr/>
            </a:pPr>
            <a:fld id="{62BA0273-6ED2-D652-496B-280C8F389035}"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7540462" name="Slide Image Placeholder 1"/>
          <p:cNvSpPr>
            <a:spLocks noChangeAspect="1" noGrp="1" noRot="1"/>
          </p:cNvSpPr>
          <p:nvPr>
            <p:ph type="sldImg"/>
          </p:nvPr>
        </p:nvSpPr>
        <p:spPr bwMode="auto"/>
      </p:sp>
      <p:sp>
        <p:nvSpPr>
          <p:cNvPr id="1537727523" name="Notes Placeholder 2"/>
          <p:cNvSpPr>
            <a:spLocks noGrp="1"/>
          </p:cNvSpPr>
          <p:nvPr>
            <p:ph type="body" idx="1"/>
          </p:nvPr>
        </p:nvSpPr>
        <p:spPr bwMode="auto"/>
        <p:txBody>
          <a:bodyPr/>
          <a:lstStyle/>
          <a:p>
            <a:pPr>
              <a:defRPr/>
            </a:pPr>
            <a:r>
              <a:rPr lang="en-US"/>
              <a:t>Showcase a void pointer, also not that one shouldn’t declare a pointer without defining it.</a:t>
            </a:r>
            <a:endParaRPr/>
          </a:p>
        </p:txBody>
      </p:sp>
      <p:sp>
        <p:nvSpPr>
          <p:cNvPr id="925031938" name="Slide Number Placeholder 3"/>
          <p:cNvSpPr>
            <a:spLocks noGrp="1"/>
          </p:cNvSpPr>
          <p:nvPr>
            <p:ph type="sldNum" sz="quarter" idx="10"/>
          </p:nvPr>
        </p:nvSpPr>
        <p:spPr bwMode="auto"/>
        <p:txBody>
          <a:bodyPr/>
          <a:lstStyle/>
          <a:p>
            <a:pPr>
              <a:defRPr/>
            </a:pPr>
            <a:fld id="{A3128C43-4A98-67A7-2EBB-CA46EB4B8689}"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45597304" name="Slide Image Placeholder 1"/>
          <p:cNvSpPr>
            <a:spLocks noChangeAspect="1" noGrp="1" noRot="1"/>
          </p:cNvSpPr>
          <p:nvPr>
            <p:ph type="sldImg"/>
          </p:nvPr>
        </p:nvSpPr>
        <p:spPr bwMode="auto"/>
      </p:sp>
      <p:sp>
        <p:nvSpPr>
          <p:cNvPr id="1096887760" name="Notes Placeholder 2"/>
          <p:cNvSpPr>
            <a:spLocks noGrp="1"/>
          </p:cNvSpPr>
          <p:nvPr>
            <p:ph type="body" idx="1"/>
          </p:nvPr>
        </p:nvSpPr>
        <p:spPr bwMode="auto"/>
        <p:txBody>
          <a:bodyPr/>
          <a:lstStyle/>
          <a:p>
            <a:pPr>
              <a:defRPr/>
            </a:pPr>
            <a:r>
              <a:rPr lang="en-US"/>
              <a:t>Assuming 23bit, draw the memory layout!</a:t>
            </a:r>
            <a:endParaRPr/>
          </a:p>
        </p:txBody>
      </p:sp>
      <p:sp>
        <p:nvSpPr>
          <p:cNvPr id="2114995712" name="Slide Number Placeholder 3"/>
          <p:cNvSpPr>
            <a:spLocks noGrp="1"/>
          </p:cNvSpPr>
          <p:nvPr>
            <p:ph type="sldNum" sz="quarter" idx="10"/>
          </p:nvPr>
        </p:nvSpPr>
        <p:spPr bwMode="auto"/>
        <p:txBody>
          <a:bodyPr/>
          <a:lstStyle/>
          <a:p>
            <a:pPr>
              <a:defRPr/>
            </a:pPr>
            <a:fld id="{2073C53A-F688-4040-279B-2C5BE30903DE}"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50487633" name="Slide Image Placeholder 1"/>
          <p:cNvSpPr>
            <a:spLocks noChangeAspect="1" noGrp="1" noRot="1"/>
          </p:cNvSpPr>
          <p:nvPr>
            <p:ph type="sldImg"/>
          </p:nvPr>
        </p:nvSpPr>
        <p:spPr bwMode="auto"/>
      </p:sp>
      <p:sp>
        <p:nvSpPr>
          <p:cNvPr id="842504066" name="Notes Placeholder 2"/>
          <p:cNvSpPr>
            <a:spLocks noGrp="1"/>
          </p:cNvSpPr>
          <p:nvPr>
            <p:ph type="body" idx="1"/>
          </p:nvPr>
        </p:nvSpPr>
        <p:spPr bwMode="auto"/>
        <p:txBody>
          <a:bodyPr/>
          <a:lstStyle/>
          <a:p>
            <a:pPr>
              <a:defRPr/>
            </a:pPr>
            <a:endParaRPr/>
          </a:p>
        </p:txBody>
      </p:sp>
      <p:sp>
        <p:nvSpPr>
          <p:cNvPr id="857879692" name="Slide Number Placeholder 3"/>
          <p:cNvSpPr>
            <a:spLocks noGrp="1"/>
          </p:cNvSpPr>
          <p:nvPr>
            <p:ph type="sldNum" sz="quarter" idx="10"/>
          </p:nvPr>
        </p:nvSpPr>
        <p:spPr bwMode="auto"/>
        <p:txBody>
          <a:bodyPr/>
          <a:lstStyle/>
          <a:p>
            <a:pPr>
              <a:defRPr/>
            </a:pPr>
            <a:fld id="{CF29EE33-C47B-097F-A83B-AA05605ED044}"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9965098" name="Slide Image Placeholder 1"/>
          <p:cNvSpPr>
            <a:spLocks noChangeAspect="1" noGrp="1" noRot="1"/>
          </p:cNvSpPr>
          <p:nvPr>
            <p:ph type="sldImg"/>
          </p:nvPr>
        </p:nvSpPr>
        <p:spPr bwMode="auto"/>
      </p:sp>
      <p:sp>
        <p:nvSpPr>
          <p:cNvPr id="1117831752" name="Notes Placeholder 2"/>
          <p:cNvSpPr>
            <a:spLocks noGrp="1"/>
          </p:cNvSpPr>
          <p:nvPr>
            <p:ph type="body" idx="1"/>
          </p:nvPr>
        </p:nvSpPr>
        <p:spPr bwMode="auto"/>
        <p:txBody>
          <a:bodyPr/>
          <a:lstStyle/>
          <a:p>
            <a:pPr>
              <a:defRPr/>
            </a:pPr>
            <a:endParaRPr/>
          </a:p>
        </p:txBody>
      </p:sp>
      <p:sp>
        <p:nvSpPr>
          <p:cNvPr id="1994280385" name="Slide Number Placeholder 3"/>
          <p:cNvSpPr>
            <a:spLocks noGrp="1"/>
          </p:cNvSpPr>
          <p:nvPr>
            <p:ph type="sldNum" sz="quarter" idx="10"/>
          </p:nvPr>
        </p:nvSpPr>
        <p:spPr bwMode="auto"/>
        <p:txBody>
          <a:bodyPr/>
          <a:lstStyle/>
          <a:p>
            <a:pPr>
              <a:defRPr/>
            </a:pPr>
            <a:fld id="{093F5E2F-DD11-CEBF-9D4B-9FA9B832D583}"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9109585" name="Slide Image Placeholder 1"/>
          <p:cNvSpPr>
            <a:spLocks noChangeAspect="1" noGrp="1" noRot="1"/>
          </p:cNvSpPr>
          <p:nvPr>
            <p:ph type="sldImg"/>
          </p:nvPr>
        </p:nvSpPr>
        <p:spPr bwMode="auto"/>
      </p:sp>
      <p:sp>
        <p:nvSpPr>
          <p:cNvPr id="1967134971" name="Notes Placeholder 2"/>
          <p:cNvSpPr>
            <a:spLocks noGrp="1"/>
          </p:cNvSpPr>
          <p:nvPr>
            <p:ph type="body" idx="1"/>
          </p:nvPr>
        </p:nvSpPr>
        <p:spPr bwMode="auto"/>
        <p:txBody>
          <a:bodyPr/>
          <a:lstStyle/>
          <a:p>
            <a:pPr>
              <a:defRPr/>
            </a:pPr>
            <a:endParaRPr/>
          </a:p>
        </p:txBody>
      </p:sp>
      <p:sp>
        <p:nvSpPr>
          <p:cNvPr id="379599809" name="Slide Number Placeholder 3"/>
          <p:cNvSpPr>
            <a:spLocks noGrp="1"/>
          </p:cNvSpPr>
          <p:nvPr>
            <p:ph type="sldNum" sz="quarter" idx="10"/>
          </p:nvPr>
        </p:nvSpPr>
        <p:spPr bwMode="auto"/>
        <p:txBody>
          <a:bodyPr/>
          <a:lstStyle/>
          <a:p>
            <a:pPr>
              <a:defRPr/>
            </a:pPr>
            <a:fld id="{F4B337EF-D4F2-B924-ED81-B79B31AAEFF6}"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8008745" name="Slide Image Placeholder 1"/>
          <p:cNvSpPr>
            <a:spLocks noChangeAspect="1" noGrp="1" noRot="1"/>
          </p:cNvSpPr>
          <p:nvPr>
            <p:ph type="sldImg"/>
          </p:nvPr>
        </p:nvSpPr>
        <p:spPr bwMode="auto"/>
      </p:sp>
      <p:sp>
        <p:nvSpPr>
          <p:cNvPr id="755839261" name="Notes Placeholder 2"/>
          <p:cNvSpPr>
            <a:spLocks noGrp="1"/>
          </p:cNvSpPr>
          <p:nvPr>
            <p:ph type="body" idx="1"/>
          </p:nvPr>
        </p:nvSpPr>
        <p:spPr bwMode="auto"/>
        <p:txBody>
          <a:bodyPr/>
          <a:lstStyle/>
          <a:p>
            <a:pPr>
              <a:defRPr/>
            </a:pPr>
            <a:endParaRPr/>
          </a:p>
        </p:txBody>
      </p:sp>
      <p:sp>
        <p:nvSpPr>
          <p:cNvPr id="895836979" name="Slide Number Placeholder 3"/>
          <p:cNvSpPr>
            <a:spLocks noGrp="1"/>
          </p:cNvSpPr>
          <p:nvPr>
            <p:ph type="sldNum" sz="quarter" idx="10"/>
          </p:nvPr>
        </p:nvSpPr>
        <p:spPr bwMode="auto"/>
        <p:txBody>
          <a:bodyPr/>
          <a:lstStyle/>
          <a:p>
            <a:pPr>
              <a:defRPr/>
            </a:pPr>
            <a:fld id="{AC5F6D55-1BEF-D8FE-39A1-5335FD9C0BA4}"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50546544" name="Slide Image Placeholder 1"/>
          <p:cNvSpPr>
            <a:spLocks noChangeAspect="1" noGrp="1" noRot="1"/>
          </p:cNvSpPr>
          <p:nvPr>
            <p:ph type="sldImg"/>
          </p:nvPr>
        </p:nvSpPr>
        <p:spPr bwMode="auto"/>
      </p:sp>
      <p:sp>
        <p:nvSpPr>
          <p:cNvPr id="1009097140" name="Notes Placeholder 2"/>
          <p:cNvSpPr>
            <a:spLocks noGrp="1"/>
          </p:cNvSpPr>
          <p:nvPr>
            <p:ph type="body" idx="1"/>
          </p:nvPr>
        </p:nvSpPr>
        <p:spPr bwMode="auto"/>
        <p:txBody>
          <a:bodyPr/>
          <a:lstStyle/>
          <a:p>
            <a:pPr>
              <a:defRPr/>
            </a:pPr>
            <a:r>
              <a:rPr lang="en-US"/>
              <a:t>Use double as example</a:t>
            </a:r>
            <a:endParaRPr/>
          </a:p>
        </p:txBody>
      </p:sp>
      <p:sp>
        <p:nvSpPr>
          <p:cNvPr id="1389615827" name="Slide Number Placeholder 3"/>
          <p:cNvSpPr>
            <a:spLocks noGrp="1"/>
          </p:cNvSpPr>
          <p:nvPr>
            <p:ph type="sldNum" sz="quarter" idx="10"/>
          </p:nvPr>
        </p:nvSpPr>
        <p:spPr bwMode="auto"/>
        <p:txBody>
          <a:bodyPr/>
          <a:lstStyle/>
          <a:p>
            <a:pPr>
              <a:defRPr/>
            </a:pPr>
            <a:fld id="{E76515A8-7F29-4438-63C3-CDD8E91B9AF2}"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0278547" name="Slide Image Placeholder 1"/>
          <p:cNvSpPr>
            <a:spLocks noChangeAspect="1" noGrp="1" noRot="1"/>
          </p:cNvSpPr>
          <p:nvPr>
            <p:ph type="sldImg"/>
          </p:nvPr>
        </p:nvSpPr>
        <p:spPr bwMode="auto"/>
      </p:sp>
      <p:sp>
        <p:nvSpPr>
          <p:cNvPr id="1552266576" name="Notes Placeholder 2"/>
          <p:cNvSpPr>
            <a:spLocks noGrp="1"/>
          </p:cNvSpPr>
          <p:nvPr>
            <p:ph type="body" idx="1"/>
          </p:nvPr>
        </p:nvSpPr>
        <p:spPr bwMode="auto"/>
        <p:txBody>
          <a:bodyPr/>
          <a:lstStyle/>
          <a:p>
            <a:pPr>
              <a:defRPr/>
            </a:pPr>
            <a:endParaRPr/>
          </a:p>
        </p:txBody>
      </p:sp>
      <p:sp>
        <p:nvSpPr>
          <p:cNvPr id="831347600" name="Slide Number Placeholder 3"/>
          <p:cNvSpPr>
            <a:spLocks noGrp="1"/>
          </p:cNvSpPr>
          <p:nvPr>
            <p:ph type="sldNum" sz="quarter" idx="10"/>
          </p:nvPr>
        </p:nvSpPr>
        <p:spPr bwMode="auto"/>
        <p:txBody>
          <a:bodyPr/>
          <a:lstStyle/>
          <a:p>
            <a:pPr>
              <a:defRPr/>
            </a:pPr>
            <a:fld id="{9F6DDB2E-B42B-16FA-16AC-1A565E4830E6}"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5191922" name="Slide Image Placeholder 1"/>
          <p:cNvSpPr>
            <a:spLocks noChangeAspect="1" noGrp="1" noRot="1"/>
          </p:cNvSpPr>
          <p:nvPr>
            <p:ph type="sldImg"/>
          </p:nvPr>
        </p:nvSpPr>
        <p:spPr bwMode="auto"/>
      </p:sp>
      <p:sp>
        <p:nvSpPr>
          <p:cNvPr id="605141228" name="Notes Placeholder 2"/>
          <p:cNvSpPr>
            <a:spLocks noGrp="1"/>
          </p:cNvSpPr>
          <p:nvPr>
            <p:ph type="body" idx="1"/>
          </p:nvPr>
        </p:nvSpPr>
        <p:spPr bwMode="auto"/>
        <p:txBody>
          <a:bodyPr/>
          <a:lstStyle/>
          <a:p>
            <a:pPr>
              <a:defRPr/>
            </a:pPr>
            <a:endParaRPr/>
          </a:p>
        </p:txBody>
      </p:sp>
      <p:sp>
        <p:nvSpPr>
          <p:cNvPr id="939698808" name="Slide Number Placeholder 3"/>
          <p:cNvSpPr>
            <a:spLocks noGrp="1"/>
          </p:cNvSpPr>
          <p:nvPr>
            <p:ph type="sldNum" sz="quarter" idx="10"/>
          </p:nvPr>
        </p:nvSpPr>
        <p:spPr bwMode="auto"/>
        <p:txBody>
          <a:bodyPr/>
          <a:lstStyle/>
          <a:p>
            <a:pPr>
              <a:defRPr/>
            </a:pPr>
            <a:fld id="{951FBAE8-B39B-3A3E-8052-9038653150E2}"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25819989" name="Slide Image Placeholder 1"/>
          <p:cNvSpPr>
            <a:spLocks noChangeAspect="1" noGrp="1" noRot="1"/>
          </p:cNvSpPr>
          <p:nvPr>
            <p:ph type="sldImg"/>
          </p:nvPr>
        </p:nvSpPr>
        <p:spPr bwMode="auto"/>
      </p:sp>
      <p:sp>
        <p:nvSpPr>
          <p:cNvPr id="1565755511" name="Notes Placeholder 2"/>
          <p:cNvSpPr>
            <a:spLocks noGrp="1"/>
          </p:cNvSpPr>
          <p:nvPr>
            <p:ph type="body" idx="1"/>
          </p:nvPr>
        </p:nvSpPr>
        <p:spPr bwMode="auto"/>
        <p:txBody>
          <a:bodyPr/>
          <a:lstStyle/>
          <a:p>
            <a:pPr>
              <a:defRPr/>
            </a:pPr>
            <a:endParaRPr/>
          </a:p>
        </p:txBody>
      </p:sp>
      <p:sp>
        <p:nvSpPr>
          <p:cNvPr id="103168205" name="Slide Number Placeholder 3"/>
          <p:cNvSpPr>
            <a:spLocks noGrp="1"/>
          </p:cNvSpPr>
          <p:nvPr>
            <p:ph type="sldNum" sz="quarter" idx="10"/>
          </p:nvPr>
        </p:nvSpPr>
        <p:spPr bwMode="auto"/>
        <p:txBody>
          <a:bodyPr/>
          <a:lstStyle/>
          <a:p>
            <a:pPr>
              <a:defRPr/>
            </a:pPr>
            <a:fld id="{C1B0B778-B04C-A772-451F-3A01FC30AA7E}"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49166654" name="Slide Image Placeholder 1"/>
          <p:cNvSpPr>
            <a:spLocks noChangeAspect="1" noGrp="1" noRot="1"/>
          </p:cNvSpPr>
          <p:nvPr>
            <p:ph type="sldImg"/>
          </p:nvPr>
        </p:nvSpPr>
        <p:spPr bwMode="auto"/>
      </p:sp>
      <p:sp>
        <p:nvSpPr>
          <p:cNvPr id="300209835" name="Notes Placeholder 2"/>
          <p:cNvSpPr>
            <a:spLocks noGrp="1"/>
          </p:cNvSpPr>
          <p:nvPr>
            <p:ph type="body" idx="1"/>
          </p:nvPr>
        </p:nvSpPr>
        <p:spPr bwMode="auto"/>
        <p:txBody>
          <a:bodyPr/>
          <a:lstStyle/>
          <a:p>
            <a:pPr>
              <a:defRPr/>
            </a:pPr>
            <a:endParaRPr/>
          </a:p>
        </p:txBody>
      </p:sp>
      <p:sp>
        <p:nvSpPr>
          <p:cNvPr id="610695779" name="Slide Number Placeholder 3"/>
          <p:cNvSpPr>
            <a:spLocks noGrp="1"/>
          </p:cNvSpPr>
          <p:nvPr>
            <p:ph type="sldNum" sz="quarter" idx="10"/>
          </p:nvPr>
        </p:nvSpPr>
        <p:spPr bwMode="auto"/>
        <p:txBody>
          <a:bodyPr/>
          <a:lstStyle/>
          <a:p>
            <a:pPr>
              <a:defRPr/>
            </a:pPr>
            <a:fld id="{34022692-733D-69CB-7EC7-71FE798BC99E}"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63269237" name="Slide Image Placeholder 1"/>
          <p:cNvSpPr>
            <a:spLocks noChangeAspect="1" noGrp="1" noRot="1"/>
          </p:cNvSpPr>
          <p:nvPr>
            <p:ph type="sldImg"/>
          </p:nvPr>
        </p:nvSpPr>
        <p:spPr bwMode="auto"/>
      </p:sp>
      <p:sp>
        <p:nvSpPr>
          <p:cNvPr id="1223822768" name="Notes Placeholder 2"/>
          <p:cNvSpPr>
            <a:spLocks noGrp="1"/>
          </p:cNvSpPr>
          <p:nvPr>
            <p:ph type="body" idx="1"/>
          </p:nvPr>
        </p:nvSpPr>
        <p:spPr bwMode="auto"/>
        <p:txBody>
          <a:bodyPr/>
          <a:lstStyle/>
          <a:p>
            <a:pPr>
              <a:defRPr/>
            </a:pPr>
            <a:endParaRPr/>
          </a:p>
        </p:txBody>
      </p:sp>
      <p:sp>
        <p:nvSpPr>
          <p:cNvPr id="1903023435" name="Slide Number Placeholder 3"/>
          <p:cNvSpPr>
            <a:spLocks noGrp="1"/>
          </p:cNvSpPr>
          <p:nvPr>
            <p:ph type="sldNum" sz="quarter" idx="10"/>
          </p:nvPr>
        </p:nvSpPr>
        <p:spPr bwMode="auto"/>
        <p:txBody>
          <a:bodyPr/>
          <a:lstStyle/>
          <a:p>
            <a:pPr>
              <a:defRPr/>
            </a:pPr>
            <a:fld id="{3BFCA4DB-9A0C-6EF9-65C8-C8FFE48FB659}"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9367295" name="Slide Image Placeholder 1"/>
          <p:cNvSpPr>
            <a:spLocks noChangeAspect="1" noGrp="1" noRot="1"/>
          </p:cNvSpPr>
          <p:nvPr>
            <p:ph type="sldImg"/>
          </p:nvPr>
        </p:nvSpPr>
        <p:spPr bwMode="auto"/>
      </p:sp>
      <p:sp>
        <p:nvSpPr>
          <p:cNvPr id="1268584011" name="Notes Placeholder 2"/>
          <p:cNvSpPr>
            <a:spLocks noGrp="1"/>
          </p:cNvSpPr>
          <p:nvPr>
            <p:ph type="body" idx="1"/>
          </p:nvPr>
        </p:nvSpPr>
        <p:spPr bwMode="auto"/>
        <p:txBody>
          <a:bodyPr/>
          <a:lstStyle/>
          <a:p>
            <a:pPr>
              <a:defRPr/>
            </a:pPr>
            <a:endParaRPr/>
          </a:p>
        </p:txBody>
      </p:sp>
      <p:sp>
        <p:nvSpPr>
          <p:cNvPr id="1409098383" name="Slide Number Placeholder 3"/>
          <p:cNvSpPr>
            <a:spLocks noGrp="1"/>
          </p:cNvSpPr>
          <p:nvPr>
            <p:ph type="sldNum" sz="quarter" idx="10"/>
          </p:nvPr>
        </p:nvSpPr>
        <p:spPr bwMode="auto"/>
        <p:txBody>
          <a:bodyPr/>
          <a:lstStyle/>
          <a:p>
            <a:pPr>
              <a:defRPr/>
            </a:pPr>
            <a:fld id="{E9708D9E-2F0E-7050-E436-889C363F182E}"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9960074" name="Slide Image Placeholder 1"/>
          <p:cNvSpPr>
            <a:spLocks noChangeAspect="1" noGrp="1" noRot="1"/>
          </p:cNvSpPr>
          <p:nvPr>
            <p:ph type="sldImg"/>
          </p:nvPr>
        </p:nvSpPr>
        <p:spPr bwMode="auto"/>
      </p:sp>
      <p:sp>
        <p:nvSpPr>
          <p:cNvPr id="344995343" name="Notes Placeholder 2"/>
          <p:cNvSpPr>
            <a:spLocks noGrp="1"/>
          </p:cNvSpPr>
          <p:nvPr>
            <p:ph type="body" idx="1"/>
          </p:nvPr>
        </p:nvSpPr>
        <p:spPr bwMode="auto"/>
        <p:txBody>
          <a:bodyPr/>
          <a:lstStyle/>
          <a:p>
            <a:pPr>
              <a:defRPr/>
            </a:pPr>
            <a:endParaRPr/>
          </a:p>
        </p:txBody>
      </p:sp>
      <p:sp>
        <p:nvSpPr>
          <p:cNvPr id="97339682" name="Slide Number Placeholder 3"/>
          <p:cNvSpPr>
            <a:spLocks noGrp="1"/>
          </p:cNvSpPr>
          <p:nvPr>
            <p:ph type="sldNum" sz="quarter" idx="10"/>
          </p:nvPr>
        </p:nvSpPr>
        <p:spPr bwMode="auto"/>
        <p:txBody>
          <a:bodyPr/>
          <a:lstStyle/>
          <a:p>
            <a:pPr>
              <a:defRPr/>
            </a:pPr>
            <a:fld id="{14ABC1EC-3D62-64A9-EA84-EBF6E3DD51AE}"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93739046" name="Slide Image Placeholder 1"/>
          <p:cNvSpPr>
            <a:spLocks noChangeAspect="1" noGrp="1" noRot="1"/>
          </p:cNvSpPr>
          <p:nvPr>
            <p:ph type="sldImg"/>
          </p:nvPr>
        </p:nvSpPr>
        <p:spPr bwMode="auto"/>
      </p:sp>
      <p:sp>
        <p:nvSpPr>
          <p:cNvPr id="521563084" name="Notes Placeholder 2"/>
          <p:cNvSpPr>
            <a:spLocks noGrp="1"/>
          </p:cNvSpPr>
          <p:nvPr>
            <p:ph type="body" idx="1"/>
          </p:nvPr>
        </p:nvSpPr>
        <p:spPr bwMode="auto"/>
        <p:txBody>
          <a:bodyPr/>
          <a:lstStyle/>
          <a:p>
            <a:pPr>
              <a:defRPr/>
            </a:pPr>
            <a:r>
              <a:rPr sz="1200" b="0" i="0" u="none">
                <a:solidFill>
                  <a:srgbClr val="000000"/>
                </a:solidFill>
                <a:latin typeface="Times New Roman"/>
                <a:ea typeface="Times New Roman"/>
                <a:cs typeface="Times New Roman"/>
              </a:rPr>
              <a:t>Any attempt to modify an object whose type is const-qualified results in undefined behavior.</a:t>
            </a:r>
            <a:endParaRPr/>
          </a:p>
        </p:txBody>
      </p:sp>
      <p:sp>
        <p:nvSpPr>
          <p:cNvPr id="2110135875" name="Slide Number Placeholder 3"/>
          <p:cNvSpPr>
            <a:spLocks noGrp="1"/>
          </p:cNvSpPr>
          <p:nvPr>
            <p:ph type="sldNum" sz="quarter" idx="10"/>
          </p:nvPr>
        </p:nvSpPr>
        <p:spPr bwMode="auto"/>
        <p:txBody>
          <a:bodyPr/>
          <a:lstStyle/>
          <a:p>
            <a:pPr>
              <a:defRPr/>
            </a:pPr>
            <a:fld id="{9C04EA25-F40A-3A1F-C727-7454AD361469}"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5269149" name="Slide Image Placeholder 1"/>
          <p:cNvSpPr>
            <a:spLocks noChangeAspect="1" noGrp="1" noRot="1"/>
          </p:cNvSpPr>
          <p:nvPr>
            <p:ph type="sldImg"/>
          </p:nvPr>
        </p:nvSpPr>
        <p:spPr bwMode="auto"/>
      </p:sp>
      <p:sp>
        <p:nvSpPr>
          <p:cNvPr id="628080697" name="Notes Placeholder 2"/>
          <p:cNvSpPr>
            <a:spLocks noGrp="1"/>
          </p:cNvSpPr>
          <p:nvPr>
            <p:ph type="body" idx="1"/>
          </p:nvPr>
        </p:nvSpPr>
        <p:spPr bwMode="auto"/>
        <p:txBody>
          <a:bodyPr/>
          <a:lstStyle/>
          <a:p>
            <a:pPr>
              <a:defRPr/>
            </a:pPr>
            <a:endParaRPr/>
          </a:p>
        </p:txBody>
      </p:sp>
      <p:sp>
        <p:nvSpPr>
          <p:cNvPr id="2121114807" name="Slide Number Placeholder 3"/>
          <p:cNvSpPr>
            <a:spLocks noGrp="1"/>
          </p:cNvSpPr>
          <p:nvPr>
            <p:ph type="sldNum" sz="quarter" idx="10"/>
          </p:nvPr>
        </p:nvSpPr>
        <p:spPr bwMode="auto"/>
        <p:txBody>
          <a:bodyPr/>
          <a:lstStyle/>
          <a:p>
            <a:pPr>
              <a:defRPr/>
            </a:pPr>
            <a:fld id="{0169E4E2-50FD-585E-ECE8-FCF959714ED6}"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5075965" name="Slide Image Placeholder 1"/>
          <p:cNvSpPr>
            <a:spLocks noChangeAspect="1" noGrp="1" noRot="1"/>
          </p:cNvSpPr>
          <p:nvPr>
            <p:ph type="sldImg"/>
          </p:nvPr>
        </p:nvSpPr>
        <p:spPr bwMode="auto"/>
      </p:sp>
      <p:sp>
        <p:nvSpPr>
          <p:cNvPr id="1240283886" name="Notes Placeholder 2"/>
          <p:cNvSpPr>
            <a:spLocks noGrp="1"/>
          </p:cNvSpPr>
          <p:nvPr>
            <p:ph type="body" idx="1"/>
          </p:nvPr>
        </p:nvSpPr>
        <p:spPr bwMode="auto"/>
        <p:txBody>
          <a:bodyPr/>
          <a:lstStyle/>
          <a:p>
            <a:pPr>
              <a:defRPr/>
            </a:pPr>
            <a:endParaRPr/>
          </a:p>
        </p:txBody>
      </p:sp>
      <p:sp>
        <p:nvSpPr>
          <p:cNvPr id="1766802569" name="Slide Number Placeholder 3"/>
          <p:cNvSpPr>
            <a:spLocks noGrp="1"/>
          </p:cNvSpPr>
          <p:nvPr>
            <p:ph type="sldNum" sz="quarter" idx="10"/>
          </p:nvPr>
        </p:nvSpPr>
        <p:spPr bwMode="auto"/>
        <p:txBody>
          <a:bodyPr/>
          <a:lstStyle/>
          <a:p>
            <a:pPr>
              <a:defRPr/>
            </a:pPr>
            <a:fld id="{9DD904AC-F3A1-9F70-C91C-B1D6F1E5B77C}"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58948010" name="Slide Image Placeholder 1"/>
          <p:cNvSpPr>
            <a:spLocks noChangeAspect="1" noGrp="1" noRot="1"/>
          </p:cNvSpPr>
          <p:nvPr>
            <p:ph type="sldImg"/>
          </p:nvPr>
        </p:nvSpPr>
        <p:spPr bwMode="auto"/>
      </p:sp>
      <p:sp>
        <p:nvSpPr>
          <p:cNvPr id="1065219812" name="Notes Placeholder 2"/>
          <p:cNvSpPr>
            <a:spLocks noGrp="1"/>
          </p:cNvSpPr>
          <p:nvPr>
            <p:ph type="body" idx="1"/>
          </p:nvPr>
        </p:nvSpPr>
        <p:spPr bwMode="auto"/>
        <p:txBody>
          <a:bodyPr/>
          <a:lstStyle/>
          <a:p>
            <a:pPr>
              <a:defRPr/>
            </a:pPr>
            <a:endParaRPr/>
          </a:p>
        </p:txBody>
      </p:sp>
      <p:sp>
        <p:nvSpPr>
          <p:cNvPr id="1692492149" name="Slide Number Placeholder 3"/>
          <p:cNvSpPr>
            <a:spLocks noGrp="1"/>
          </p:cNvSpPr>
          <p:nvPr>
            <p:ph type="sldNum" sz="quarter" idx="10"/>
          </p:nvPr>
        </p:nvSpPr>
        <p:spPr bwMode="auto"/>
        <p:txBody>
          <a:bodyPr/>
          <a:lstStyle/>
          <a:p>
            <a:pPr>
              <a:defRPr/>
            </a:pPr>
            <a:fld id="{72B5B05F-5CF3-4480-E964-49FE0D13D221}"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8172442" name="Slide Image Placeholder 1"/>
          <p:cNvSpPr>
            <a:spLocks noChangeAspect="1" noGrp="1" noRot="1"/>
          </p:cNvSpPr>
          <p:nvPr>
            <p:ph type="sldImg"/>
          </p:nvPr>
        </p:nvSpPr>
        <p:spPr bwMode="auto"/>
      </p:sp>
      <p:sp>
        <p:nvSpPr>
          <p:cNvPr id="1814812369" name="Notes Placeholder 2"/>
          <p:cNvSpPr>
            <a:spLocks noGrp="1"/>
          </p:cNvSpPr>
          <p:nvPr>
            <p:ph type="body" idx="1"/>
          </p:nvPr>
        </p:nvSpPr>
        <p:spPr bwMode="auto"/>
        <p:txBody>
          <a:bodyPr/>
          <a:lstStyle/>
          <a:p>
            <a:pPr>
              <a:defRPr/>
            </a:pPr>
            <a:endParaRPr/>
          </a:p>
        </p:txBody>
      </p:sp>
      <p:sp>
        <p:nvSpPr>
          <p:cNvPr id="189250788" name="Slide Number Placeholder 3"/>
          <p:cNvSpPr>
            <a:spLocks noGrp="1"/>
          </p:cNvSpPr>
          <p:nvPr>
            <p:ph type="sldNum" sz="quarter" idx="10"/>
          </p:nvPr>
        </p:nvSpPr>
        <p:spPr bwMode="auto"/>
        <p:txBody>
          <a:bodyPr/>
          <a:lstStyle/>
          <a:p>
            <a:pPr>
              <a:defRPr/>
            </a:pPr>
            <a:fld id="{A887EDA6-9348-219A-4A87-B7929B4B622C}"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3187396" name="Slide Image Placeholder 1"/>
          <p:cNvSpPr>
            <a:spLocks noChangeAspect="1" noGrp="1" noRot="1"/>
          </p:cNvSpPr>
          <p:nvPr>
            <p:ph type="sldImg"/>
          </p:nvPr>
        </p:nvSpPr>
        <p:spPr bwMode="auto"/>
      </p:sp>
      <p:sp>
        <p:nvSpPr>
          <p:cNvPr id="448067709" name="Notes Placeholder 2"/>
          <p:cNvSpPr>
            <a:spLocks noGrp="1"/>
          </p:cNvSpPr>
          <p:nvPr>
            <p:ph type="body" idx="1"/>
          </p:nvPr>
        </p:nvSpPr>
        <p:spPr bwMode="auto"/>
        <p:txBody>
          <a:bodyPr/>
          <a:lstStyle/>
          <a:p>
            <a:pPr>
              <a:defRPr/>
            </a:pPr>
            <a:endParaRPr/>
          </a:p>
        </p:txBody>
      </p:sp>
      <p:sp>
        <p:nvSpPr>
          <p:cNvPr id="216378582" name="Slide Number Placeholder 3"/>
          <p:cNvSpPr>
            <a:spLocks noGrp="1"/>
          </p:cNvSpPr>
          <p:nvPr>
            <p:ph type="sldNum" sz="quarter" idx="10"/>
          </p:nvPr>
        </p:nvSpPr>
        <p:spPr bwMode="auto"/>
        <p:txBody>
          <a:bodyPr/>
          <a:lstStyle/>
          <a:p>
            <a:pPr>
              <a:defRPr/>
            </a:pPr>
            <a:fld id="{6C44DA25-5E1D-70EB-EEFD-E97F82A429AD}"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48327546" name="Slide Image Placeholder 1"/>
          <p:cNvSpPr>
            <a:spLocks noChangeAspect="1" noGrp="1" noRot="1"/>
          </p:cNvSpPr>
          <p:nvPr>
            <p:ph type="sldImg"/>
          </p:nvPr>
        </p:nvSpPr>
        <p:spPr bwMode="auto"/>
      </p:sp>
      <p:sp>
        <p:nvSpPr>
          <p:cNvPr id="5710916" name="Notes Placeholder 2"/>
          <p:cNvSpPr>
            <a:spLocks noGrp="1"/>
          </p:cNvSpPr>
          <p:nvPr>
            <p:ph type="body" idx="1"/>
          </p:nvPr>
        </p:nvSpPr>
        <p:spPr bwMode="auto"/>
        <p:txBody>
          <a:bodyPr/>
          <a:lstStyle/>
          <a:p>
            <a:pPr>
              <a:defRPr/>
            </a:pPr>
            <a:endParaRPr/>
          </a:p>
        </p:txBody>
      </p:sp>
      <p:sp>
        <p:nvSpPr>
          <p:cNvPr id="1395268478" name="Slide Number Placeholder 3"/>
          <p:cNvSpPr>
            <a:spLocks noGrp="1"/>
          </p:cNvSpPr>
          <p:nvPr>
            <p:ph type="sldNum" sz="quarter" idx="10"/>
          </p:nvPr>
        </p:nvSpPr>
        <p:spPr bwMode="auto"/>
        <p:txBody>
          <a:bodyPr/>
          <a:lstStyle/>
          <a:p>
            <a:pPr>
              <a:defRPr/>
            </a:pPr>
            <a:fld id="{C589254F-8628-1E64-1793-605B596BC1A4}"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8097210" name="Slide Image Placeholder 1"/>
          <p:cNvSpPr>
            <a:spLocks noChangeAspect="1" noGrp="1" noRot="1"/>
          </p:cNvSpPr>
          <p:nvPr>
            <p:ph type="sldImg"/>
          </p:nvPr>
        </p:nvSpPr>
        <p:spPr bwMode="auto"/>
      </p:sp>
      <p:sp>
        <p:nvSpPr>
          <p:cNvPr id="1360668928" name="Notes Placeholder 2"/>
          <p:cNvSpPr>
            <a:spLocks noGrp="1"/>
          </p:cNvSpPr>
          <p:nvPr>
            <p:ph type="body" idx="1"/>
          </p:nvPr>
        </p:nvSpPr>
        <p:spPr bwMode="auto"/>
        <p:txBody>
          <a:bodyPr/>
          <a:lstStyle/>
          <a:p>
            <a:pPr>
              <a:defRPr/>
            </a:pPr>
            <a:endParaRPr/>
          </a:p>
        </p:txBody>
      </p:sp>
      <p:sp>
        <p:nvSpPr>
          <p:cNvPr id="2120004334" name="Slide Number Placeholder 3"/>
          <p:cNvSpPr>
            <a:spLocks noGrp="1"/>
          </p:cNvSpPr>
          <p:nvPr>
            <p:ph type="sldNum" sz="quarter" idx="10"/>
          </p:nvPr>
        </p:nvSpPr>
        <p:spPr bwMode="auto"/>
        <p:txBody>
          <a:bodyPr/>
          <a:lstStyle/>
          <a:p>
            <a:pPr>
              <a:defRPr/>
            </a:pPr>
            <a:fld id="{A362BBC3-7AB6-3B03-C4B8-C0ABBFA12326}"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84843886" name="Slide Image Placeholder 1"/>
          <p:cNvSpPr>
            <a:spLocks noChangeAspect="1" noGrp="1" noRot="1"/>
          </p:cNvSpPr>
          <p:nvPr>
            <p:ph type="sldImg"/>
          </p:nvPr>
        </p:nvSpPr>
        <p:spPr bwMode="auto"/>
      </p:sp>
      <p:sp>
        <p:nvSpPr>
          <p:cNvPr id="691416924" name="Notes Placeholder 2"/>
          <p:cNvSpPr>
            <a:spLocks noGrp="1"/>
          </p:cNvSpPr>
          <p:nvPr>
            <p:ph type="body" idx="1"/>
          </p:nvPr>
        </p:nvSpPr>
        <p:spPr bwMode="auto"/>
        <p:txBody>
          <a:bodyPr/>
          <a:lstStyle/>
          <a:p>
            <a:pPr>
              <a:defRPr/>
            </a:pPr>
            <a:endParaRPr/>
          </a:p>
        </p:txBody>
      </p:sp>
      <p:sp>
        <p:nvSpPr>
          <p:cNvPr id="1602358755" name="Slide Number Placeholder 3"/>
          <p:cNvSpPr>
            <a:spLocks noGrp="1"/>
          </p:cNvSpPr>
          <p:nvPr>
            <p:ph type="sldNum" sz="quarter" idx="10"/>
          </p:nvPr>
        </p:nvSpPr>
        <p:spPr bwMode="auto"/>
        <p:txBody>
          <a:bodyPr/>
          <a:lstStyle/>
          <a:p>
            <a:pPr>
              <a:defRPr/>
            </a:pPr>
            <a:fld id="{0B2BFD94-E91E-39F1-057C-7F766F83FBC0}"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91989932" name="Slide Image Placeholder 1"/>
          <p:cNvSpPr>
            <a:spLocks noChangeAspect="1" noGrp="1" noRot="1"/>
          </p:cNvSpPr>
          <p:nvPr>
            <p:ph type="sldImg"/>
          </p:nvPr>
        </p:nvSpPr>
        <p:spPr bwMode="auto"/>
      </p:sp>
      <p:sp>
        <p:nvSpPr>
          <p:cNvPr id="517933203" name="Notes Placeholder 2"/>
          <p:cNvSpPr>
            <a:spLocks noGrp="1"/>
          </p:cNvSpPr>
          <p:nvPr>
            <p:ph type="body" idx="1"/>
          </p:nvPr>
        </p:nvSpPr>
        <p:spPr bwMode="auto"/>
        <p:txBody>
          <a:bodyPr/>
          <a:lstStyle/>
          <a:p>
            <a:pPr>
              <a:defRPr/>
            </a:pPr>
            <a:r>
              <a:rPr lang="en-US"/>
              <a:t>We haven’t cleaned all the memory yet!</a:t>
            </a:r>
            <a:endParaRPr/>
          </a:p>
        </p:txBody>
      </p:sp>
      <p:sp>
        <p:nvSpPr>
          <p:cNvPr id="391045911" name="Slide Number Placeholder 3"/>
          <p:cNvSpPr>
            <a:spLocks noGrp="1"/>
          </p:cNvSpPr>
          <p:nvPr>
            <p:ph type="sldNum" sz="quarter" idx="10"/>
          </p:nvPr>
        </p:nvSpPr>
        <p:spPr bwMode="auto"/>
        <p:txBody>
          <a:bodyPr/>
          <a:lstStyle/>
          <a:p>
            <a:pPr>
              <a:defRPr/>
            </a:pPr>
            <a:fld id="{02AF31C2-B176-7E19-0D57-4B51B1AF0661}"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23312569" name="Slide Image Placeholder 1"/>
          <p:cNvSpPr>
            <a:spLocks noChangeAspect="1" noGrp="1" noRot="1"/>
          </p:cNvSpPr>
          <p:nvPr>
            <p:ph type="sldImg"/>
          </p:nvPr>
        </p:nvSpPr>
        <p:spPr bwMode="auto"/>
      </p:sp>
      <p:sp>
        <p:nvSpPr>
          <p:cNvPr id="1294081651" name="Notes Placeholder 2"/>
          <p:cNvSpPr>
            <a:spLocks noGrp="1"/>
          </p:cNvSpPr>
          <p:nvPr>
            <p:ph type="body" idx="1"/>
          </p:nvPr>
        </p:nvSpPr>
        <p:spPr bwMode="auto"/>
        <p:txBody>
          <a:bodyPr/>
          <a:lstStyle/>
          <a:p>
            <a:pPr>
              <a:defRPr/>
            </a:pPr>
            <a:endParaRPr/>
          </a:p>
        </p:txBody>
      </p:sp>
      <p:sp>
        <p:nvSpPr>
          <p:cNvPr id="218062503" name="Slide Number Placeholder 3"/>
          <p:cNvSpPr>
            <a:spLocks noGrp="1"/>
          </p:cNvSpPr>
          <p:nvPr>
            <p:ph type="sldNum" sz="quarter" idx="10"/>
          </p:nvPr>
        </p:nvSpPr>
        <p:spPr bwMode="auto"/>
        <p:txBody>
          <a:bodyPr/>
          <a:lstStyle/>
          <a:p>
            <a:pPr>
              <a:defRPr/>
            </a:pPr>
            <a:fld id="{B7410A72-AF5E-F95E-4274-4DCA25D5D017}"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05468334" name="Slide Image Placeholder 1"/>
          <p:cNvSpPr>
            <a:spLocks noChangeAspect="1" noGrp="1" noRot="1"/>
          </p:cNvSpPr>
          <p:nvPr>
            <p:ph type="sldImg"/>
          </p:nvPr>
        </p:nvSpPr>
        <p:spPr bwMode="auto"/>
      </p:sp>
      <p:sp>
        <p:nvSpPr>
          <p:cNvPr id="2039609788" name="Notes Placeholder 2"/>
          <p:cNvSpPr>
            <a:spLocks noGrp="1"/>
          </p:cNvSpPr>
          <p:nvPr>
            <p:ph type="body" idx="1"/>
          </p:nvPr>
        </p:nvSpPr>
        <p:spPr bwMode="auto"/>
        <p:txBody>
          <a:bodyPr/>
          <a:lstStyle/>
          <a:p>
            <a:pPr>
              <a:defRPr/>
            </a:pPr>
            <a:endParaRPr/>
          </a:p>
        </p:txBody>
      </p:sp>
      <p:sp>
        <p:nvSpPr>
          <p:cNvPr id="661846048" name="Slide Number Placeholder 3"/>
          <p:cNvSpPr>
            <a:spLocks noGrp="1"/>
          </p:cNvSpPr>
          <p:nvPr>
            <p:ph type="sldNum" sz="quarter" idx="10"/>
          </p:nvPr>
        </p:nvSpPr>
        <p:spPr bwMode="auto"/>
        <p:txBody>
          <a:bodyPr/>
          <a:lstStyle/>
          <a:p>
            <a:pPr>
              <a:defRPr/>
            </a:pPr>
            <a:fld id="{34F0DA2C-F9BD-0ECB-8D3D-31022B2A9046}"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38779275" name="Slide Image Placeholder 1"/>
          <p:cNvSpPr>
            <a:spLocks noChangeAspect="1" noGrp="1" noRot="1"/>
          </p:cNvSpPr>
          <p:nvPr>
            <p:ph type="sldImg"/>
          </p:nvPr>
        </p:nvSpPr>
        <p:spPr bwMode="auto"/>
      </p:sp>
      <p:sp>
        <p:nvSpPr>
          <p:cNvPr id="37522601" name="Notes Placeholder 2"/>
          <p:cNvSpPr>
            <a:spLocks noGrp="1"/>
          </p:cNvSpPr>
          <p:nvPr>
            <p:ph type="body" idx="1"/>
          </p:nvPr>
        </p:nvSpPr>
        <p:spPr bwMode="auto"/>
        <p:txBody>
          <a:bodyPr/>
          <a:lstStyle/>
          <a:p>
            <a:pPr>
              <a:defRPr/>
            </a:pPr>
            <a:endParaRPr/>
          </a:p>
        </p:txBody>
      </p:sp>
      <p:sp>
        <p:nvSpPr>
          <p:cNvPr id="1831649893" name="Slide Number Placeholder 3"/>
          <p:cNvSpPr>
            <a:spLocks noGrp="1"/>
          </p:cNvSpPr>
          <p:nvPr>
            <p:ph type="sldNum" sz="quarter" idx="10"/>
          </p:nvPr>
        </p:nvSpPr>
        <p:spPr bwMode="auto"/>
        <p:txBody>
          <a:bodyPr/>
          <a:lstStyle/>
          <a:p>
            <a:pPr>
              <a:defRPr/>
            </a:pPr>
            <a:fld id="{3A4ED623-16A5-905A-0A94-484547CBFC65}"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16555625" name="Slide Image Placeholder 1"/>
          <p:cNvSpPr>
            <a:spLocks noChangeAspect="1" noGrp="1" noRot="1"/>
          </p:cNvSpPr>
          <p:nvPr>
            <p:ph type="sldImg"/>
          </p:nvPr>
        </p:nvSpPr>
        <p:spPr bwMode="auto"/>
      </p:sp>
      <p:sp>
        <p:nvSpPr>
          <p:cNvPr id="277090870" name="Notes Placeholder 2"/>
          <p:cNvSpPr>
            <a:spLocks noGrp="1"/>
          </p:cNvSpPr>
          <p:nvPr>
            <p:ph type="body" idx="1"/>
          </p:nvPr>
        </p:nvSpPr>
        <p:spPr bwMode="auto"/>
        <p:txBody>
          <a:bodyPr/>
          <a:lstStyle/>
          <a:p>
            <a:pPr>
              <a:defRPr/>
            </a:pPr>
            <a:endParaRPr/>
          </a:p>
        </p:txBody>
      </p:sp>
      <p:sp>
        <p:nvSpPr>
          <p:cNvPr id="1265507642" name="Slide Number Placeholder 3"/>
          <p:cNvSpPr>
            <a:spLocks noGrp="1"/>
          </p:cNvSpPr>
          <p:nvPr>
            <p:ph type="sldNum" sz="quarter" idx="10"/>
          </p:nvPr>
        </p:nvSpPr>
        <p:spPr bwMode="auto"/>
        <p:txBody>
          <a:bodyPr/>
          <a:lstStyle/>
          <a:p>
            <a:pPr>
              <a:defRPr/>
            </a:pPr>
            <a:fld id="{6C13F508-A6F7-4037-E8BF-A24B0722D1A4}" type="slidenum">
              <a:rPr/>
              <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4392048" name="Slide Image Placeholder 1"/>
          <p:cNvSpPr>
            <a:spLocks noChangeAspect="1" noGrp="1" noRot="1"/>
          </p:cNvSpPr>
          <p:nvPr>
            <p:ph type="sldImg"/>
          </p:nvPr>
        </p:nvSpPr>
        <p:spPr bwMode="auto"/>
      </p:sp>
      <p:sp>
        <p:nvSpPr>
          <p:cNvPr id="807043110" name="Notes Placeholder 2"/>
          <p:cNvSpPr>
            <a:spLocks noGrp="1"/>
          </p:cNvSpPr>
          <p:nvPr>
            <p:ph type="body" idx="1"/>
          </p:nvPr>
        </p:nvSpPr>
        <p:spPr bwMode="auto"/>
        <p:txBody>
          <a:bodyPr/>
          <a:lstStyle/>
          <a:p>
            <a:pPr>
              <a:defRPr/>
            </a:pPr>
            <a:endParaRPr/>
          </a:p>
        </p:txBody>
      </p:sp>
      <p:sp>
        <p:nvSpPr>
          <p:cNvPr id="1544225838" name="Slide Number Placeholder 3"/>
          <p:cNvSpPr>
            <a:spLocks noGrp="1"/>
          </p:cNvSpPr>
          <p:nvPr>
            <p:ph type="sldNum" sz="quarter" idx="10"/>
          </p:nvPr>
        </p:nvSpPr>
        <p:spPr bwMode="auto"/>
        <p:txBody>
          <a:bodyPr/>
          <a:lstStyle/>
          <a:p>
            <a:pPr>
              <a:defRPr/>
            </a:pPr>
            <a:fld id="{4DCCCCA6-3554-8911-5BBF-E2880012EBB7}" type="slidenum">
              <a:rPr/>
              <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41688992" name="Slide Image Placeholder 1"/>
          <p:cNvSpPr>
            <a:spLocks noChangeAspect="1" noGrp="1" noRot="1"/>
          </p:cNvSpPr>
          <p:nvPr>
            <p:ph type="sldImg"/>
          </p:nvPr>
        </p:nvSpPr>
        <p:spPr bwMode="auto"/>
      </p:sp>
      <p:sp>
        <p:nvSpPr>
          <p:cNvPr id="1832218562" name="Notes Placeholder 2"/>
          <p:cNvSpPr>
            <a:spLocks noGrp="1"/>
          </p:cNvSpPr>
          <p:nvPr>
            <p:ph type="body" idx="1"/>
          </p:nvPr>
        </p:nvSpPr>
        <p:spPr bwMode="auto"/>
        <p:txBody>
          <a:bodyPr/>
          <a:lstStyle/>
          <a:p>
            <a:pPr>
              <a:defRPr/>
            </a:pPr>
            <a:endParaRPr/>
          </a:p>
        </p:txBody>
      </p:sp>
      <p:sp>
        <p:nvSpPr>
          <p:cNvPr id="526106745" name="Slide Number Placeholder 3"/>
          <p:cNvSpPr>
            <a:spLocks noGrp="1"/>
          </p:cNvSpPr>
          <p:nvPr>
            <p:ph type="sldNum" sz="quarter" idx="10"/>
          </p:nvPr>
        </p:nvSpPr>
        <p:spPr bwMode="auto"/>
        <p:txBody>
          <a:bodyPr/>
          <a:lstStyle/>
          <a:p>
            <a:pPr>
              <a:defRPr/>
            </a:pPr>
            <a:fld id="{B4250655-D76A-CDE3-A228-A72EC0AC3F09}"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440328668"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he-IL"/>
          </a:p>
        </p:txBody>
      </p:sp>
      <p:sp>
        <p:nvSpPr>
          <p:cNvPr id="1362367401"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he-IL"/>
          </a:p>
        </p:txBody>
      </p:sp>
      <p:sp>
        <p:nvSpPr>
          <p:cNvPr id="364377764" name="Date Placeholder 3"/>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488204491" name="Footer Placeholder 4"/>
          <p:cNvSpPr>
            <a:spLocks noGrp="1"/>
          </p:cNvSpPr>
          <p:nvPr>
            <p:ph type="ftr" sz="quarter" idx="11"/>
          </p:nvPr>
        </p:nvSpPr>
        <p:spPr bwMode="auto"/>
        <p:txBody>
          <a:bodyPr/>
          <a:lstStyle/>
          <a:p>
            <a:pPr>
              <a:defRPr/>
            </a:pPr>
            <a:endParaRPr lang="he-IL"/>
          </a:p>
        </p:txBody>
      </p:sp>
      <p:sp>
        <p:nvSpPr>
          <p:cNvPr id="38975196" name="Slide Number Placeholder 5"/>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98289452" name="Title 1"/>
          <p:cNvSpPr>
            <a:spLocks noGrp="1"/>
          </p:cNvSpPr>
          <p:nvPr>
            <p:ph type="title"/>
          </p:nvPr>
        </p:nvSpPr>
        <p:spPr bwMode="auto"/>
        <p:txBody>
          <a:bodyPr/>
          <a:lstStyle/>
          <a:p>
            <a:pPr>
              <a:defRPr/>
            </a:pPr>
            <a:r>
              <a:rPr lang="en-US"/>
              <a:t>Click to edit Master title style</a:t>
            </a:r>
            <a:endParaRPr lang="he-IL"/>
          </a:p>
        </p:txBody>
      </p:sp>
      <p:sp>
        <p:nvSpPr>
          <p:cNvPr id="1365699396" name="Content Placeholder 2"/>
          <p:cNvSpPr>
            <a:spLocks noGrp="1"/>
          </p:cNvSpPr>
          <p:nvPr>
            <p:ph idx="1"/>
          </p:nvPr>
        </p:nvSpPr>
        <p:spPr bwMode="auto"/>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214559955" name="Date Placeholder 3"/>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286214354" name="Footer Placeholder 4"/>
          <p:cNvSpPr>
            <a:spLocks noGrp="1"/>
          </p:cNvSpPr>
          <p:nvPr>
            <p:ph type="ftr" sz="quarter" idx="11"/>
          </p:nvPr>
        </p:nvSpPr>
        <p:spPr bwMode="auto"/>
        <p:txBody>
          <a:bodyPr/>
          <a:lstStyle/>
          <a:p>
            <a:pPr>
              <a:defRPr/>
            </a:pPr>
            <a:endParaRPr lang="he-IL"/>
          </a:p>
        </p:txBody>
      </p:sp>
      <p:sp>
        <p:nvSpPr>
          <p:cNvPr id="431563993" name="Slide Number Placeholder 5"/>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938593651"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he-IL"/>
          </a:p>
        </p:txBody>
      </p:sp>
      <p:sp>
        <p:nvSpPr>
          <p:cNvPr id="1884797751"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Edit Master text styles</a:t>
            </a:r>
            <a:endParaRPr/>
          </a:p>
        </p:txBody>
      </p:sp>
      <p:sp>
        <p:nvSpPr>
          <p:cNvPr id="1532032185" name="Date Placeholder 3"/>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534523072" name="Footer Placeholder 4"/>
          <p:cNvSpPr>
            <a:spLocks noGrp="1"/>
          </p:cNvSpPr>
          <p:nvPr>
            <p:ph type="ftr" sz="quarter" idx="11"/>
          </p:nvPr>
        </p:nvSpPr>
        <p:spPr bwMode="auto"/>
        <p:txBody>
          <a:bodyPr/>
          <a:lstStyle/>
          <a:p>
            <a:pPr>
              <a:defRPr/>
            </a:pPr>
            <a:endParaRPr lang="he-IL"/>
          </a:p>
        </p:txBody>
      </p:sp>
      <p:sp>
        <p:nvSpPr>
          <p:cNvPr id="77663296" name="Slide Number Placeholder 5"/>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81439521" name="Title 1"/>
          <p:cNvSpPr>
            <a:spLocks noGrp="1"/>
          </p:cNvSpPr>
          <p:nvPr>
            <p:ph type="title"/>
          </p:nvPr>
        </p:nvSpPr>
        <p:spPr bwMode="auto"/>
        <p:txBody>
          <a:bodyPr/>
          <a:lstStyle/>
          <a:p>
            <a:pPr>
              <a:defRPr/>
            </a:pPr>
            <a:r>
              <a:rPr lang="en-US"/>
              <a:t>Click to edit Master title style</a:t>
            </a:r>
            <a:endParaRPr lang="he-IL"/>
          </a:p>
        </p:txBody>
      </p:sp>
      <p:sp>
        <p:nvSpPr>
          <p:cNvPr id="1786759086" name="Content Placeholder 2"/>
          <p:cNvSpPr>
            <a:spLocks noGrp="1"/>
          </p:cNvSpPr>
          <p:nvPr>
            <p:ph sz="half" idx="1"/>
          </p:nvPr>
        </p:nvSpPr>
        <p:spPr bwMode="auto">
          <a:xfrm>
            <a:off x="838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94204482" name="Content Placeholder 3"/>
          <p:cNvSpPr>
            <a:spLocks noGrp="1"/>
          </p:cNvSpPr>
          <p:nvPr>
            <p:ph sz="half" idx="2"/>
          </p:nvPr>
        </p:nvSpPr>
        <p:spPr bwMode="auto">
          <a:xfrm>
            <a:off x="6172200" y="1825625"/>
            <a:ext cx="5181600" cy="435133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719893906" name="Date Placeholder 4"/>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912790308" name="Footer Placeholder 5"/>
          <p:cNvSpPr>
            <a:spLocks noGrp="1"/>
          </p:cNvSpPr>
          <p:nvPr>
            <p:ph type="ftr" sz="quarter" idx="11"/>
          </p:nvPr>
        </p:nvSpPr>
        <p:spPr bwMode="auto"/>
        <p:txBody>
          <a:bodyPr/>
          <a:lstStyle/>
          <a:p>
            <a:pPr>
              <a:defRPr/>
            </a:pPr>
            <a:endParaRPr lang="he-IL"/>
          </a:p>
        </p:txBody>
      </p:sp>
      <p:sp>
        <p:nvSpPr>
          <p:cNvPr id="396428665" name="Slide Number Placeholder 6"/>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65343320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he-IL"/>
          </a:p>
        </p:txBody>
      </p:sp>
      <p:sp>
        <p:nvSpPr>
          <p:cNvPr id="1612999404"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19602411" name="Content Placeholder 3"/>
          <p:cNvSpPr>
            <a:spLocks noGrp="1"/>
          </p:cNvSpPr>
          <p:nvPr>
            <p:ph sz="half" idx="2"/>
          </p:nvPr>
        </p:nvSpPr>
        <p:spPr bwMode="auto">
          <a:xfrm>
            <a:off x="839788" y="2505074"/>
            <a:ext cx="5157787"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949113579"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Edit Master text styles</a:t>
            </a:r>
            <a:endParaRPr/>
          </a:p>
        </p:txBody>
      </p:sp>
      <p:sp>
        <p:nvSpPr>
          <p:cNvPr id="840704263" name="Content Placeholder 5"/>
          <p:cNvSpPr>
            <a:spLocks noGrp="1"/>
          </p:cNvSpPr>
          <p:nvPr>
            <p:ph sz="quarter" idx="4"/>
          </p:nvPr>
        </p:nvSpPr>
        <p:spPr bwMode="auto">
          <a:xfrm>
            <a:off x="6172200" y="2505074"/>
            <a:ext cx="5183188" cy="3684588"/>
          </a:xfrm>
        </p:spPr>
        <p:txBody>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977891674" name="Date Placeholder 6"/>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978301900" name="Footer Placeholder 7"/>
          <p:cNvSpPr>
            <a:spLocks noGrp="1"/>
          </p:cNvSpPr>
          <p:nvPr>
            <p:ph type="ftr" sz="quarter" idx="11"/>
          </p:nvPr>
        </p:nvSpPr>
        <p:spPr bwMode="auto"/>
        <p:txBody>
          <a:bodyPr/>
          <a:lstStyle/>
          <a:p>
            <a:pPr>
              <a:defRPr/>
            </a:pPr>
            <a:endParaRPr lang="he-IL"/>
          </a:p>
        </p:txBody>
      </p:sp>
      <p:sp>
        <p:nvSpPr>
          <p:cNvPr id="317252931" name="Slide Number Placeholder 8"/>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49601292" name="Title 1"/>
          <p:cNvSpPr>
            <a:spLocks noGrp="1"/>
          </p:cNvSpPr>
          <p:nvPr>
            <p:ph type="title"/>
          </p:nvPr>
        </p:nvSpPr>
        <p:spPr bwMode="auto"/>
        <p:txBody>
          <a:bodyPr/>
          <a:lstStyle/>
          <a:p>
            <a:pPr>
              <a:defRPr/>
            </a:pPr>
            <a:r>
              <a:rPr lang="en-US"/>
              <a:t>Click to edit Master title style</a:t>
            </a:r>
            <a:endParaRPr lang="he-IL"/>
          </a:p>
        </p:txBody>
      </p:sp>
      <p:sp>
        <p:nvSpPr>
          <p:cNvPr id="307267055" name="Date Placeholder 2"/>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143842601" name="Footer Placeholder 3"/>
          <p:cNvSpPr>
            <a:spLocks noGrp="1"/>
          </p:cNvSpPr>
          <p:nvPr>
            <p:ph type="ftr" sz="quarter" idx="11"/>
          </p:nvPr>
        </p:nvSpPr>
        <p:spPr bwMode="auto"/>
        <p:txBody>
          <a:bodyPr/>
          <a:lstStyle/>
          <a:p>
            <a:pPr>
              <a:defRPr/>
            </a:pPr>
            <a:endParaRPr lang="he-IL"/>
          </a:p>
        </p:txBody>
      </p:sp>
      <p:sp>
        <p:nvSpPr>
          <p:cNvPr id="390875620" name="Slide Number Placeholder 4"/>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734233645" name="Date Placeholder 1"/>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819250804" name="Footer Placeholder 2"/>
          <p:cNvSpPr>
            <a:spLocks noGrp="1"/>
          </p:cNvSpPr>
          <p:nvPr>
            <p:ph type="ftr" sz="quarter" idx="11"/>
          </p:nvPr>
        </p:nvSpPr>
        <p:spPr bwMode="auto"/>
        <p:txBody>
          <a:bodyPr/>
          <a:lstStyle/>
          <a:p>
            <a:pPr>
              <a:defRPr/>
            </a:pPr>
            <a:endParaRPr lang="he-IL"/>
          </a:p>
        </p:txBody>
      </p:sp>
      <p:sp>
        <p:nvSpPr>
          <p:cNvPr id="1174528859" name="Slide Number Placeholder 3"/>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836645290"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he-IL"/>
          </a:p>
        </p:txBody>
      </p:sp>
      <p:sp>
        <p:nvSpPr>
          <p:cNvPr id="1864615545"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783169498"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1421523401" name="Date Placeholder 4"/>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879993142" name="Footer Placeholder 5"/>
          <p:cNvSpPr>
            <a:spLocks noGrp="1"/>
          </p:cNvSpPr>
          <p:nvPr>
            <p:ph type="ftr" sz="quarter" idx="11"/>
          </p:nvPr>
        </p:nvSpPr>
        <p:spPr bwMode="auto"/>
        <p:txBody>
          <a:bodyPr/>
          <a:lstStyle/>
          <a:p>
            <a:pPr>
              <a:defRPr/>
            </a:pPr>
            <a:endParaRPr lang="he-IL"/>
          </a:p>
        </p:txBody>
      </p:sp>
      <p:sp>
        <p:nvSpPr>
          <p:cNvPr id="1138699300" name="Slide Number Placeholder 6"/>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64985488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he-IL"/>
          </a:p>
        </p:txBody>
      </p:sp>
      <p:sp>
        <p:nvSpPr>
          <p:cNvPr id="82235935"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he-IL"/>
          </a:p>
        </p:txBody>
      </p:sp>
      <p:sp>
        <p:nvSpPr>
          <p:cNvPr id="124397871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Edit Master text styles</a:t>
            </a:r>
            <a:endParaRPr/>
          </a:p>
        </p:txBody>
      </p:sp>
      <p:sp>
        <p:nvSpPr>
          <p:cNvPr id="1469014911" name="Date Placeholder 4"/>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1661682228" name="Footer Placeholder 5"/>
          <p:cNvSpPr>
            <a:spLocks noGrp="1"/>
          </p:cNvSpPr>
          <p:nvPr>
            <p:ph type="ftr" sz="quarter" idx="11"/>
          </p:nvPr>
        </p:nvSpPr>
        <p:spPr bwMode="auto"/>
        <p:txBody>
          <a:bodyPr/>
          <a:lstStyle/>
          <a:p>
            <a:pPr>
              <a:defRPr/>
            </a:pPr>
            <a:endParaRPr lang="he-IL"/>
          </a:p>
        </p:txBody>
      </p:sp>
      <p:sp>
        <p:nvSpPr>
          <p:cNvPr id="1865014369" name="Slide Number Placeholder 6"/>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53634035" name="Title 1"/>
          <p:cNvSpPr>
            <a:spLocks noGrp="1"/>
          </p:cNvSpPr>
          <p:nvPr>
            <p:ph type="title"/>
          </p:nvPr>
        </p:nvSpPr>
        <p:spPr bwMode="auto"/>
        <p:txBody>
          <a:bodyPr/>
          <a:lstStyle/>
          <a:p>
            <a:pPr>
              <a:defRPr/>
            </a:pPr>
            <a:r>
              <a:rPr lang="en-US"/>
              <a:t>Click to edit Master title style</a:t>
            </a:r>
            <a:endParaRPr lang="he-IL"/>
          </a:p>
        </p:txBody>
      </p:sp>
      <p:sp>
        <p:nvSpPr>
          <p:cNvPr id="2121997146" name="Vertical Text Placeholder 2"/>
          <p:cNvSpPr>
            <a:spLocks noGrp="1"/>
          </p:cNvSpPr>
          <p:nvPr>
            <p:ph type="body" orient="vert" idx="1"/>
          </p:nvPr>
        </p:nvSpPr>
        <p:spPr bwMode="auto"/>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979003473" name="Date Placeholder 3"/>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672482200" name="Footer Placeholder 4"/>
          <p:cNvSpPr>
            <a:spLocks noGrp="1"/>
          </p:cNvSpPr>
          <p:nvPr>
            <p:ph type="ftr" sz="quarter" idx="11"/>
          </p:nvPr>
        </p:nvSpPr>
        <p:spPr bwMode="auto"/>
        <p:txBody>
          <a:bodyPr/>
          <a:lstStyle/>
          <a:p>
            <a:pPr>
              <a:defRPr/>
            </a:pPr>
            <a:endParaRPr lang="he-IL"/>
          </a:p>
        </p:txBody>
      </p:sp>
      <p:sp>
        <p:nvSpPr>
          <p:cNvPr id="1040220179" name="Slide Number Placeholder 5"/>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94347465"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he-IL"/>
          </a:p>
        </p:txBody>
      </p:sp>
      <p:sp>
        <p:nvSpPr>
          <p:cNvPr id="1412250280" name="Vertical Text Placeholder 2"/>
          <p:cNvSpPr>
            <a:spLocks noGrp="1"/>
          </p:cNvSpPr>
          <p:nvPr>
            <p:ph type="body" orient="vert" idx="1"/>
          </p:nvPr>
        </p:nvSpPr>
        <p:spPr bwMode="auto">
          <a:xfrm>
            <a:off x="838200" y="365125"/>
            <a:ext cx="7734300" cy="5811838"/>
          </a:xfrm>
        </p:spPr>
        <p:txBody>
          <a:bodyPr vert="eaVert"/>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637866921" name="Date Placeholder 3"/>
          <p:cNvSpPr>
            <a:spLocks noGrp="1"/>
          </p:cNvSpPr>
          <p:nvPr>
            <p:ph type="dt" sz="half" idx="10"/>
          </p:nvPr>
        </p:nvSpPr>
        <p:spPr bwMode="auto"/>
        <p:txBody>
          <a:bodyPr/>
          <a:lstStyle/>
          <a:p>
            <a:pPr>
              <a:defRPr/>
            </a:pPr>
            <a:fld id="{3C55EA22-1616-4836-862C-8E006F9C761D}" type="datetimeFigureOut">
              <a:rPr lang="he-IL"/>
              <a:t>ו'/חשון/תשפ"א</a:t>
            </a:fld>
            <a:endParaRPr lang="he-IL"/>
          </a:p>
        </p:txBody>
      </p:sp>
      <p:sp>
        <p:nvSpPr>
          <p:cNvPr id="227121921" name="Footer Placeholder 4"/>
          <p:cNvSpPr>
            <a:spLocks noGrp="1"/>
          </p:cNvSpPr>
          <p:nvPr>
            <p:ph type="ftr" sz="quarter" idx="11"/>
          </p:nvPr>
        </p:nvSpPr>
        <p:spPr bwMode="auto"/>
        <p:txBody>
          <a:bodyPr/>
          <a:lstStyle/>
          <a:p>
            <a:pPr>
              <a:defRPr/>
            </a:pPr>
            <a:endParaRPr lang="he-IL"/>
          </a:p>
        </p:txBody>
      </p:sp>
      <p:sp>
        <p:nvSpPr>
          <p:cNvPr id="269172279" name="Slide Number Placeholder 5"/>
          <p:cNvSpPr>
            <a:spLocks noGrp="1"/>
          </p:cNvSpPr>
          <p:nvPr>
            <p:ph type="sldNum" sz="quarter" idx="12"/>
          </p:nvPr>
        </p:nvSpPr>
        <p:spPr bwMode="auto"/>
        <p:txBody>
          <a:bodyPr/>
          <a:lstStyle/>
          <a:p>
            <a:pPr>
              <a:defRPr/>
            </a:pPr>
            <a:fld id="{0D54456F-6978-4BC4-AC90-89A98C05C285}" type="slidenum">
              <a:rPr lang="he-IL"/>
              <a:t>‹#›</a:t>
            </a:fld>
            <a:endParaRPr lang="he-IL"/>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893560264"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he-IL"/>
          </a:p>
        </p:txBody>
      </p:sp>
      <p:sp>
        <p:nvSpPr>
          <p:cNvPr id="1696603414"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he-IL"/>
          </a:p>
        </p:txBody>
      </p:sp>
      <p:sp>
        <p:nvSpPr>
          <p:cNvPr id="1297706898"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C55EA22-1616-4836-862C-8E006F9C761D}" type="datetimeFigureOut">
              <a:rPr lang="he-IL"/>
              <a:t>ו'/חשון/תשפ"א</a:t>
            </a:fld>
            <a:endParaRPr lang="he-IL"/>
          </a:p>
        </p:txBody>
      </p:sp>
      <p:sp>
        <p:nvSpPr>
          <p:cNvPr id="983151646"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he-IL"/>
          </a:p>
        </p:txBody>
      </p:sp>
      <p:sp>
        <p:nvSpPr>
          <p:cNvPr id="177013467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D54456F-6978-4BC4-AC90-89A98C05C285}" type="slidenum">
              <a:rPr lang="he-IL"/>
              <a:t>‹#›</a:t>
            </a:fld>
            <a:endParaRPr lang="he-I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he-IL"/>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onlinegdb.com/-ERFbBh6eS"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gif"/></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cppreference.com/w/cpp/string/basic_string/c_str.html"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8.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en.cppreference.com/w/cpp/language/pointer.html" TargetMode="External"/><Relationship Id="rId4" Type="http://schemas.openxmlformats.org/officeDocument/2006/relationships/hyperlink" Target="https://youtu.be/rqVWj0aVSxg?si=zB_TXwxORpCEUmRo" TargetMode="External"/><Relationship Id="rId5" Type="http://schemas.openxmlformats.org/officeDocument/2006/relationships/hyperlink" Target="https://en.cppreference.com/w/cpp/language/array.html" TargetMode="External"/><Relationship Id="rId6" Type="http://schemas.openxmlformats.org/officeDocument/2006/relationships/hyperlink" Target="https://www.en.cppreference.com/w/cpp/language/reference.html"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19652786" name="Title 1"/>
          <p:cNvSpPr>
            <a:spLocks noGrp="1"/>
          </p:cNvSpPr>
          <p:nvPr>
            <p:ph type="ctrTitle"/>
          </p:nvPr>
        </p:nvSpPr>
        <p:spPr bwMode="auto"/>
        <p:txBody>
          <a:bodyPr/>
          <a:lstStyle/>
          <a:p>
            <a:pPr>
              <a:defRPr/>
            </a:pPr>
            <a:r>
              <a:rPr lang="en-US"/>
              <a:t>SPL – PS2</a:t>
            </a:r>
            <a:endParaRPr lang="he-IL"/>
          </a:p>
        </p:txBody>
      </p:sp>
      <p:sp>
        <p:nvSpPr>
          <p:cNvPr id="291317862" name="Subtitle 2"/>
          <p:cNvSpPr>
            <a:spLocks noGrp="1"/>
          </p:cNvSpPr>
          <p:nvPr>
            <p:ph type="subTitle" idx="1"/>
          </p:nvPr>
        </p:nvSpPr>
        <p:spPr bwMode="auto"/>
        <p:txBody>
          <a:bodyPr/>
          <a:lstStyle/>
          <a:p>
            <a:pPr>
              <a:defRPr/>
            </a:pPr>
            <a:r>
              <a:rPr lang="en-US"/>
              <a:t>C++ Memory Handling</a:t>
            </a:r>
            <a:endParaRPr lang="he-I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43902098" name="Title 1"/>
          <p:cNvSpPr>
            <a:spLocks noGrp="1"/>
          </p:cNvSpPr>
          <p:nvPr>
            <p:ph type="title"/>
          </p:nvPr>
        </p:nvSpPr>
        <p:spPr bwMode="auto"/>
        <p:txBody>
          <a:bodyPr/>
          <a:lstStyle/>
          <a:p>
            <a:pPr>
              <a:defRPr/>
            </a:pPr>
            <a:r>
              <a:rPr lang="en-US"/>
              <a:t>PS2: Today’s Agenda</a:t>
            </a:r>
            <a:endParaRPr/>
          </a:p>
        </p:txBody>
      </p:sp>
      <p:sp>
        <p:nvSpPr>
          <p:cNvPr id="700243512"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US"/>
              <a:t>Introduction to memory model in C++</a:t>
            </a:r>
            <a:endParaRPr lang="en-US"/>
          </a:p>
          <a:p>
            <a:pPr>
              <a:defRPr/>
            </a:pPr>
            <a:r>
              <a:rPr lang="en-US"/>
              <a:t>C++ Pointers</a:t>
            </a:r>
            <a:endParaRPr lang="en-US"/>
          </a:p>
          <a:p>
            <a:pPr>
              <a:defRPr/>
            </a:pPr>
            <a:r>
              <a:rPr lang="en-US"/>
              <a:t>C++ Arrays</a:t>
            </a:r>
            <a:endParaRPr lang="en-US"/>
          </a:p>
          <a:p>
            <a:pPr>
              <a:defRPr/>
            </a:pPr>
            <a:r>
              <a:rPr lang="en-US"/>
              <a:t>String vs Char* (c-style string)</a:t>
            </a:r>
            <a:endParaRPr lang="en-US"/>
          </a:p>
          <a:p>
            <a:pPr>
              <a:defRPr/>
            </a:pPr>
            <a:r>
              <a:rPr lang="en-US"/>
              <a:t>C++ References</a:t>
            </a:r>
            <a:endParaRPr lang="en-US"/>
          </a:p>
          <a:p>
            <a:pPr>
              <a:defRPr/>
            </a:pPr>
            <a:r>
              <a:rPr lang="en-US" sz="2800" b="0" i="0" u="none" strike="noStrike" cap="none" spc="0">
                <a:solidFill>
                  <a:schemeClr val="tx1"/>
                </a:solidFill>
                <a:latin typeface="+mn-lt"/>
                <a:ea typeface="+mn-ea"/>
                <a:cs typeface="+mn-cs"/>
              </a:rPr>
              <a:t>C++ Memory Handling</a:t>
            </a:r>
            <a:endParaRPr lang="en-US"/>
          </a:p>
          <a:p>
            <a:pPr>
              <a:defRPr/>
            </a:pPr>
            <a:r>
              <a:rPr lang="en-US" sz="2800" b="0" i="0" u="none" strike="noStrike" cap="none" spc="0">
                <a:solidFill>
                  <a:schemeClr val="tx1"/>
                </a:solidFill>
                <a:latin typeface="+mn-lt"/>
                <a:ea typeface="+mn-ea"/>
                <a:cs typeface="+mn-cs"/>
              </a:rPr>
              <a:t>Pointers Dangers</a:t>
            </a:r>
            <a:endParaRPr sz="2800"/>
          </a:p>
          <a:p>
            <a:pPr>
              <a:defRPr/>
            </a:pPr>
            <a:r>
              <a:rPr lang="en-US" u="sng">
                <a:hlinkClick r:id="rId3" tooltip=""/>
              </a:rPr>
              <a:t>Code</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9942054" name="Title 1"/>
          <p:cNvSpPr>
            <a:spLocks noGrp="1"/>
          </p:cNvSpPr>
          <p:nvPr>
            <p:ph type="title"/>
          </p:nvPr>
        </p:nvSpPr>
        <p:spPr bwMode="auto"/>
        <p:txBody>
          <a:bodyPr/>
          <a:lstStyle/>
          <a:p>
            <a:pPr>
              <a:defRPr/>
            </a:pPr>
            <a:r>
              <a:rPr lang="en-US"/>
              <a:t>Memory model</a:t>
            </a:r>
            <a:endParaRPr lang="he-IL"/>
          </a:p>
        </p:txBody>
      </p:sp>
      <p:sp>
        <p:nvSpPr>
          <p:cNvPr id="1759062767"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Each process running on the system has its own memory space. This memory space is the range of addresses that can be described using a single word.</a:t>
            </a:r>
            <a:endParaRPr/>
          </a:p>
          <a:p>
            <a:pPr>
              <a:defRPr/>
            </a:pPr>
            <a:r>
              <a:rPr lang="en-US"/>
              <a:t>In this memory space, the process puts any information it needs. This includes compiled code, constants, and variable it needs.</a:t>
            </a:r>
            <a:endParaRPr/>
          </a:p>
          <a:p>
            <a:pPr>
              <a:defRPr/>
            </a:pPr>
            <a:r>
              <a:rPr lang="en-US"/>
              <a:t>In this course, we will focus on two “kinds” of memory available to the process. The stack and the heap.</a:t>
            </a:r>
            <a:endParaRPr lang="he-I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590627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590627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5906276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9062767" grpId="0" build="p"/>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12233291" name="Title 1"/>
          <p:cNvSpPr>
            <a:spLocks noGrp="1"/>
          </p:cNvSpPr>
          <p:nvPr>
            <p:ph type="title"/>
          </p:nvPr>
        </p:nvSpPr>
        <p:spPr bwMode="auto"/>
        <p:txBody>
          <a:bodyPr/>
          <a:lstStyle/>
          <a:p>
            <a:pPr>
              <a:defRPr/>
            </a:pPr>
            <a:r>
              <a:rPr lang="en-US"/>
              <a:t>Memory model</a:t>
            </a:r>
            <a:endParaRPr lang="he-IL"/>
          </a:p>
        </p:txBody>
      </p:sp>
      <p:sp>
        <p:nvSpPr>
          <p:cNvPr id="1242680960" name="Content Placeholder 2"/>
          <p:cNvSpPr>
            <a:spLocks noGrp="1"/>
          </p:cNvSpPr>
          <p:nvPr>
            <p:ph idx="1"/>
          </p:nvPr>
        </p:nvSpPr>
        <p:spPr bwMode="auto"/>
        <p:txBody>
          <a:bodyPr/>
          <a:lstStyle/>
          <a:p>
            <a:pPr>
              <a:defRPr/>
            </a:pPr>
            <a:r>
              <a:rPr lang="en-US" b="1"/>
              <a:t>Stack:</a:t>
            </a:r>
            <a:r>
              <a:rPr lang="en-US"/>
              <a:t> </a:t>
            </a:r>
            <a:r>
              <a:rPr lang="en-US" sz="2800" b="0" i="0" u="none" strike="noStrike" cap="none" spc="0">
                <a:solidFill>
                  <a:schemeClr val="tx1"/>
                </a:solidFill>
                <a:latin typeface="Calibri"/>
                <a:ea typeface="Calibri"/>
                <a:cs typeface="Calibri"/>
              </a:rPr>
              <a:t>Used for static memory allocation. Every variable you declare inside a function lives on the stack. Once you leave the scope of the function, the stack variables are discarded.</a:t>
            </a:r>
            <a:endParaRPr/>
          </a:p>
          <a:p>
            <a:pPr>
              <a:defRPr/>
            </a:pPr>
            <a:r>
              <a:rPr lang="en-US" b="1"/>
              <a:t>Heap:</a:t>
            </a:r>
            <a:r>
              <a:rPr lang="en-US"/>
              <a:t> </a:t>
            </a:r>
            <a:r>
              <a:rPr lang="en-US" sz="2800" b="0" i="0" u="none" strike="noStrike" cap="none" spc="0">
                <a:solidFill>
                  <a:schemeClr val="tx1"/>
                </a:solidFill>
                <a:latin typeface="Calibri"/>
                <a:ea typeface="Calibri"/>
                <a:cs typeface="Calibri"/>
              </a:rPr>
              <a:t>Used for dynamic memory allocation. Variables allocated on the heap have their memory allocated at run time. You can allocate a block at any time and free it at any time. This makes it much more complex to keep track of which parts of the heap are allocated or free at any given time.</a:t>
            </a:r>
            <a:endParaRPr lang="he-IL"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4268096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4268096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2680960" grpId="0" build="p"/>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7352239" name="Picture 6"/>
          <p:cNvPicPr>
            <a:picLocks noChangeAspect="1"/>
          </p:cNvPicPr>
          <p:nvPr/>
        </p:nvPicPr>
        <p:blipFill rotWithShape="1">
          <a:blip r:embed="rId3"/>
          <a:stretch/>
        </p:blipFill>
        <p:spPr bwMode="auto">
          <a:xfrm>
            <a:off x="1555423" y="659876"/>
            <a:ext cx="9747193" cy="5184017"/>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8826699" name="Title 1"/>
          <p:cNvSpPr>
            <a:spLocks noGrp="1"/>
          </p:cNvSpPr>
          <p:nvPr>
            <p:ph type="title"/>
          </p:nvPr>
        </p:nvSpPr>
        <p:spPr bwMode="auto"/>
        <p:txBody>
          <a:bodyPr/>
          <a:lstStyle/>
          <a:p>
            <a:pPr>
              <a:defRPr/>
            </a:pPr>
            <a:r>
              <a:rPr lang="en-US"/>
              <a:t>Java references</a:t>
            </a:r>
            <a:endParaRPr lang="he-IL"/>
          </a:p>
        </p:txBody>
      </p:sp>
      <p:pic>
        <p:nvPicPr>
          <p:cNvPr id="684666718" name="Content Placeholder 5"/>
          <p:cNvPicPr>
            <a:picLocks noChangeAspect="1" noGrp="1"/>
          </p:cNvPicPr>
          <p:nvPr>
            <p:ph idx="1"/>
          </p:nvPr>
        </p:nvPicPr>
        <p:blipFill rotWithShape="1">
          <a:blip r:embed="rId3"/>
          <a:stretch/>
        </p:blipFill>
        <p:spPr bwMode="auto">
          <a:xfrm>
            <a:off x="998220" y="1690688"/>
            <a:ext cx="5253473" cy="378142"/>
          </a:xfrm>
          <a:prstGeom prst="rect">
            <a:avLst/>
          </a:prstGeom>
        </p:spPr>
      </p:pic>
      <p:sp>
        <p:nvSpPr>
          <p:cNvPr id="1257630392" name="TextBox 6"/>
          <p:cNvSpPr txBox="1"/>
          <p:nvPr/>
        </p:nvSpPr>
        <p:spPr bwMode="auto">
          <a:xfrm>
            <a:off x="998219" y="2231182"/>
            <a:ext cx="9156509" cy="640440"/>
          </a:xfrm>
          <a:prstGeom prst="rect">
            <a:avLst/>
          </a:prstGeom>
          <a:noFill/>
        </p:spPr>
        <p:txBody>
          <a:bodyPr wrap="square" rtlCol="1">
            <a:spAutoFit/>
          </a:bodyPr>
          <a:lstStyle/>
          <a:p>
            <a:pPr>
              <a:defRPr/>
            </a:pPr>
            <a:r>
              <a:rPr lang="en-US" sz="1800" b="0" i="0" u="none" strike="noStrike" cap="none" spc="0">
                <a:solidFill>
                  <a:schemeClr val="tx1"/>
                </a:solidFill>
                <a:latin typeface="Calibri"/>
                <a:ea typeface="Calibri"/>
                <a:cs typeface="Calibri"/>
              </a:rPr>
              <a:t>The actual value of the string s is on the heap; the value of the variable s is the location of this data on the heap.</a:t>
            </a:r>
            <a:endParaRPr lang="he-IL"/>
          </a:p>
        </p:txBody>
      </p:sp>
      <p:pic>
        <p:nvPicPr>
          <p:cNvPr id="1895241922" name="Picture 7"/>
          <p:cNvPicPr>
            <a:picLocks noChangeAspect="1"/>
          </p:cNvPicPr>
          <p:nvPr/>
        </p:nvPicPr>
        <p:blipFill rotWithShape="1">
          <a:blip r:embed="rId4"/>
          <a:stretch/>
        </p:blipFill>
        <p:spPr bwMode="auto">
          <a:xfrm>
            <a:off x="998220" y="3016250"/>
            <a:ext cx="2528088" cy="412749"/>
          </a:xfrm>
          <a:prstGeom prst="rect">
            <a:avLst/>
          </a:prstGeom>
        </p:spPr>
      </p:pic>
      <p:sp>
        <p:nvSpPr>
          <p:cNvPr id="1115679171" name="TextBox 8"/>
          <p:cNvSpPr txBox="1"/>
          <p:nvPr/>
        </p:nvSpPr>
        <p:spPr bwMode="auto">
          <a:xfrm>
            <a:off x="999299" y="3580506"/>
            <a:ext cx="9156509" cy="640440"/>
          </a:xfrm>
          <a:prstGeom prst="rect">
            <a:avLst/>
          </a:prstGeom>
          <a:noFill/>
        </p:spPr>
        <p:txBody>
          <a:bodyPr wrap="square" rtlCol="1">
            <a:spAutoFit/>
          </a:bodyPr>
          <a:lstStyle/>
          <a:p>
            <a:pPr>
              <a:defRPr/>
            </a:pPr>
            <a:r>
              <a:rPr lang="en-US" sz="1800" b="0" i="0" u="none" strike="noStrike" cap="none" spc="0">
                <a:solidFill>
                  <a:schemeClr val="tx1"/>
                </a:solidFill>
                <a:latin typeface="Calibri"/>
                <a:ea typeface="Calibri"/>
                <a:cs typeface="Calibri"/>
              </a:rPr>
              <a:t>Here, the variable s can hold the address of a String object on the heap, but it currently holds a null value.</a:t>
            </a:r>
            <a:endParaRPr lang="he-IL"/>
          </a:p>
        </p:txBody>
      </p:sp>
      <p:pic>
        <p:nvPicPr>
          <p:cNvPr id="832593104" name="Picture 9"/>
          <p:cNvPicPr>
            <a:picLocks noChangeAspect="1"/>
          </p:cNvPicPr>
          <p:nvPr/>
        </p:nvPicPr>
        <p:blipFill rotWithShape="1">
          <a:blip r:embed="rId5"/>
          <a:stretch/>
        </p:blipFill>
        <p:spPr bwMode="auto">
          <a:xfrm>
            <a:off x="998220" y="4378346"/>
            <a:ext cx="2018874" cy="433683"/>
          </a:xfrm>
          <a:prstGeom prst="rect">
            <a:avLst/>
          </a:prstGeom>
        </p:spPr>
      </p:pic>
      <p:sp>
        <p:nvSpPr>
          <p:cNvPr id="2134464230" name="TextBox 12"/>
          <p:cNvSpPr txBox="1"/>
          <p:nvPr/>
        </p:nvSpPr>
        <p:spPr bwMode="auto">
          <a:xfrm>
            <a:off x="998220" y="4963538"/>
            <a:ext cx="9155430" cy="369332"/>
          </a:xfrm>
          <a:prstGeom prst="rect">
            <a:avLst/>
          </a:prstGeom>
          <a:noFill/>
        </p:spPr>
        <p:txBody>
          <a:bodyPr wrap="square" rtlCol="1">
            <a:spAutoFit/>
          </a:bodyPr>
          <a:lstStyle/>
          <a:p>
            <a:pPr>
              <a:defRPr/>
            </a:pPr>
            <a:r>
              <a:rPr lang="en-US"/>
              <a:t>In Java, primitive types are stored in the stack.</a:t>
            </a:r>
            <a:endParaRPr lang="he-IL"/>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46667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763039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52419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156791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3259310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34464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7630392" grpId="0"/>
      <p:bldP spid="1115679171" grpId="0"/>
      <p:bldP spid="2134464230" grpId="0"/>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10766044" name="Title 1"/>
          <p:cNvSpPr>
            <a:spLocks noGrp="1"/>
          </p:cNvSpPr>
          <p:nvPr>
            <p:ph type="title"/>
          </p:nvPr>
        </p:nvSpPr>
        <p:spPr bwMode="auto"/>
        <p:txBody>
          <a:bodyPr/>
          <a:lstStyle/>
          <a:p>
            <a:pPr>
              <a:defRPr/>
            </a:pPr>
            <a:r>
              <a:rPr lang="en-US"/>
              <a:t>C++ Pointers</a:t>
            </a:r>
            <a:endParaRPr lang="he-IL"/>
          </a:p>
        </p:txBody>
      </p:sp>
      <p:sp>
        <p:nvSpPr>
          <p:cNvPr id="1156288687" name="Content Placeholder 2"/>
          <p:cNvSpPr>
            <a:spLocks noGrp="1"/>
          </p:cNvSpPr>
          <p:nvPr>
            <p:ph idx="1"/>
          </p:nvPr>
        </p:nvSpPr>
        <p:spPr bwMode="auto">
          <a:xfrm flipH="0" flipV="0">
            <a:off x="838198" y="1825624"/>
            <a:ext cx="10515600" cy="1928812"/>
          </a:xfrm>
        </p:spPr>
        <p:txBody>
          <a:bodyPr/>
          <a:lstStyle/>
          <a:p>
            <a:pPr>
              <a:defRPr/>
            </a:pPr>
            <a:r>
              <a:rPr lang="en-US"/>
              <a:t>In C++, you have access to actual memory locations via pointers.</a:t>
            </a:r>
            <a:endParaRPr/>
          </a:p>
          <a:p>
            <a:pPr>
              <a:defRPr/>
            </a:pPr>
            <a:r>
              <a:rPr lang="he-IL" sz="2800" b="0" i="0" u="none" strike="noStrike" cap="none" spc="0">
                <a:solidFill>
                  <a:schemeClr val="tx1"/>
                </a:solidFill>
                <a:latin typeface="Calibri"/>
                <a:ea typeface="Calibri"/>
                <a:cs typeface="Calibri"/>
              </a:rPr>
              <a:t>A pointer is a variable that points to another variable, or</a:t>
            </a:r>
            <a:r>
              <a:rPr lang="en-US" sz="2800" b="0" i="0" u="none" strike="noStrike" cap="none" spc="0">
                <a:solidFill>
                  <a:schemeClr val="tx1"/>
                </a:solidFill>
                <a:latin typeface="Calibri"/>
                <a:ea typeface="Calibri"/>
                <a:cs typeface="Calibri"/>
              </a:rPr>
              <a:t>, </a:t>
            </a:r>
            <a:r>
              <a:rPr lang="he-IL" sz="2800" b="0" i="0" u="none" strike="noStrike" cap="none" spc="0">
                <a:solidFill>
                  <a:schemeClr val="tx1"/>
                </a:solidFill>
                <a:latin typeface="Calibri"/>
                <a:ea typeface="Calibri"/>
                <a:cs typeface="Calibri"/>
              </a:rPr>
              <a:t>more precisely, </a:t>
            </a:r>
            <a:r>
              <a:rPr lang="he-IL" sz="2800" b="1" i="0" u="none" strike="noStrike" cap="none" spc="0">
                <a:solidFill>
                  <a:schemeClr val="tx1"/>
                </a:solidFill>
                <a:latin typeface="Calibri"/>
                <a:ea typeface="Calibri"/>
                <a:cs typeface="Calibri"/>
              </a:rPr>
              <a:t>an integer holding a memory address</a:t>
            </a:r>
            <a:r>
              <a:rPr lang="he-IL" sz="2800" b="0" i="0" u="none" strike="noStrike" cap="none" spc="0">
                <a:solidFill>
                  <a:schemeClr val="tx1"/>
                </a:solidFill>
                <a:latin typeface="Calibri"/>
                <a:ea typeface="Calibri"/>
                <a:cs typeface="Calibri"/>
              </a:rPr>
              <a:t>.</a:t>
            </a:r>
            <a:endParaRPr lang="he-IL" sz="2800" b="0" i="0" u="none" strike="noStrike" cap="none" spc="0">
              <a:solidFill>
                <a:schemeClr val="tx1"/>
              </a:solidFill>
              <a:latin typeface="Calibri"/>
              <a:cs typeface="Calibri"/>
            </a:endParaRPr>
          </a:p>
        </p:txBody>
      </p:sp>
      <p:sp>
        <p:nvSpPr>
          <p:cNvPr id="1016515728" name=""/>
          <p:cNvSpPr txBox="1"/>
          <p:nvPr/>
        </p:nvSpPr>
        <p:spPr bwMode="auto">
          <a:xfrm rot="0" flipH="0" flipV="0">
            <a:off x="921384" y="3281319"/>
            <a:ext cx="4648476" cy="1768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283879" indent="-283879">
              <a:buFont typeface="Arial"/>
              <a:buChar char="•"/>
              <a:defRPr/>
            </a:pPr>
            <a:r>
              <a:rPr lang="en-US" sz="2200" b="0" i="0" u="none" strike="noStrike" cap="none" spc="0">
                <a:solidFill>
                  <a:schemeClr val="tx1"/>
                </a:solidFill>
                <a:latin typeface="+mn-lt"/>
                <a:ea typeface="+mn-ea"/>
                <a:cs typeface="+mn-cs"/>
              </a:rPr>
              <a:t>Declaring a pointer is done with using the operator * </a:t>
            </a:r>
            <a:r>
              <a:rPr lang="en-US" sz="2200" b="1" i="0" u="none" strike="noStrike" cap="none" spc="0">
                <a:solidFill>
                  <a:schemeClr val="tx1"/>
                </a:solidFill>
                <a:latin typeface="Calibri"/>
                <a:ea typeface="Arial"/>
                <a:cs typeface="Arial"/>
              </a:rPr>
              <a:t>before </a:t>
            </a:r>
            <a:r>
              <a:rPr lang="en-US" sz="2200" b="0" i="0" u="none" strike="noStrike" cap="none" spc="0">
                <a:solidFill>
                  <a:schemeClr val="tx1"/>
                </a:solidFill>
                <a:latin typeface="Calibri"/>
                <a:ea typeface="Arial"/>
                <a:cs typeface="Arial"/>
              </a:rPr>
              <a:t>the name of the variable.</a:t>
            </a:r>
            <a:endParaRPr sz="2200"/>
          </a:p>
          <a:p>
            <a:pPr marL="283878" indent="-283878">
              <a:buFont typeface="Arial"/>
              <a:buChar char="•"/>
              <a:defRPr/>
            </a:pPr>
            <a:r>
              <a:rPr lang="en-US" sz="2200" b="0" i="0" u="none" strike="noStrike" cap="none" spc="0">
                <a:solidFill>
                  <a:schemeClr val="tx1"/>
                </a:solidFill>
                <a:latin typeface="Calibri"/>
                <a:ea typeface="Arial"/>
                <a:cs typeface="Arial"/>
              </a:rPr>
              <a:t>Accessing the address of a variable is done using the operator</a:t>
            </a:r>
            <a:r>
              <a:rPr lang="en-US" sz="2200" b="0" i="0" u="none" strike="noStrike" cap="none" spc="0">
                <a:solidFill>
                  <a:schemeClr val="tx1"/>
                </a:solidFill>
                <a:latin typeface="Calibri"/>
                <a:ea typeface="Arial"/>
                <a:cs typeface="Arial"/>
              </a:rPr>
              <a:t> ‘&amp;’</a:t>
            </a:r>
            <a:r>
              <a:rPr lang="en-US" sz="2200"/>
              <a:t>.</a:t>
            </a:r>
            <a:endParaRPr sz="2200"/>
          </a:p>
        </p:txBody>
      </p:sp>
      <p:sp>
        <p:nvSpPr>
          <p:cNvPr id="691598327" name=""/>
          <p:cNvSpPr txBox="1"/>
          <p:nvPr/>
        </p:nvSpPr>
        <p:spPr bwMode="auto">
          <a:xfrm rot="0" flipH="0" flipV="0">
            <a:off x="5088135" y="3778249"/>
            <a:ext cx="5573818"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1909940834" name=""/>
          <p:cNvSpPr/>
          <p:nvPr/>
        </p:nvSpPr>
        <p:spPr bwMode="auto">
          <a:xfrm flipH="0" flipV="0">
            <a:off x="5901628" y="3340665"/>
            <a:ext cx="2518589" cy="18901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i = </a:t>
            </a:r>
            <a:r>
              <a:rPr sz="2000" b="0" i="0" u="none">
                <a:solidFill>
                  <a:srgbClr val="008080"/>
                </a:solidFill>
                <a:latin typeface="Arial"/>
                <a:ea typeface="Arial"/>
                <a:cs typeface="Arial"/>
              </a:rPr>
              <a:t>2</a:t>
            </a:r>
            <a:r>
              <a:rPr sz="2000" b="0" i="0" u="none">
                <a:solidFill>
                  <a:srgbClr val="333333"/>
                </a:solidFill>
                <a:latin typeface="Arial"/>
                <a:ea typeface="Arial"/>
                <a:cs typeface="Arial"/>
              </a:rPr>
              <a:t>;</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pi = &amp;i;</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i &lt;&lt; endl;</a:t>
            </a:r>
            <a:endParaRPr/>
          </a:p>
          <a:p>
            <a:pPr>
              <a:defRPr/>
            </a:pPr>
            <a:r>
              <a:rPr sz="2000" b="0" i="0" u="none">
                <a:solidFill>
                  <a:srgbClr val="333333"/>
                </a:solidFill>
                <a:latin typeface="Arial"/>
                <a:ea typeface="Arial"/>
                <a:cs typeface="Arial"/>
              </a:rPr>
              <a:t>cout &lt;&lt; pi &lt;&lt; endl;</a:t>
            </a:r>
            <a:endParaRPr/>
          </a:p>
          <a:p>
            <a:pPr>
              <a:defRPr/>
            </a:pPr>
            <a:r>
              <a:rPr sz="2000" b="0" i="0" u="none">
                <a:solidFill>
                  <a:srgbClr val="333333"/>
                </a:solidFill>
                <a:latin typeface="Arial"/>
                <a:ea typeface="Arial"/>
                <a:cs typeface="Arial"/>
              </a:rPr>
              <a:t>cout &lt;&lt; *pi &lt;&lt; endl;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62886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5628868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562886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6288687"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082931188" name="Title 1"/>
          <p:cNvSpPr>
            <a:spLocks noGrp="1"/>
          </p:cNvSpPr>
          <p:nvPr>
            <p:ph type="title"/>
          </p:nvPr>
        </p:nvSpPr>
        <p:spPr bwMode="auto"/>
        <p:txBody>
          <a:bodyPr/>
          <a:lstStyle/>
          <a:p>
            <a:pPr>
              <a:defRPr/>
            </a:pPr>
            <a:r>
              <a:rPr lang="en-US"/>
              <a:t>C++ Pointers</a:t>
            </a:r>
            <a:endParaRPr lang="he-IL"/>
          </a:p>
        </p:txBody>
      </p:sp>
      <p:sp>
        <p:nvSpPr>
          <p:cNvPr id="625859037" name="Content Placeholder 2"/>
          <p:cNvSpPr>
            <a:spLocks noGrp="1"/>
          </p:cNvSpPr>
          <p:nvPr>
            <p:ph idx="1"/>
          </p:nvPr>
        </p:nvSpPr>
        <p:spPr bwMode="auto"/>
        <p:txBody>
          <a:bodyPr/>
          <a:lstStyle/>
          <a:p>
            <a:pPr>
              <a:defRPr/>
            </a:pPr>
            <a:r>
              <a:rPr lang="en-US"/>
              <a:t>The null value in C++ is the number 0. (Memory address 0)</a:t>
            </a:r>
            <a:endParaRPr/>
          </a:p>
          <a:p>
            <a:pPr>
              <a:defRPr/>
            </a:pPr>
            <a:r>
              <a:rPr lang="en-US"/>
              <a:t>You can (but usually shouldn’t) assign an integer value to a pointer.</a:t>
            </a:r>
            <a:endParaRPr/>
          </a:p>
          <a:p>
            <a:pPr>
              <a:defRPr/>
            </a:pPr>
            <a:r>
              <a:rPr lang="en-US"/>
              <a:t>When appearing before a pointer, the ‘*’ operator means – access the value in this address.</a:t>
            </a:r>
            <a:endParaRPr lang="en-US"/>
          </a:p>
        </p:txBody>
      </p:sp>
      <p:sp>
        <p:nvSpPr>
          <p:cNvPr id="1526294236" name=""/>
          <p:cNvSpPr txBox="1"/>
          <p:nvPr/>
        </p:nvSpPr>
        <p:spPr bwMode="auto">
          <a:xfrm rot="0" flipH="0" flipV="0">
            <a:off x="5728289" y="4346292"/>
            <a:ext cx="4697080" cy="10061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 = (</a:t>
            </a:r>
            <a:r>
              <a:rPr sz="2000" b="1" i="0" u="none">
                <a:solidFill>
                  <a:srgbClr val="445588"/>
                </a:solidFill>
                <a:latin typeface="Arial"/>
                <a:ea typeface="Arial"/>
                <a:cs typeface="Arial"/>
              </a:rPr>
              <a:t>int</a:t>
            </a:r>
            <a:r>
              <a:rPr sz="2000" b="0" i="0" u="none">
                <a:solidFill>
                  <a:srgbClr val="333333"/>
                </a:solidFill>
                <a:latin typeface="Arial"/>
                <a:ea typeface="Arial"/>
                <a:cs typeface="Arial"/>
              </a:rPr>
              <a:t>*)</a:t>
            </a:r>
            <a:r>
              <a:rPr sz="2000" b="0" i="0" u="none">
                <a:solidFill>
                  <a:srgbClr val="008080"/>
                </a:solidFill>
                <a:latin typeface="Arial"/>
                <a:ea typeface="Arial"/>
                <a:cs typeface="Arial"/>
              </a:rPr>
              <a:t>22222</a:t>
            </a:r>
            <a:r>
              <a:rPr sz="2000" b="0" i="0" u="none">
                <a:solidFill>
                  <a:srgbClr val="333333"/>
                </a:solidFill>
                <a:latin typeface="Arial"/>
                <a:ea typeface="Arial"/>
                <a:cs typeface="Arial"/>
              </a:rPr>
              <a:t>;</a:t>
            </a:r>
            <a:endParaRPr sz="2000"/>
          </a:p>
          <a:p>
            <a:pPr algn="l">
              <a:defRPr/>
            </a:pPr>
            <a:r>
              <a:rPr sz="2000" b="0" i="0" u="none">
                <a:solidFill>
                  <a:srgbClr val="333333"/>
                </a:solidFill>
                <a:latin typeface="Arial"/>
                <a:ea typeface="Arial"/>
                <a:cs typeface="Arial"/>
              </a:rPr>
              <a:t>cout &lt;&lt; p &lt;&lt; endl;</a:t>
            </a:r>
            <a:endParaRPr sz="2000"/>
          </a:p>
          <a:p>
            <a:pPr algn="l">
              <a:defRPr/>
            </a:pPr>
            <a:r>
              <a:rPr sz="2000" b="0" i="1" u="none">
                <a:solidFill>
                  <a:srgbClr val="999988"/>
                </a:solidFill>
                <a:latin typeface="Arial"/>
                <a:ea typeface="Arial"/>
                <a:cs typeface="Arial"/>
              </a:rPr>
              <a:t>// cout &lt;&lt; *p &lt;&lt; endl; //</a:t>
            </a:r>
            <a:r>
              <a:rPr lang="en-US" sz="2000" b="0" i="1" u="none">
                <a:solidFill>
                  <a:srgbClr val="999988"/>
                </a:solidFill>
                <a:latin typeface="Arial"/>
                <a:ea typeface="Arial"/>
                <a:cs typeface="Arial"/>
              </a:rPr>
              <a:t>might </a:t>
            </a:r>
            <a:r>
              <a:rPr sz="2000" b="0" i="1" u="none">
                <a:solidFill>
                  <a:srgbClr val="999988"/>
                </a:solidFill>
                <a:latin typeface="Arial"/>
                <a:ea typeface="Arial"/>
                <a:cs typeface="Arial"/>
              </a:rPr>
              <a:t>crash</a:t>
            </a:r>
            <a:endParaRPr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2585903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585903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2585903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5859037">
                                            <p:txEl>
                                              <p:pRg st="6" end="6"/>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6294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859037"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87691426" name="Title 1"/>
          <p:cNvSpPr>
            <a:spLocks noGrp="1"/>
          </p:cNvSpPr>
          <p:nvPr>
            <p:ph type="title"/>
          </p:nvPr>
        </p:nvSpPr>
        <p:spPr bwMode="auto"/>
        <p:txBody>
          <a:bodyPr/>
          <a:lstStyle/>
          <a:p>
            <a:pPr>
              <a:defRPr/>
            </a:pPr>
            <a:r>
              <a:rPr lang="en-US"/>
              <a:t>C++ pointers (</a:t>
            </a:r>
            <a:r>
              <a:rPr lang="en-US"/>
              <a:t>cont</a:t>
            </a:r>
            <a:r>
              <a:rPr lang="en-US"/>
              <a:t>)</a:t>
            </a:r>
            <a:endParaRPr lang="he-IL"/>
          </a:p>
        </p:txBody>
      </p:sp>
      <p:sp>
        <p:nvSpPr>
          <p:cNvPr id="963070495" name="Content Placeholder 2"/>
          <p:cNvSpPr>
            <a:spLocks noGrp="1"/>
          </p:cNvSpPr>
          <p:nvPr>
            <p:ph idx="1"/>
          </p:nvPr>
        </p:nvSpPr>
        <p:spPr bwMode="auto"/>
        <p:txBody>
          <a:bodyPr/>
          <a:lstStyle/>
          <a:p>
            <a:pPr>
              <a:defRPr/>
            </a:pPr>
            <a:r>
              <a:rPr lang="en-US"/>
              <a:t>You can also compare the value of pointers</a:t>
            </a:r>
            <a:endParaRPr/>
          </a:p>
        </p:txBody>
      </p:sp>
      <p:sp>
        <p:nvSpPr>
          <p:cNvPr id="846623783" name=""/>
          <p:cNvSpPr/>
          <p:nvPr/>
        </p:nvSpPr>
        <p:spPr bwMode="auto">
          <a:xfrm>
            <a:off x="1159394" y="2823802"/>
            <a:ext cx="7293380" cy="33531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j = </a:t>
            </a:r>
            <a:r>
              <a:rPr sz="2000" b="0" i="0" u="none">
                <a:solidFill>
                  <a:srgbClr val="008080"/>
                </a:solidFill>
                <a:latin typeface="Arial"/>
                <a:ea typeface="Arial"/>
                <a:cs typeface="Arial"/>
              </a:rPr>
              <a:t>5</a:t>
            </a:r>
            <a:r>
              <a:rPr sz="2000" b="0" i="0" u="none">
                <a:solidFill>
                  <a:srgbClr val="333333"/>
                </a:solidFill>
                <a:latin typeface="Arial"/>
                <a:ea typeface="Arial"/>
                <a:cs typeface="Arial"/>
              </a:rPr>
              <a:t>;</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i = </a:t>
            </a:r>
            <a:r>
              <a:rPr sz="2000" b="0" i="0" u="none">
                <a:solidFill>
                  <a:srgbClr val="008080"/>
                </a:solidFill>
                <a:latin typeface="Arial"/>
                <a:ea typeface="Arial"/>
                <a:cs typeface="Arial"/>
              </a:rPr>
              <a:t>5</a:t>
            </a:r>
            <a:r>
              <a:rPr sz="2000" b="0" i="0" u="none">
                <a:solidFill>
                  <a:srgbClr val="333333"/>
                </a:solidFill>
                <a:latin typeface="Arial"/>
                <a:ea typeface="Arial"/>
                <a:cs typeface="Arial"/>
              </a:rPr>
              <a:t>;</a:t>
            </a:r>
            <a:endParaRPr/>
          </a:p>
          <a:p>
            <a:pPr>
              <a:defRPr/>
            </a:pPr>
            <a:r>
              <a:rPr sz="2000" b="0" i="0" u="none">
                <a:solidFill>
                  <a:srgbClr val="333333"/>
                </a:solidFill>
                <a:latin typeface="Arial"/>
                <a:ea typeface="Arial"/>
                <a:cs typeface="Arial"/>
              </a:rPr>
              <a:t> </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*p_j = &amp;j;   </a:t>
            </a:r>
            <a:r>
              <a:rPr sz="2000" b="0" i="1" u="none">
                <a:solidFill>
                  <a:srgbClr val="999988"/>
                </a:solidFill>
                <a:latin typeface="Arial"/>
                <a:ea typeface="Arial"/>
                <a:cs typeface="Arial"/>
              </a:rPr>
              <a:t>// p_j value is the address of the variable j</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*p_j2 = &amp;j;  </a:t>
            </a:r>
            <a:r>
              <a:rPr sz="2000" b="0" i="1" u="none">
                <a:solidFill>
                  <a:srgbClr val="999988"/>
                </a:solidFill>
                <a:latin typeface="Arial"/>
                <a:ea typeface="Arial"/>
                <a:cs typeface="Arial"/>
              </a:rPr>
              <a:t>// p_j2 value is the address of the variable j also</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*p_i = &amp;i;   </a:t>
            </a:r>
            <a:r>
              <a:rPr sz="2000" b="0" i="1" u="none">
                <a:solidFill>
                  <a:srgbClr val="999988"/>
                </a:solidFill>
                <a:latin typeface="Arial"/>
                <a:ea typeface="Arial"/>
                <a:cs typeface="Arial"/>
              </a:rPr>
              <a:t>// p_i value is the address of variable i</a:t>
            </a:r>
            <a:endParaRPr/>
          </a:p>
          <a:p>
            <a:pPr>
              <a:defRPr/>
            </a:pPr>
            <a:r>
              <a:rPr sz="2000" b="0" i="0" u="none">
                <a:solidFill>
                  <a:srgbClr val="333333"/>
                </a:solidFill>
                <a:latin typeface="Arial"/>
                <a:ea typeface="Arial"/>
                <a:cs typeface="Arial"/>
              </a:rPr>
              <a:t> </a:t>
            </a:r>
            <a:endParaRPr/>
          </a:p>
          <a:p>
            <a:pPr>
              <a:defRPr/>
            </a:pPr>
            <a:r>
              <a:rPr sz="2000" b="1" i="0" u="none">
                <a:solidFill>
                  <a:srgbClr val="333333"/>
                </a:solidFill>
                <a:latin typeface="Arial"/>
                <a:ea typeface="Arial"/>
                <a:cs typeface="Arial"/>
              </a:rPr>
              <a:t>if</a:t>
            </a:r>
            <a:r>
              <a:rPr sz="2000" b="0" i="0" u="none">
                <a:solidFill>
                  <a:srgbClr val="333333"/>
                </a:solidFill>
                <a:latin typeface="Arial"/>
                <a:ea typeface="Arial"/>
                <a:cs typeface="Arial"/>
              </a:rPr>
              <a:t> (p_j == p_j2) { cout &lt;&lt; </a:t>
            </a:r>
            <a:r>
              <a:rPr sz="2000" b="0" i="0" u="none">
                <a:solidFill>
                  <a:srgbClr val="DD1144"/>
                </a:solidFill>
                <a:latin typeface="Arial"/>
                <a:ea typeface="Arial"/>
                <a:cs typeface="Arial"/>
              </a:rPr>
              <a:t>"1"</a:t>
            </a:r>
            <a:r>
              <a:rPr sz="2000" b="0" i="0" u="none">
                <a:solidFill>
                  <a:srgbClr val="333333"/>
                </a:solidFill>
                <a:latin typeface="Arial"/>
                <a:ea typeface="Arial"/>
                <a:cs typeface="Arial"/>
              </a:rPr>
              <a:t> &lt;&lt; endl; }</a:t>
            </a:r>
            <a:endParaRPr/>
          </a:p>
          <a:p>
            <a:pPr>
              <a:defRPr/>
            </a:pPr>
            <a:r>
              <a:rPr sz="2000" b="1" i="0" u="none">
                <a:solidFill>
                  <a:srgbClr val="333333"/>
                </a:solidFill>
                <a:latin typeface="Arial"/>
                <a:ea typeface="Arial"/>
                <a:cs typeface="Arial"/>
              </a:rPr>
              <a:t>if</a:t>
            </a:r>
            <a:r>
              <a:rPr sz="2000" b="0" i="0" u="none">
                <a:solidFill>
                  <a:srgbClr val="333333"/>
                </a:solidFill>
                <a:latin typeface="Arial"/>
                <a:ea typeface="Arial"/>
                <a:cs typeface="Arial"/>
              </a:rPr>
              <a:t> (p_j == p_i)  { cout &lt;&lt; </a:t>
            </a:r>
            <a:r>
              <a:rPr sz="2000" b="0" i="0" u="none">
                <a:solidFill>
                  <a:srgbClr val="DD1144"/>
                </a:solidFill>
                <a:latin typeface="Arial"/>
                <a:ea typeface="Arial"/>
                <a:cs typeface="Arial"/>
              </a:rPr>
              <a:t>"2"</a:t>
            </a:r>
            <a:r>
              <a:rPr sz="2000" b="0" i="0" u="none">
                <a:solidFill>
                  <a:srgbClr val="333333"/>
                </a:solidFill>
                <a:latin typeface="Arial"/>
                <a:ea typeface="Arial"/>
                <a:cs typeface="Arial"/>
              </a:rPr>
              <a:t> &lt;&lt; endl; }</a:t>
            </a:r>
            <a:endParaRPr/>
          </a:p>
          <a:p>
            <a:pPr>
              <a:defRPr/>
            </a:pPr>
            <a:r>
              <a:rPr sz="2000" b="1" i="0" u="none">
                <a:solidFill>
                  <a:srgbClr val="333333"/>
                </a:solidFill>
                <a:latin typeface="Arial"/>
                <a:ea typeface="Arial"/>
                <a:cs typeface="Arial"/>
              </a:rPr>
              <a:t>if</a:t>
            </a:r>
            <a:r>
              <a:rPr sz="2000" b="0" i="0" u="none">
                <a:solidFill>
                  <a:srgbClr val="333333"/>
                </a:solidFill>
                <a:latin typeface="Arial"/>
                <a:ea typeface="Arial"/>
                <a:cs typeface="Arial"/>
              </a:rPr>
              <a:t> (*p_j == *p_i){ cout &lt;&lt; </a:t>
            </a:r>
            <a:r>
              <a:rPr sz="2000" b="0" i="0" u="none">
                <a:solidFill>
                  <a:srgbClr val="DD1144"/>
                </a:solidFill>
                <a:latin typeface="Arial"/>
                <a:ea typeface="Arial"/>
                <a:cs typeface="Arial"/>
              </a:rPr>
              <a:t>"3"</a:t>
            </a:r>
            <a:r>
              <a:rPr sz="2000" b="0" i="0" u="none">
                <a:solidFill>
                  <a:srgbClr val="333333"/>
                </a:solidFill>
                <a:latin typeface="Arial"/>
                <a:ea typeface="Arial"/>
                <a:cs typeface="Arial"/>
              </a:rPr>
              <a:t> &lt;&lt; endl; }</a:t>
            </a:r>
            <a:endParaRPr/>
          </a:p>
          <a:p>
            <a:pPr>
              <a:defRPr/>
            </a:pPr>
            <a:r>
              <a:rPr sz="2000" b="0" i="0" u="none">
                <a:solidFill>
                  <a:srgbClr val="333333"/>
                </a:solidFill>
                <a:latin typeface="Arial"/>
                <a:ea typeface="Arial"/>
                <a:cs typeface="Aria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3070495">
                                            <p:txEl>
                                              <p:pRg st="0" end="0"/>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66237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3070495" grpId="0" build="p"/>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8181509" name="Title 1"/>
          <p:cNvSpPr>
            <a:spLocks noGrp="1"/>
          </p:cNvSpPr>
          <p:nvPr>
            <p:ph type="title"/>
          </p:nvPr>
        </p:nvSpPr>
        <p:spPr bwMode="auto"/>
        <p:txBody>
          <a:bodyPr/>
          <a:lstStyle/>
          <a:p>
            <a:pPr>
              <a:defRPr/>
            </a:pPr>
            <a:r>
              <a:rPr lang="en-US"/>
              <a:t>Pointers to Pointers</a:t>
            </a:r>
            <a:endParaRPr lang="he-IL"/>
          </a:p>
        </p:txBody>
      </p:sp>
      <p:sp>
        <p:nvSpPr>
          <p:cNvPr id="551201893" name=""/>
          <p:cNvSpPr/>
          <p:nvPr/>
        </p:nvSpPr>
        <p:spPr bwMode="auto">
          <a:xfrm flipH="0" flipV="0">
            <a:off x="1154026" y="1690686"/>
            <a:ext cx="6806363" cy="335315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num = </a:t>
            </a:r>
            <a:r>
              <a:rPr sz="2000" b="0" i="0" u="none">
                <a:solidFill>
                  <a:srgbClr val="008080"/>
                </a:solidFill>
                <a:latin typeface="Arial"/>
                <a:ea typeface="Arial"/>
                <a:cs typeface="Arial"/>
              </a:rPr>
              <a:t>5</a:t>
            </a:r>
            <a:r>
              <a:rPr sz="2000" b="0" i="0" u="none">
                <a:solidFill>
                  <a:srgbClr val="333333"/>
                </a:solidFill>
                <a:latin typeface="Arial"/>
                <a:ea typeface="Arial"/>
                <a:cs typeface="Arial"/>
              </a:rPr>
              <a:t>;</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*x = &amp;num;</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**y = &amp;x;</a:t>
            </a:r>
            <a:endParaRPr/>
          </a:p>
          <a:p>
            <a:pPr>
              <a:defRPr/>
            </a:pPr>
            <a:r>
              <a:rPr sz="2000" b="0" i="0" u="none">
                <a:solidFill>
                  <a:srgbClr val="333333"/>
                </a:solidFill>
                <a:latin typeface="Arial"/>
                <a:ea typeface="Arial"/>
                <a:cs typeface="Arial"/>
              </a:rPr>
              <a:t> </a:t>
            </a:r>
            <a:endParaRPr/>
          </a:p>
          <a:p>
            <a:pPr>
              <a:defRPr/>
            </a:pPr>
            <a:r>
              <a:rPr sz="2000" b="1" i="0" u="none">
                <a:solidFill>
                  <a:srgbClr val="445588"/>
                </a:solidFill>
                <a:latin typeface="Arial"/>
                <a:ea typeface="Arial"/>
                <a:cs typeface="Arial"/>
              </a:rPr>
              <a:t>double</a:t>
            </a:r>
            <a:r>
              <a:rPr sz="2000" b="0" i="0" u="none">
                <a:solidFill>
                  <a:srgbClr val="333333"/>
                </a:solidFill>
                <a:latin typeface="Arial"/>
                <a:ea typeface="Arial"/>
                <a:cs typeface="Arial"/>
              </a:rPr>
              <a:t> num2 = </a:t>
            </a:r>
            <a:r>
              <a:rPr sz="2000" b="0" i="0" u="none">
                <a:solidFill>
                  <a:srgbClr val="008080"/>
                </a:solidFill>
                <a:latin typeface="Arial"/>
                <a:ea typeface="Arial"/>
                <a:cs typeface="Arial"/>
              </a:rPr>
              <a:t>2.5</a:t>
            </a:r>
            <a:r>
              <a:rPr sz="2000" b="0" i="0" u="none">
                <a:solidFill>
                  <a:srgbClr val="333333"/>
                </a:solidFill>
                <a:latin typeface="Arial"/>
                <a:ea typeface="Arial"/>
                <a:cs typeface="Arial"/>
              </a:rPr>
              <a:t>;</a:t>
            </a:r>
            <a:endParaRPr/>
          </a:p>
          <a:p>
            <a:pPr>
              <a:defRPr/>
            </a:pPr>
            <a:r>
              <a:rPr sz="2000" b="1" i="0" u="none">
                <a:solidFill>
                  <a:srgbClr val="445588"/>
                </a:solidFill>
                <a:latin typeface="Arial"/>
                <a:ea typeface="Arial"/>
                <a:cs typeface="Arial"/>
              </a:rPr>
              <a:t>double</a:t>
            </a:r>
            <a:r>
              <a:rPr sz="2000" b="0" i="0" u="none">
                <a:solidFill>
                  <a:srgbClr val="333333"/>
                </a:solidFill>
                <a:latin typeface="Arial"/>
                <a:ea typeface="Arial"/>
                <a:cs typeface="Arial"/>
              </a:rPr>
              <a:t>* z = &amp;num2;</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y &lt;&lt; endl;   </a:t>
            </a:r>
            <a:r>
              <a:rPr sz="2000" b="0" i="1" u="none">
                <a:solidFill>
                  <a:srgbClr val="999988"/>
                </a:solidFill>
                <a:latin typeface="Arial"/>
                <a:ea typeface="Arial"/>
                <a:cs typeface="Arial"/>
              </a:rPr>
              <a:t>// this is the memory location of x</a:t>
            </a:r>
            <a:endParaRPr/>
          </a:p>
          <a:p>
            <a:pPr>
              <a:defRPr/>
            </a:pPr>
            <a:r>
              <a:rPr sz="2000" b="0" i="0" u="none">
                <a:solidFill>
                  <a:srgbClr val="333333"/>
                </a:solidFill>
                <a:latin typeface="Arial"/>
                <a:ea typeface="Arial"/>
                <a:cs typeface="Arial"/>
              </a:rPr>
              <a:t>cout &lt;&lt; *y &lt;&lt; endl;  </a:t>
            </a:r>
            <a:r>
              <a:rPr sz="2000" b="0" i="1" u="none">
                <a:solidFill>
                  <a:srgbClr val="999988"/>
                </a:solidFill>
                <a:latin typeface="Arial"/>
                <a:ea typeface="Arial"/>
                <a:cs typeface="Arial"/>
              </a:rPr>
              <a:t>// this is the memory location of num</a:t>
            </a:r>
            <a:endParaRPr/>
          </a:p>
          <a:p>
            <a:pPr>
              <a:defRPr/>
            </a:pPr>
            <a:r>
              <a:rPr sz="2000" b="0" i="0" u="none">
                <a:solidFill>
                  <a:srgbClr val="333333"/>
                </a:solidFill>
                <a:latin typeface="Arial"/>
                <a:ea typeface="Arial"/>
                <a:cs typeface="Arial"/>
              </a:rPr>
              <a:t>cout &lt;&lt; **y &lt;&lt; endl; </a:t>
            </a:r>
            <a:r>
              <a:rPr sz="2000" b="0" i="1" u="none">
                <a:solidFill>
                  <a:srgbClr val="999988"/>
                </a:solidFill>
                <a:latin typeface="Arial"/>
                <a:ea typeface="Arial"/>
                <a:cs typeface="Arial"/>
              </a:rPr>
              <a:t>// 5</a:t>
            </a:r>
            <a:endParaRPr/>
          </a:p>
          <a:p>
            <a:pPr>
              <a:defRPr/>
            </a:pPr>
            <a:r>
              <a:rPr sz="2000" b="0" i="0" u="none">
                <a:solidFill>
                  <a:srgbClr val="333333"/>
                </a:solidFill>
                <a:latin typeface="Arial"/>
                <a:ea typeface="Arial"/>
                <a:cs typeface="Aria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75464622" name="Title 1"/>
          <p:cNvSpPr>
            <a:spLocks noGrp="1"/>
          </p:cNvSpPr>
          <p:nvPr>
            <p:ph type="title"/>
          </p:nvPr>
        </p:nvSpPr>
        <p:spPr bwMode="auto"/>
        <p:txBody>
          <a:bodyPr/>
          <a:lstStyle/>
          <a:p>
            <a:pPr>
              <a:defRPr/>
            </a:pPr>
            <a:r>
              <a:rPr lang="en-US"/>
              <a:t>Pointers to pointers (</a:t>
            </a:r>
            <a:r>
              <a:rPr lang="en-US"/>
              <a:t>cont</a:t>
            </a:r>
            <a:r>
              <a:rPr lang="en-US"/>
              <a:t>)</a:t>
            </a:r>
            <a:endParaRPr lang="he-IL"/>
          </a:p>
        </p:txBody>
      </p:sp>
      <p:pic>
        <p:nvPicPr>
          <p:cNvPr id="1138795389" name="Content Placeholder 8"/>
          <p:cNvPicPr>
            <a:picLocks noChangeAspect="1" noGrp="1"/>
          </p:cNvPicPr>
          <p:nvPr>
            <p:ph idx="1"/>
          </p:nvPr>
        </p:nvPicPr>
        <p:blipFill rotWithShape="1">
          <a:blip r:embed="rId3"/>
          <a:stretch/>
        </p:blipFill>
        <p:spPr bwMode="auto">
          <a:xfrm>
            <a:off x="928608" y="1345564"/>
            <a:ext cx="6500153" cy="4598035"/>
          </a:xfrm>
        </p:spPr>
      </p:pic>
      <p:pic>
        <p:nvPicPr>
          <p:cNvPr id="754797195" name="Picture 10"/>
          <p:cNvPicPr>
            <a:picLocks noChangeAspect="1"/>
          </p:cNvPicPr>
          <p:nvPr/>
        </p:nvPicPr>
        <p:blipFill rotWithShape="1">
          <a:blip r:embed="rId4"/>
          <a:stretch/>
        </p:blipFill>
        <p:spPr bwMode="auto">
          <a:xfrm>
            <a:off x="7284596" y="2494959"/>
            <a:ext cx="2857748" cy="264436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851642"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Pointers to Pointers</a:t>
            </a:r>
            <a:endParaRPr sz="4400"/>
          </a:p>
          <a:p>
            <a:pPr>
              <a:defRPr/>
            </a:pPr>
            <a:endParaRPr/>
          </a:p>
        </p:txBody>
      </p:sp>
      <p:sp>
        <p:nvSpPr>
          <p:cNvPr id="374635185"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65000" lnSpcReduction="7000"/>
          </a:bodyPr>
          <a:lstStyle/>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i = </a:t>
            </a:r>
            <a:r>
              <a:rPr sz="2800" b="0" i="0" u="none">
                <a:solidFill>
                  <a:srgbClr val="008080"/>
                </a:solidFill>
                <a:latin typeface="Arial"/>
                <a:ea typeface="Arial"/>
                <a:cs typeface="Arial"/>
              </a:rPr>
              <a:t>2</a:t>
            </a:r>
            <a:r>
              <a:rPr sz="2800" b="0" i="0" u="none">
                <a:solidFill>
                  <a:srgbClr val="333333"/>
                </a:solidFill>
                <a:latin typeface="Arial"/>
                <a:ea typeface="Arial"/>
                <a:cs typeface="Arial"/>
              </a:rPr>
              <a:t>;</a:t>
            </a:r>
            <a:endParaRPr/>
          </a:p>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pi = &amp;i;</a:t>
            </a:r>
            <a:endParaRPr/>
          </a:p>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ppi = &amp;pi;</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cout &lt;&lt; &amp;i &lt;&lt; endl;</a:t>
            </a:r>
            <a:endParaRPr/>
          </a:p>
          <a:p>
            <a:pPr marL="0" indent="0">
              <a:buFont typeface="Arial"/>
              <a:buNone/>
              <a:defRPr/>
            </a:pPr>
            <a:r>
              <a:rPr sz="2800" b="0" i="0" u="none">
                <a:solidFill>
                  <a:srgbClr val="333333"/>
                </a:solidFill>
                <a:latin typeface="Arial"/>
                <a:ea typeface="Arial"/>
                <a:cs typeface="Arial"/>
              </a:rPr>
              <a:t>cout &lt;&lt; &amp;pi &lt;&lt; endl;</a:t>
            </a:r>
            <a:endParaRPr/>
          </a:p>
          <a:p>
            <a:pPr marL="0" indent="0">
              <a:buFont typeface="Arial"/>
              <a:buNone/>
              <a:defRPr/>
            </a:pPr>
            <a:r>
              <a:rPr sz="2800" b="0" i="0" u="none">
                <a:solidFill>
                  <a:srgbClr val="333333"/>
                </a:solidFill>
                <a:latin typeface="Arial"/>
                <a:ea typeface="Arial"/>
                <a:cs typeface="Arial"/>
              </a:rPr>
              <a:t>cout &lt;&lt; &amp;ppi &lt;&lt; endl;</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cout &lt;&lt; i &lt;&lt; endl;</a:t>
            </a:r>
            <a:endParaRPr/>
          </a:p>
          <a:p>
            <a:pPr marL="0" indent="0">
              <a:buFont typeface="Arial"/>
              <a:buNone/>
              <a:defRPr/>
            </a:pPr>
            <a:r>
              <a:rPr sz="2800" b="0" i="0" u="none">
                <a:solidFill>
                  <a:srgbClr val="333333"/>
                </a:solidFill>
                <a:latin typeface="Arial"/>
                <a:ea typeface="Arial"/>
                <a:cs typeface="Arial"/>
              </a:rPr>
              <a:t>cout &lt;&lt; *pi &lt;&lt; endl;</a:t>
            </a:r>
            <a:endParaRPr/>
          </a:p>
          <a:p>
            <a:pPr marL="0" indent="0">
              <a:buFont typeface="Arial"/>
              <a:buNone/>
              <a:defRPr/>
            </a:pPr>
            <a:r>
              <a:rPr sz="2800" b="0" i="0" u="none">
                <a:solidFill>
                  <a:srgbClr val="333333"/>
                </a:solidFill>
                <a:latin typeface="Arial"/>
                <a:ea typeface="Arial"/>
                <a:cs typeface="Arial"/>
              </a:rPr>
              <a:t>cout &lt;&lt; *ppi &lt;&lt; endl;</a:t>
            </a:r>
            <a:endParaRPr/>
          </a:p>
          <a:p>
            <a:pPr marL="0" indent="0">
              <a:buFont typeface="Arial"/>
              <a:buNone/>
              <a:defRPr/>
            </a:pPr>
            <a:r>
              <a:rPr sz="2800" b="0" i="0" u="none">
                <a:solidFill>
                  <a:srgbClr val="333333"/>
                </a:solidFill>
                <a:latin typeface="Arial"/>
                <a:ea typeface="Arial"/>
                <a:cs typeface="Arial"/>
              </a:rPr>
              <a:t>cout &lt;&lt; **ppi &lt;&lt; endl;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88660246" name="Title 1"/>
          <p:cNvSpPr>
            <a:spLocks noGrp="1"/>
          </p:cNvSpPr>
          <p:nvPr>
            <p:ph type="title"/>
          </p:nvPr>
        </p:nvSpPr>
        <p:spPr bwMode="auto"/>
        <p:txBody>
          <a:bodyPr/>
          <a:lstStyle/>
          <a:p>
            <a:pPr>
              <a:defRPr/>
            </a:pPr>
            <a:r>
              <a:rPr lang="en-US"/>
              <a:t>Pointers Arithmetic</a:t>
            </a:r>
            <a:endParaRPr lang="he-IL"/>
          </a:p>
        </p:txBody>
      </p:sp>
      <p:sp>
        <p:nvSpPr>
          <p:cNvPr id="1889463484" name="Content Placeholder 2"/>
          <p:cNvSpPr>
            <a:spLocks noGrp="1"/>
          </p:cNvSpPr>
          <p:nvPr>
            <p:ph idx="1"/>
          </p:nvPr>
        </p:nvSpPr>
        <p:spPr bwMode="auto">
          <a:xfrm flipH="0" flipV="0">
            <a:off x="838198" y="1825624"/>
            <a:ext cx="4347527" cy="4351338"/>
          </a:xfrm>
        </p:spPr>
        <p:txBody>
          <a:bodyPr/>
          <a:lstStyle/>
          <a:p>
            <a:pPr>
              <a:defRPr/>
            </a:pPr>
            <a:r>
              <a:rPr lang="en-US"/>
              <a:t>A pointer is simply a number, so why do we need different kinds of pointers? (</a:t>
            </a:r>
            <a:r>
              <a:rPr lang="en-US"/>
              <a:t>int</a:t>
            </a:r>
            <a:r>
              <a:rPr lang="en-US"/>
              <a:t>*, char*)</a:t>
            </a:r>
            <a:endParaRPr/>
          </a:p>
          <a:p>
            <a:pPr lvl="1">
              <a:defRPr/>
            </a:pPr>
            <a:r>
              <a:rPr lang="en-US"/>
              <a:t>Reason 1: Type safety</a:t>
            </a:r>
            <a:endParaRPr/>
          </a:p>
          <a:p>
            <a:pPr lvl="1">
              <a:defRPr/>
            </a:pPr>
            <a:r>
              <a:rPr lang="en-US"/>
              <a:t>Reason 2: Pointer arithmetic</a:t>
            </a:r>
            <a:endParaRPr/>
          </a:p>
          <a:p>
            <a:pPr>
              <a:defRPr/>
            </a:pPr>
            <a:r>
              <a:rPr lang="en-US"/>
              <a:t>The operators ‘+’, ‘+=‘, ‘++’, ‘-’, ‘-=‘, ‘--’ are all defined to pointers.</a:t>
            </a:r>
            <a:endParaRPr/>
          </a:p>
        </p:txBody>
      </p:sp>
      <p:sp>
        <p:nvSpPr>
          <p:cNvPr id="943706824" name=""/>
          <p:cNvSpPr/>
          <p:nvPr/>
        </p:nvSpPr>
        <p:spPr bwMode="auto">
          <a:xfrm>
            <a:off x="7829493" y="609599"/>
            <a:ext cx="3225938" cy="57305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i = </a:t>
            </a:r>
            <a:r>
              <a:rPr sz="2000" b="0" i="0" u="none">
                <a:solidFill>
                  <a:srgbClr val="008080"/>
                </a:solidFill>
                <a:latin typeface="Arial"/>
                <a:ea typeface="Arial"/>
                <a:cs typeface="Arial"/>
              </a:rPr>
              <a:t>1</a:t>
            </a:r>
            <a:r>
              <a:rPr sz="2000" b="0" i="0" u="none">
                <a:solidFill>
                  <a:srgbClr val="333333"/>
                </a:solidFill>
                <a:latin typeface="Arial"/>
                <a:ea typeface="Arial"/>
                <a:cs typeface="Arial"/>
              </a:rPr>
              <a:t>;</a:t>
            </a:r>
            <a:endParaRPr/>
          </a:p>
          <a:p>
            <a:pPr>
              <a:defRPr/>
            </a:pPr>
            <a:r>
              <a:rPr sz="2000" b="1" i="0" u="none">
                <a:solidFill>
                  <a:srgbClr val="445588"/>
                </a:solidFill>
                <a:latin typeface="Arial"/>
                <a:ea typeface="Arial"/>
                <a:cs typeface="Arial"/>
              </a:rPr>
              <a:t>int</a:t>
            </a:r>
            <a:r>
              <a:rPr sz="2000" b="0" i="0" u="none">
                <a:solidFill>
                  <a:srgbClr val="333333"/>
                </a:solidFill>
                <a:latin typeface="Arial"/>
                <a:ea typeface="Arial"/>
                <a:cs typeface="Arial"/>
              </a:rPr>
              <a:t>* pi = &amp;i;</a:t>
            </a:r>
            <a:endParaRPr/>
          </a:p>
          <a:p>
            <a:pPr>
              <a:defRPr/>
            </a:pPr>
            <a:r>
              <a:rPr sz="2000" b="1" i="0" u="none">
                <a:solidFill>
                  <a:srgbClr val="445588"/>
                </a:solidFill>
                <a:latin typeface="Arial"/>
                <a:ea typeface="Arial"/>
                <a:cs typeface="Arial"/>
              </a:rPr>
              <a:t>char</a:t>
            </a:r>
            <a:r>
              <a:rPr sz="2000" b="0" i="0" u="none">
                <a:solidFill>
                  <a:srgbClr val="333333"/>
                </a:solidFill>
                <a:latin typeface="Arial"/>
                <a:ea typeface="Arial"/>
                <a:cs typeface="Arial"/>
              </a:rPr>
              <a:t>* pc = (</a:t>
            </a:r>
            <a:r>
              <a:rPr sz="2000" b="1" i="0" u="none">
                <a:solidFill>
                  <a:srgbClr val="445588"/>
                </a:solidFill>
                <a:latin typeface="Arial"/>
                <a:ea typeface="Arial"/>
                <a:cs typeface="Arial"/>
              </a:rPr>
              <a:t>char</a:t>
            </a:r>
            <a:r>
              <a:rPr sz="2000" b="0" i="0" u="none">
                <a:solidFill>
                  <a:srgbClr val="333333"/>
                </a:solidFill>
                <a:latin typeface="Arial"/>
                <a:ea typeface="Arial"/>
                <a:cs typeface="Arial"/>
              </a:rPr>
              <a:t>*)&amp;i;</a:t>
            </a:r>
            <a:endParaRPr/>
          </a:p>
          <a:p>
            <a:pPr>
              <a:defRPr/>
            </a:pPr>
            <a:r>
              <a:rPr sz="2000" b="1" i="0" u="none">
                <a:solidFill>
                  <a:srgbClr val="445588"/>
                </a:solidFill>
                <a:latin typeface="Arial"/>
                <a:ea typeface="Arial"/>
                <a:cs typeface="Arial"/>
              </a:rPr>
              <a:t>double</a:t>
            </a:r>
            <a:r>
              <a:rPr sz="2000" b="0" i="0" u="none">
                <a:solidFill>
                  <a:srgbClr val="333333"/>
                </a:solidFill>
                <a:latin typeface="Arial"/>
                <a:ea typeface="Arial"/>
                <a:cs typeface="Arial"/>
              </a:rPr>
              <a:t>* pd = (</a:t>
            </a:r>
            <a:r>
              <a:rPr sz="2000" b="1" i="0" u="none">
                <a:solidFill>
                  <a:srgbClr val="445588"/>
                </a:solidFill>
                <a:latin typeface="Arial"/>
                <a:ea typeface="Arial"/>
                <a:cs typeface="Arial"/>
              </a:rPr>
              <a:t>double</a:t>
            </a:r>
            <a:r>
              <a:rPr sz="2000" b="0" i="0" u="none">
                <a:solidFill>
                  <a:srgbClr val="333333"/>
                </a:solidFill>
                <a:latin typeface="Arial"/>
                <a:ea typeface="Arial"/>
                <a:cs typeface="Arial"/>
              </a:rPr>
              <a:t>*)&amp;i;</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*pd &lt;&lt; endl;</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pc++;</a:t>
            </a:r>
            <a:endParaRPr/>
          </a:p>
          <a:p>
            <a:pPr>
              <a:defRPr/>
            </a:pPr>
            <a:r>
              <a:rPr sz="2000" b="0" i="0" u="none">
                <a:solidFill>
                  <a:srgbClr val="333333"/>
                </a:solidFill>
                <a:latin typeface="Arial"/>
                <a:ea typeface="Arial"/>
                <a:cs typeface="Arial"/>
              </a:rPr>
              <a:t>(*pc)++;</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i &lt;&lt; endl;</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pi &lt;&lt; endl;</a:t>
            </a:r>
            <a:endParaRPr/>
          </a:p>
          <a:p>
            <a:pPr>
              <a:defRPr/>
            </a:pPr>
            <a:r>
              <a:rPr sz="2000" b="0" i="0" u="none">
                <a:solidFill>
                  <a:srgbClr val="333333"/>
                </a:solidFill>
                <a:latin typeface="Arial"/>
                <a:ea typeface="Arial"/>
                <a:cs typeface="Arial"/>
              </a:rPr>
              <a:t>pi += </a:t>
            </a:r>
            <a:r>
              <a:rPr sz="2000" b="0" i="0" u="none">
                <a:solidFill>
                  <a:srgbClr val="008080"/>
                </a:solidFill>
                <a:latin typeface="Arial"/>
                <a:ea typeface="Arial"/>
                <a:cs typeface="Arial"/>
              </a:rPr>
              <a:t>1</a:t>
            </a:r>
            <a:r>
              <a:rPr sz="2000" b="0" i="0" u="none">
                <a:solidFill>
                  <a:srgbClr val="333333"/>
                </a:solidFill>
                <a:latin typeface="Arial"/>
                <a:ea typeface="Arial"/>
                <a:cs typeface="Arial"/>
              </a:rPr>
              <a:t>;</a:t>
            </a:r>
            <a:endParaRPr/>
          </a:p>
          <a:p>
            <a:pPr>
              <a:defRPr/>
            </a:pPr>
            <a:r>
              <a:rPr sz="2000" b="0" i="0" u="none">
                <a:solidFill>
                  <a:srgbClr val="333333"/>
                </a:solidFill>
                <a:latin typeface="Arial"/>
                <a:ea typeface="Arial"/>
                <a:cs typeface="Arial"/>
              </a:rPr>
              <a:t>cout &lt;&lt; pi &lt;&lt; endl;</a:t>
            </a:r>
            <a:endParaRPr/>
          </a:p>
          <a:p>
            <a:pPr>
              <a:defRPr/>
            </a:pPr>
            <a:r>
              <a:rPr sz="2000" b="0" i="0" u="none">
                <a:solidFill>
                  <a:srgbClr val="333333"/>
                </a:solidFill>
                <a:latin typeface="Arial"/>
                <a:ea typeface="Arial"/>
                <a:cs typeface="Arial"/>
              </a:rPr>
              <a:t> </a:t>
            </a:r>
            <a:endParaRPr/>
          </a:p>
          <a:p>
            <a:pPr>
              <a:defRPr/>
            </a:pPr>
            <a:r>
              <a:rPr sz="2000" b="0" i="0" u="none">
                <a:solidFill>
                  <a:srgbClr val="333333"/>
                </a:solidFill>
                <a:latin typeface="Arial"/>
                <a:ea typeface="Arial"/>
                <a:cs typeface="Arial"/>
              </a:rPr>
              <a:t>cout &lt;&lt; pd &lt;&lt; endl;</a:t>
            </a:r>
            <a:endParaRPr/>
          </a:p>
          <a:p>
            <a:pPr>
              <a:defRPr/>
            </a:pPr>
            <a:r>
              <a:rPr sz="2000" b="0" i="0" u="none">
                <a:solidFill>
                  <a:srgbClr val="333333"/>
                </a:solidFill>
                <a:latin typeface="Arial"/>
                <a:ea typeface="Arial"/>
                <a:cs typeface="Arial"/>
              </a:rPr>
              <a:t>pd += </a:t>
            </a:r>
            <a:r>
              <a:rPr sz="2000" b="0" i="0" u="none">
                <a:solidFill>
                  <a:srgbClr val="008080"/>
                </a:solidFill>
                <a:latin typeface="Arial"/>
                <a:ea typeface="Arial"/>
                <a:cs typeface="Arial"/>
              </a:rPr>
              <a:t>1</a:t>
            </a:r>
            <a:r>
              <a:rPr sz="2000" b="0" i="0" u="none">
                <a:solidFill>
                  <a:srgbClr val="333333"/>
                </a:solidFill>
                <a:latin typeface="Arial"/>
                <a:ea typeface="Arial"/>
                <a:cs typeface="Arial"/>
              </a:rPr>
              <a:t>;</a:t>
            </a:r>
            <a:endParaRPr/>
          </a:p>
          <a:p>
            <a:pPr>
              <a:defRPr/>
            </a:pPr>
            <a:r>
              <a:rPr sz="2000" b="0" i="0" u="none">
                <a:solidFill>
                  <a:srgbClr val="333333"/>
                </a:solidFill>
                <a:latin typeface="Arial"/>
                <a:ea typeface="Arial"/>
                <a:cs typeface="Arial"/>
              </a:rPr>
              <a:t>cout &lt;&lt; pd &lt;&lt; endl;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8946348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8946348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8946348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89463484">
                                            <p:txEl>
                                              <p:pRg st="3" end="3"/>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43706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9463484" grpId="0" build="p"/>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64749189" name="Title 1"/>
          <p:cNvSpPr>
            <a:spLocks noGrp="1"/>
          </p:cNvSpPr>
          <p:nvPr>
            <p:ph type="title"/>
          </p:nvPr>
        </p:nvSpPr>
        <p:spPr bwMode="auto"/>
        <p:txBody>
          <a:bodyPr/>
          <a:lstStyle/>
          <a:p>
            <a:pPr>
              <a:defRPr/>
            </a:pPr>
            <a:r>
              <a:rPr lang="en-US"/>
              <a:t>C++ Arrays</a:t>
            </a:r>
            <a:endParaRPr lang="he-IL"/>
          </a:p>
        </p:txBody>
      </p:sp>
      <p:sp>
        <p:nvSpPr>
          <p:cNvPr id="1649934530" name="Content Placeholder 2"/>
          <p:cNvSpPr>
            <a:spLocks noGrp="1"/>
          </p:cNvSpPr>
          <p:nvPr>
            <p:ph idx="1"/>
          </p:nvPr>
        </p:nvSpPr>
        <p:spPr bwMode="auto"/>
        <p:txBody>
          <a:bodyPr/>
          <a:lstStyle/>
          <a:p>
            <a:pPr>
              <a:defRPr/>
            </a:pPr>
            <a:r>
              <a:rPr lang="en-US"/>
              <a:t>Arrays in C++ are </a:t>
            </a:r>
            <a:r>
              <a:rPr lang="en-US"/>
              <a:t>const</a:t>
            </a:r>
            <a:r>
              <a:rPr lang="en-US"/>
              <a:t> pointers.</a:t>
            </a:r>
            <a:endParaRPr/>
          </a:p>
          <a:p>
            <a:pPr>
              <a:defRPr/>
            </a:pPr>
            <a:r>
              <a:rPr lang="en-US"/>
              <a:t>Declaring arrays is done with the following syntax: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 A[</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lang="en-US"/>
          </a:p>
          <a:p>
            <a:pPr>
              <a:defRPr/>
            </a:pPr>
            <a:r>
              <a:rPr lang="en-US"/>
              <a:t>In this line, a memory block big enough to hold 10 integers was allocated on the </a:t>
            </a:r>
            <a:r>
              <a:rPr lang="en-US" b="1"/>
              <a:t>stack.</a:t>
            </a:r>
            <a:endParaRPr lang="en-US"/>
          </a:p>
          <a:p>
            <a:pPr>
              <a:defRPr/>
            </a:pPr>
            <a:r>
              <a:rPr lang="en-US"/>
              <a:t>A holds the address of the start of that memory block.</a:t>
            </a:r>
            <a:endParaRPr/>
          </a:p>
          <a:p>
            <a:pPr>
              <a:defRPr/>
            </a:pPr>
            <a:r>
              <a:rPr lang="en-US"/>
              <a:t>Accessing an array value is done like in Java using the operator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4993453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49934530">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4993453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4993453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499345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9934530"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1398246" name="Title 1"/>
          <p:cNvSpPr>
            <a:spLocks noGrp="1"/>
          </p:cNvSpPr>
          <p:nvPr>
            <p:ph type="title"/>
          </p:nvPr>
        </p:nvSpPr>
        <p:spPr bwMode="auto"/>
        <p:txBody>
          <a:bodyPr/>
          <a:lstStyle/>
          <a:p>
            <a:pPr>
              <a:defRPr/>
            </a:pPr>
            <a:r>
              <a:rPr lang="en-US"/>
              <a:t>C++ Arrays</a:t>
            </a:r>
            <a:endParaRPr lang="he-IL"/>
          </a:p>
        </p:txBody>
      </p:sp>
      <p:sp>
        <p:nvSpPr>
          <p:cNvPr id="1911599271" name="TextBox 6"/>
          <p:cNvSpPr txBox="1"/>
          <p:nvPr/>
        </p:nvSpPr>
        <p:spPr bwMode="auto">
          <a:xfrm>
            <a:off x="978215" y="3268980"/>
            <a:ext cx="10638621" cy="1757312"/>
          </a:xfrm>
          <a:prstGeom prst="rect">
            <a:avLst/>
          </a:prstGeom>
          <a:noFill/>
        </p:spPr>
        <p:txBody>
          <a:bodyPr wrap="square" rtlCol="1">
            <a:spAutoFit/>
          </a:bodyPr>
          <a:lstStyle/>
          <a:p>
            <a:pPr marL="285750" indent="-285750">
              <a:buFont typeface="Arial"/>
              <a:buChar char="•"/>
              <a:defRPr/>
            </a:pPr>
            <a:r>
              <a:rPr lang="en-US"/>
              <a:t>In the first line, we declare an array of size 10</a:t>
            </a:r>
            <a:endParaRPr/>
          </a:p>
          <a:p>
            <a:pPr marL="285750" indent="-285750">
              <a:buFont typeface="Arial"/>
              <a:buChar char="•"/>
              <a:defRPr/>
            </a:pPr>
            <a:r>
              <a:rPr lang="en-US"/>
              <a:t>In the second line, we put ‘9’ in the fourth place in the array.</a:t>
            </a:r>
            <a:endParaRPr/>
          </a:p>
          <a:p>
            <a:pPr marL="285750" indent="-285750">
              <a:buFont typeface="Arial"/>
              <a:buChar char="•"/>
              <a:defRPr/>
            </a:pPr>
            <a:r>
              <a:rPr lang="en-US"/>
              <a:t>The second line could also be written as </a:t>
            </a:r>
            <a:r>
              <a:rPr sz="1800" b="0" i="0" u="none">
                <a:solidFill>
                  <a:srgbClr val="333333"/>
                </a:solidFill>
                <a:latin typeface="Arial"/>
                <a:ea typeface="Arial"/>
                <a:cs typeface="Arial"/>
              </a:rPr>
              <a:t>*(A+</a:t>
            </a:r>
            <a:r>
              <a:rPr sz="1800" b="0" i="0" u="none">
                <a:solidFill>
                  <a:srgbClr val="008080"/>
                </a:solidFill>
                <a:latin typeface="Arial"/>
                <a:ea typeface="Arial"/>
                <a:cs typeface="Arial"/>
              </a:rPr>
              <a:t>3</a:t>
            </a:r>
            <a:r>
              <a:rPr sz="1800" b="0" i="0" u="none">
                <a:solidFill>
                  <a:srgbClr val="333333"/>
                </a:solidFill>
                <a:latin typeface="Arial"/>
                <a:ea typeface="Arial"/>
                <a:cs typeface="Arial"/>
              </a:rPr>
              <a:t>)=</a:t>
            </a:r>
            <a:r>
              <a:rPr sz="1800" b="0" i="0" u="none">
                <a:solidFill>
                  <a:srgbClr val="008080"/>
                </a:solidFill>
                <a:latin typeface="Arial"/>
                <a:ea typeface="Arial"/>
                <a:cs typeface="Arial"/>
              </a:rPr>
              <a:t>9</a:t>
            </a:r>
            <a:endParaRPr/>
          </a:p>
          <a:p>
            <a:pPr marL="285750" indent="-285750">
              <a:buFont typeface="Arial"/>
              <a:buChar char="•"/>
              <a:defRPr/>
            </a:pPr>
            <a:r>
              <a:rPr lang="en-US"/>
              <a:t>The third line copies the fourth element in the array to the variable j. It could also be written as </a:t>
            </a:r>
            <a:r>
              <a:rPr lang="en-US"/>
              <a:t>int</a:t>
            </a:r>
            <a:r>
              <a:rPr lang="en-US"/>
              <a:t> j = </a:t>
            </a:r>
            <a:r>
              <a:rPr sz="1800" b="0" i="0" u="none">
                <a:solidFill>
                  <a:srgbClr val="333333"/>
                </a:solidFill>
                <a:latin typeface="Arial"/>
                <a:ea typeface="Arial"/>
                <a:cs typeface="Arial"/>
              </a:rPr>
              <a:t>*(A+</a:t>
            </a:r>
            <a:r>
              <a:rPr sz="1800" b="0" i="0" u="none">
                <a:solidFill>
                  <a:srgbClr val="008080"/>
                </a:solidFill>
                <a:latin typeface="Arial"/>
                <a:ea typeface="Arial"/>
                <a:cs typeface="Arial"/>
              </a:rPr>
              <a:t>3</a:t>
            </a:r>
            <a:r>
              <a:rPr sz="1800" b="0" i="0" u="none">
                <a:solidFill>
                  <a:srgbClr val="333333"/>
                </a:solidFill>
                <a:latin typeface="Arial"/>
                <a:ea typeface="Arial"/>
                <a:cs typeface="Arial"/>
              </a:rPr>
              <a:t>)</a:t>
            </a:r>
            <a:endParaRPr/>
          </a:p>
          <a:p>
            <a:pPr marL="285750" indent="-285750">
              <a:buFont typeface="Arial"/>
              <a:buChar char="•"/>
              <a:defRPr/>
            </a:pPr>
            <a:r>
              <a:rPr lang="en-US"/>
              <a:t>In C++, arrays don’t have length properties, and C++ arrays are simply pointers.</a:t>
            </a:r>
            <a:endParaRPr/>
          </a:p>
          <a:p>
            <a:pPr marL="285750" indent="-285750">
              <a:buFont typeface="Arial"/>
              <a:buChar char="•"/>
              <a:defRPr/>
            </a:pPr>
            <a:r>
              <a:rPr lang="en-US"/>
              <a:t>For this reason, there is no “array out of bounds” exception in C++.</a:t>
            </a:r>
            <a:endParaRPr lang="he-IL"/>
          </a:p>
        </p:txBody>
      </p:sp>
      <p:sp>
        <p:nvSpPr>
          <p:cNvPr id="887262748" name=""/>
          <p:cNvSpPr/>
          <p:nvPr/>
        </p:nvSpPr>
        <p:spPr bwMode="auto">
          <a:xfrm flipH="0" flipV="0">
            <a:off x="1040881" y="1938420"/>
            <a:ext cx="3009447" cy="164628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A[</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A[</a:t>
            </a:r>
            <a:r>
              <a:rPr sz="2800" b="0" i="0" u="none">
                <a:solidFill>
                  <a:srgbClr val="008080"/>
                </a:solidFill>
                <a:latin typeface="Arial"/>
                <a:ea typeface="Arial"/>
                <a:cs typeface="Arial"/>
              </a:rPr>
              <a:t>3</a:t>
            </a:r>
            <a:r>
              <a:rPr sz="2800" b="0" i="0" u="none">
                <a:solidFill>
                  <a:srgbClr val="333333"/>
                </a:solidFill>
                <a:latin typeface="Arial"/>
                <a:ea typeface="Arial"/>
                <a:cs typeface="Arial"/>
              </a:rPr>
              <a:t>] = </a:t>
            </a:r>
            <a:r>
              <a:rPr sz="2800" b="0" i="0" u="none">
                <a:solidFill>
                  <a:srgbClr val="008080"/>
                </a:solidFill>
                <a:latin typeface="Arial"/>
                <a:ea typeface="Arial"/>
                <a:cs typeface="Arial"/>
              </a:rPr>
              <a:t>9</a:t>
            </a:r>
            <a:r>
              <a:rPr sz="2800" b="0" i="0" u="none">
                <a:solidFill>
                  <a:srgbClr val="333333"/>
                </a:solidFill>
                <a:latin typeface="Arial"/>
                <a:ea typeface="Arial"/>
                <a:cs typeface="Arial"/>
              </a:rPr>
              <a:t>;</a:t>
            </a:r>
            <a:endParaRPr/>
          </a:p>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j = A[</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 </a:t>
            </a:r>
            <a:endParaRPr/>
          </a:p>
        </p:txBody>
      </p:sp>
      <p:sp>
        <p:nvSpPr>
          <p:cNvPr id="111926246" name=""/>
          <p:cNvSpPr/>
          <p:nvPr/>
        </p:nvSpPr>
        <p:spPr bwMode="auto">
          <a:xfrm flipH="0" flipV="0">
            <a:off x="978216" y="5120913"/>
            <a:ext cx="2808720" cy="164628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A[</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A[</a:t>
            </a:r>
            <a:r>
              <a:rPr sz="2800" b="0" i="0" u="none">
                <a:solidFill>
                  <a:srgbClr val="008080"/>
                </a:solidFill>
                <a:latin typeface="Arial"/>
                <a:ea typeface="Arial"/>
                <a:cs typeface="Arial"/>
              </a:rPr>
              <a:t>100</a:t>
            </a:r>
            <a:r>
              <a:rPr sz="2800" b="0" i="0" u="none">
                <a:solidFill>
                  <a:srgbClr val="333333"/>
                </a:solidFill>
                <a:latin typeface="Arial"/>
                <a:ea typeface="Arial"/>
                <a:cs typeface="Arial"/>
              </a:rPr>
              <a:t>] = </a:t>
            </a:r>
            <a:r>
              <a:rPr sz="2800" b="0" i="0" u="none">
                <a:solidFill>
                  <a:srgbClr val="008080"/>
                </a:solidFill>
                <a:latin typeface="Arial"/>
                <a:ea typeface="Arial"/>
                <a:cs typeface="Arial"/>
              </a:rPr>
              <a:t>9</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A[</a:t>
            </a:r>
            <a:r>
              <a:rPr sz="2800" b="0" i="0" u="none">
                <a:solidFill>
                  <a:srgbClr val="008080"/>
                </a:solidFill>
                <a:latin typeface="Arial"/>
                <a:ea typeface="Arial"/>
                <a:cs typeface="Arial"/>
              </a:rPr>
              <a:t>-2</a:t>
            </a:r>
            <a:r>
              <a:rPr sz="2800" b="0" i="0" u="none">
                <a:solidFill>
                  <a:srgbClr val="333333"/>
                </a:solidFill>
                <a:latin typeface="Arial"/>
                <a:ea typeface="Arial"/>
                <a:cs typeface="Arial"/>
              </a:rPr>
              <a:t>] = </a:t>
            </a:r>
            <a:r>
              <a:rPr sz="2800" b="0" i="0" u="none">
                <a:solidFill>
                  <a:srgbClr val="008080"/>
                </a:solidFill>
                <a:latin typeface="Arial"/>
                <a:ea typeface="Arial"/>
                <a:cs typeface="Arial"/>
              </a:rPr>
              <a:t>500</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872627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1159927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1159927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115992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115992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11599271">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11599271">
                                            <p:txEl>
                                              <p:pRg st="5" end="5"/>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926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1599271" grpId="0" build="p"/>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7530961"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C++ Arrays</a:t>
            </a:r>
            <a:endParaRPr sz="4400"/>
          </a:p>
        </p:txBody>
      </p:sp>
      <p:sp>
        <p:nvSpPr>
          <p:cNvPr id="158442559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55000" lnSpcReduction="9000"/>
          </a:bodyPr>
          <a:lstStyle/>
          <a:p>
            <a:pPr marL="0" indent="0">
              <a:buFont typeface="Arial"/>
              <a:buNone/>
              <a:defRPr/>
            </a:pPr>
            <a:r>
              <a:rPr sz="2800" b="1" i="0" u="none">
                <a:solidFill>
                  <a:srgbClr val="445588"/>
                </a:solidFill>
                <a:latin typeface="Arial"/>
                <a:ea typeface="Arial"/>
                <a:cs typeface="Arial"/>
              </a:rPr>
              <a:t>void</a:t>
            </a:r>
            <a:r>
              <a:rPr sz="2800" b="0" i="0" u="none">
                <a:solidFill>
                  <a:srgbClr val="333333"/>
                </a:solidFill>
                <a:latin typeface="Arial"/>
                <a:ea typeface="Arial"/>
                <a:cs typeface="Arial"/>
              </a:rPr>
              <a:t> </a:t>
            </a:r>
            <a:r>
              <a:rPr sz="2800" b="1" i="0" u="none">
                <a:solidFill>
                  <a:srgbClr val="990000"/>
                </a:solidFill>
                <a:latin typeface="Arial"/>
                <a:ea typeface="Arial"/>
                <a:cs typeface="Arial"/>
              </a:rPr>
              <a:t>arrays</a:t>
            </a:r>
            <a:r>
              <a:rPr sz="2800" b="0" i="0" u="none">
                <a:solidFill>
                  <a:srgbClr val="333333"/>
                </a:solidFill>
                <a:latin typeface="Arial"/>
                <a:ea typeface="Arial"/>
                <a:cs typeface="Arial"/>
              </a:rPr>
              <a:t>()</a:t>
            </a:r>
            <a:r>
              <a:rPr sz="2800" b="0" i="0" u="none">
                <a:solidFill>
                  <a:srgbClr val="333333"/>
                </a:solidFill>
                <a:latin typeface="Arial"/>
                <a:ea typeface="Arial"/>
                <a:cs typeface="Arial"/>
              </a:rPr>
              <a:t> </a:t>
            </a:r>
            <a:r>
              <a:rPr sz="2800" b="0" i="0" u="none">
                <a:solidFill>
                  <a:srgbClr val="333333"/>
                </a:solidFill>
                <a:latin typeface="Arial"/>
                <a:ea typeface="Arial"/>
                <a:cs typeface="Arial"/>
              </a:rPr>
              <a:t>{</a:t>
            </a:r>
            <a:endParaRPr/>
          </a:p>
          <a:p>
            <a:pPr marL="0" indent="0">
              <a:buFont typeface="Arial"/>
              <a:buNone/>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 A[</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sz="2800" b="1" i="0" u="none">
              <a:solidFill>
                <a:srgbClr val="445588"/>
              </a:solidFill>
              <a:latin typeface="Arial"/>
              <a:ea typeface="Arial"/>
              <a:cs typeface="Arial"/>
            </a:endParaRPr>
          </a:p>
          <a:p>
            <a:pPr marL="0" indent="0">
              <a:buFont typeface="Arial"/>
              <a:buNone/>
              <a:defRPr/>
            </a:pPr>
            <a:r>
              <a:rPr sz="2800" b="1" i="0" u="none">
                <a:solidFill>
                  <a:srgbClr val="445588"/>
                </a:solidFill>
                <a:latin typeface="Arial"/>
                <a:ea typeface="Arial"/>
                <a:cs typeface="Arial"/>
              </a:rPr>
              <a:t>	int</a:t>
            </a:r>
            <a:r>
              <a:rPr sz="2800" b="0" i="0" u="none">
                <a:solidFill>
                  <a:srgbClr val="333333"/>
                </a:solidFill>
                <a:latin typeface="Arial"/>
                <a:ea typeface="Arial"/>
                <a:cs typeface="Arial"/>
              </a:rPr>
              <a:t>* pi = A;</a:t>
            </a:r>
            <a:endParaRPr/>
          </a:p>
          <a:p>
            <a:pPr marL="0" indent="0">
              <a:buFont typeface="Arial"/>
              <a:buNone/>
              <a:defRPr/>
            </a:pPr>
            <a:endParaRPr/>
          </a:p>
          <a:p>
            <a:pPr marL="0" indent="0">
              <a:buFont typeface="Arial"/>
              <a:buNone/>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	</a:t>
            </a:r>
            <a:r>
              <a:rPr sz="2800" b="0" i="0" u="none">
                <a:solidFill>
                  <a:srgbClr val="333333"/>
                </a:solidFill>
                <a:latin typeface="Arial"/>
                <a:ea typeface="Arial"/>
                <a:cs typeface="Arial"/>
              </a:rPr>
              <a:t>cout &lt;&lt; A &lt;&lt; endl;</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	cout &lt;&lt; pi &lt;&lt; endl;</a:t>
            </a:r>
            <a:endParaRPr/>
          </a:p>
          <a:p>
            <a:pPr marL="0" indent="0">
              <a:buFont typeface="Arial"/>
              <a:buNone/>
              <a:defRPr/>
            </a:pPr>
            <a:endParaRPr/>
          </a:p>
          <a:p>
            <a:pPr marL="0" indent="0">
              <a:buFont typeface="Arial"/>
              <a:buNone/>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	</a:t>
            </a:r>
            <a:r>
              <a:rPr sz="2800" b="0" i="0" u="none">
                <a:solidFill>
                  <a:srgbClr val="333333"/>
                </a:solidFill>
                <a:latin typeface="Arial"/>
                <a:ea typeface="Arial"/>
                <a:cs typeface="Arial"/>
              </a:rPr>
              <a:t>pi += </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	*pi = </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	cout &lt;&lt; A[</a:t>
            </a:r>
            <a:r>
              <a:rPr sz="2800" b="0" i="0" u="none">
                <a:solidFill>
                  <a:srgbClr val="008080"/>
                </a:solidFill>
                <a:latin typeface="Arial"/>
                <a:ea typeface="Arial"/>
                <a:cs typeface="Arial"/>
              </a:rPr>
              <a:t>3</a:t>
            </a:r>
            <a:r>
              <a:rPr sz="2800" b="0" i="0" u="none">
                <a:solidFill>
                  <a:srgbClr val="333333"/>
                </a:solidFill>
                <a:latin typeface="Arial"/>
                <a:ea typeface="Arial"/>
                <a:cs typeface="Arial"/>
              </a:rPr>
              <a:t>] &lt;&lt; endl;</a:t>
            </a:r>
            <a:endParaRPr/>
          </a:p>
          <a:p>
            <a:pPr marL="0" indent="0">
              <a:buFont typeface="Arial"/>
              <a:buNone/>
              <a:defRPr/>
            </a:pPr>
            <a:endParaRPr/>
          </a:p>
          <a:p>
            <a:pPr marL="0" indent="0">
              <a:buFont typeface="Arial"/>
              <a:buNone/>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	</a:t>
            </a:r>
            <a:r>
              <a:rPr sz="2800" b="0" i="1" u="none">
                <a:solidFill>
                  <a:srgbClr val="999988"/>
                </a:solidFill>
                <a:latin typeface="Arial"/>
                <a:ea typeface="Arial"/>
                <a:cs typeface="Arial"/>
              </a:rPr>
              <a:t>// A[-1] = -1;</a:t>
            </a:r>
            <a:endParaRPr sz="2800" b="0" i="1" u="none">
              <a:solidFill>
                <a:srgbClr val="999988"/>
              </a:solidFill>
              <a:latin typeface="Arial"/>
              <a:ea typeface="Arial"/>
              <a:cs typeface="Arial"/>
            </a:endParaRPr>
          </a:p>
          <a:p>
            <a:pPr marL="0" indent="0">
              <a:buFont typeface="Arial"/>
              <a:buNone/>
              <a:defRPr/>
            </a:pPr>
            <a:r>
              <a:rPr sz="2800" b="0" i="1" u="none">
                <a:solidFill>
                  <a:srgbClr val="999988"/>
                </a:solidFill>
                <a:latin typeface="Arial"/>
                <a:ea typeface="Arial"/>
                <a:cs typeface="Arial"/>
              </a:rPr>
              <a:t>	// A[100] = 100;</a:t>
            </a:r>
            <a:endParaRPr/>
          </a:p>
          <a:p>
            <a:pPr marL="0" indent="0">
              <a:buFont typeface="Arial"/>
              <a:buNone/>
              <a:defRPr/>
            </a:pPr>
            <a:r>
              <a:rPr sz="2800" b="0" i="0" u="none">
                <a:solidFill>
                  <a:srgbClr val="333333"/>
                </a:solidFill>
                <a:latin typeface="Arial"/>
                <a:ea typeface="Arial"/>
                <a:cs typeface="Arial"/>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1357741" name="Title 1"/>
          <p:cNvSpPr>
            <a:spLocks noGrp="1"/>
          </p:cNvSpPr>
          <p:nvPr>
            <p:ph type="title"/>
          </p:nvPr>
        </p:nvSpPr>
        <p:spPr bwMode="auto"/>
        <p:txBody>
          <a:bodyPr/>
          <a:lstStyle/>
          <a:p>
            <a:pPr>
              <a:defRPr/>
            </a:pPr>
            <a:r>
              <a:rPr lang="en-US"/>
              <a:t>Using regular pointers like arrays</a:t>
            </a:r>
            <a:endParaRPr lang="he-IL"/>
          </a:p>
        </p:txBody>
      </p:sp>
      <p:sp>
        <p:nvSpPr>
          <p:cNvPr id="595242706"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60000" lnSpcReduction="8000"/>
          </a:bodyPr>
          <a:lstStyle/>
          <a:p>
            <a:pPr marL="0" indent="0">
              <a:buFont typeface="Arial"/>
              <a:buNone/>
              <a:defRPr/>
            </a:pPr>
            <a:r>
              <a:rPr sz="2800" b="1" i="0" u="none">
                <a:solidFill>
                  <a:srgbClr val="445588"/>
                </a:solidFill>
                <a:latin typeface="Arial"/>
                <a:ea typeface="Arial"/>
                <a:cs typeface="Arial"/>
              </a:rPr>
              <a:t>double</a:t>
            </a:r>
            <a:r>
              <a:rPr sz="2800" b="0" i="0" u="none">
                <a:solidFill>
                  <a:srgbClr val="333333"/>
                </a:solidFill>
                <a:latin typeface="Arial"/>
                <a:ea typeface="Arial"/>
                <a:cs typeface="Arial"/>
              </a:rPr>
              <a:t> A[</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a:p>
          <a:p>
            <a:pPr marL="0" indent="0">
              <a:buFont typeface="Arial"/>
              <a:buNone/>
              <a:defRPr/>
            </a:pPr>
            <a:r>
              <a:rPr sz="2800" b="1" i="0" u="none">
                <a:solidFill>
                  <a:srgbClr val="445588"/>
                </a:solidFill>
                <a:latin typeface="Arial"/>
                <a:ea typeface="Arial"/>
                <a:cs typeface="Arial"/>
              </a:rPr>
              <a:t>double</a:t>
            </a:r>
            <a:r>
              <a:rPr sz="2800" b="0" i="0" u="none">
                <a:solidFill>
                  <a:srgbClr val="333333"/>
                </a:solidFill>
                <a:latin typeface="Arial"/>
                <a:ea typeface="Arial"/>
                <a:cs typeface="Arial"/>
              </a:rPr>
              <a:t> s = </a:t>
            </a:r>
            <a:r>
              <a:rPr sz="2800" b="0" i="0" u="none">
                <a:solidFill>
                  <a:srgbClr val="008080"/>
                </a:solidFill>
                <a:latin typeface="Arial"/>
                <a:ea typeface="Arial"/>
                <a:cs typeface="Arial"/>
              </a:rPr>
              <a:t>0</a:t>
            </a:r>
            <a:r>
              <a:rPr sz="2800" b="0" i="0" u="none">
                <a:solidFill>
                  <a:srgbClr val="333333"/>
                </a:solidFill>
                <a:latin typeface="Arial"/>
                <a:ea typeface="Arial"/>
                <a:cs typeface="Arial"/>
              </a:rPr>
              <a:t>;   </a:t>
            </a:r>
            <a:r>
              <a:rPr sz="2800" b="0" i="1" u="none">
                <a:solidFill>
                  <a:srgbClr val="999988"/>
                </a:solidFill>
                <a:latin typeface="Arial"/>
                <a:ea typeface="Arial"/>
                <a:cs typeface="Arial"/>
              </a:rPr>
              <a:t>// just to clear size of a box</a:t>
            </a:r>
            <a:endParaRPr/>
          </a:p>
          <a:p>
            <a:pPr marL="0" indent="0">
              <a:buFont typeface="Arial"/>
              <a:buNone/>
              <a:defRPr/>
            </a:pPr>
            <a:r>
              <a:rPr sz="2800" b="1" i="0" u="none">
                <a:solidFill>
                  <a:srgbClr val="445588"/>
                </a:solidFill>
                <a:latin typeface="Arial"/>
                <a:ea typeface="Arial"/>
                <a:cs typeface="Arial"/>
              </a:rPr>
              <a:t>double</a:t>
            </a:r>
            <a:r>
              <a:rPr sz="2800" b="0" i="0" u="none">
                <a:solidFill>
                  <a:srgbClr val="333333"/>
                </a:solidFill>
                <a:latin typeface="Arial"/>
                <a:ea typeface="Arial"/>
                <a:cs typeface="Arial"/>
              </a:rPr>
              <a:t> *pi;</a:t>
            </a:r>
            <a:endParaRPr/>
          </a:p>
          <a:p>
            <a:pPr marL="0" indent="0">
              <a:buFont typeface="Arial"/>
              <a:buNone/>
              <a:defRPr/>
            </a:pPr>
            <a:r>
              <a:rPr sz="2800" b="1" i="0" u="none">
                <a:solidFill>
                  <a:srgbClr val="445588"/>
                </a:solidFill>
                <a:latin typeface="Arial"/>
                <a:ea typeface="Arial"/>
                <a:cs typeface="Arial"/>
              </a:rPr>
              <a:t>double</a:t>
            </a:r>
            <a:r>
              <a:rPr sz="2800" b="0" i="0" u="none">
                <a:solidFill>
                  <a:srgbClr val="333333"/>
                </a:solidFill>
                <a:latin typeface="Arial"/>
                <a:ea typeface="Arial"/>
                <a:cs typeface="Arial"/>
              </a:rPr>
              <a:t> j;</a:t>
            </a:r>
            <a:endParaRPr/>
          </a:p>
          <a:p>
            <a:pPr marL="0" indent="0">
              <a:buFont typeface="Arial"/>
              <a:buNone/>
              <a:defRPr/>
            </a:pPr>
            <a:r>
              <a:rPr sz="2800" b="0" i="1" u="none">
                <a:solidFill>
                  <a:srgbClr val="999988"/>
                </a:solidFill>
                <a:latin typeface="Arial"/>
                <a:ea typeface="Arial"/>
                <a:cs typeface="Arial"/>
              </a:rPr>
              <a:t>/* The stack at this point is depicted in the image below. */</a:t>
            </a:r>
            <a:endParaRPr/>
          </a:p>
          <a:p>
            <a:pPr marL="0" indent="0">
              <a:buFont typeface="Arial"/>
              <a:buNone/>
              <a:defRPr/>
            </a:pPr>
            <a:r>
              <a:rPr sz="2800" b="0" i="0" u="none">
                <a:solidFill>
                  <a:srgbClr val="333333"/>
                </a:solidFill>
                <a:latin typeface="Arial"/>
                <a:ea typeface="Arial"/>
                <a:cs typeface="Arial"/>
              </a:rPr>
              <a:t>pi = &amp;j;</a:t>
            </a:r>
            <a:endParaRPr/>
          </a:p>
          <a:p>
            <a:pPr marL="0" indent="0">
              <a:buFont typeface="Arial"/>
              <a:buNone/>
              <a:defRPr/>
            </a:pPr>
            <a:r>
              <a:rPr sz="2800" b="0" i="0" u="none">
                <a:solidFill>
                  <a:srgbClr val="333333"/>
                </a:solidFill>
                <a:latin typeface="Arial"/>
                <a:ea typeface="Arial"/>
                <a:cs typeface="Arial"/>
              </a:rPr>
              <a:t>pi[</a:t>
            </a:r>
            <a:r>
              <a:rPr sz="2800" b="0" i="0" u="none">
                <a:solidFill>
                  <a:srgbClr val="008080"/>
                </a:solidFill>
                <a:latin typeface="Arial"/>
                <a:ea typeface="Arial"/>
                <a:cs typeface="Arial"/>
              </a:rPr>
              <a:t>3</a:t>
            </a:r>
            <a:r>
              <a:rPr sz="2800" b="0" i="0" u="none">
                <a:solidFill>
                  <a:srgbClr val="333333"/>
                </a:solidFill>
                <a:latin typeface="Arial"/>
                <a:ea typeface="Arial"/>
                <a:cs typeface="Arial"/>
              </a:rPr>
              <a:t>] = </a:t>
            </a:r>
            <a:r>
              <a:rPr sz="2800" b="0" i="0" u="none">
                <a:solidFill>
                  <a:srgbClr val="008080"/>
                </a:solidFill>
                <a:latin typeface="Arial"/>
                <a:ea typeface="Arial"/>
                <a:cs typeface="Arial"/>
              </a:rPr>
              <a:t>5</a:t>
            </a:r>
            <a:r>
              <a:rPr sz="2800" b="0" i="0" u="none">
                <a:solidFill>
                  <a:srgbClr val="333333"/>
                </a:solidFill>
                <a:latin typeface="Arial"/>
                <a:ea typeface="Arial"/>
                <a:cs typeface="Arial"/>
              </a:rPr>
              <a:t>;</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pi = A;</a:t>
            </a:r>
            <a:endParaRPr/>
          </a:p>
          <a:p>
            <a:pPr marL="0" indent="0">
              <a:buFont typeface="Arial"/>
              <a:buNone/>
              <a:defRPr/>
            </a:pPr>
            <a:r>
              <a:rPr sz="2800" b="0" i="0" u="none">
                <a:solidFill>
                  <a:srgbClr val="333333"/>
                </a:solidFill>
                <a:latin typeface="Arial"/>
                <a:ea typeface="Arial"/>
                <a:cs typeface="Arial"/>
              </a:rPr>
              <a:t>pi[</a:t>
            </a:r>
            <a:r>
              <a:rPr sz="2800" b="0" i="0" u="none">
                <a:solidFill>
                  <a:srgbClr val="008080"/>
                </a:solidFill>
                <a:latin typeface="Arial"/>
                <a:ea typeface="Arial"/>
                <a:cs typeface="Arial"/>
              </a:rPr>
              <a:t>3</a:t>
            </a:r>
            <a:r>
              <a:rPr sz="2800" b="0" i="0" u="none">
                <a:solidFill>
                  <a:srgbClr val="333333"/>
                </a:solidFill>
                <a:latin typeface="Arial"/>
                <a:ea typeface="Arial"/>
                <a:cs typeface="Arial"/>
              </a:rPr>
              <a:t>] = </a:t>
            </a:r>
            <a:r>
              <a:rPr sz="2800" b="0" i="0" u="none">
                <a:solidFill>
                  <a:srgbClr val="008080"/>
                </a:solidFill>
                <a:latin typeface="Arial"/>
                <a:ea typeface="Arial"/>
                <a:cs typeface="Arial"/>
              </a:rPr>
              <a:t>5</a:t>
            </a:r>
            <a:r>
              <a:rPr sz="2800" b="0" i="0" u="none">
                <a:solidFill>
                  <a:srgbClr val="333333"/>
                </a:solidFill>
                <a:latin typeface="Arial"/>
                <a:ea typeface="Arial"/>
                <a:cs typeface="Arial"/>
              </a:rPr>
              <a:t>;      </a:t>
            </a:r>
            <a:r>
              <a:rPr sz="2800" b="0" i="1" u="none">
                <a:solidFill>
                  <a:srgbClr val="999988"/>
                </a:solidFill>
                <a:latin typeface="Arial"/>
                <a:ea typeface="Arial"/>
                <a:cs typeface="Arial"/>
              </a:rPr>
              <a:t>// OK. Accessing the 4th element of A.</a:t>
            </a:r>
            <a:endParaRPr/>
          </a:p>
          <a:p>
            <a:pPr marL="0" indent="0">
              <a:buFont typeface="Arial"/>
              <a:buNone/>
              <a:defRPr/>
            </a:pPr>
            <a:r>
              <a:rPr sz="2800" b="0" i="0" u="none">
                <a:solidFill>
                  <a:srgbClr val="333333"/>
                </a:solidFill>
                <a:latin typeface="Arial"/>
                <a:ea typeface="Arial"/>
                <a:cs typeface="Arial"/>
              </a:rPr>
              <a:t>pi++;           </a:t>
            </a:r>
            <a:r>
              <a:rPr sz="2800" b="0" i="1" u="none">
                <a:solidFill>
                  <a:srgbClr val="999988"/>
                </a:solidFill>
                <a:latin typeface="Arial"/>
                <a:ea typeface="Arial"/>
                <a:cs typeface="Arial"/>
              </a:rPr>
              <a:t>// now pi points to the second element of A</a:t>
            </a:r>
            <a:endParaRPr/>
          </a:p>
          <a:p>
            <a:pPr marL="0" indent="0">
              <a:buFont typeface="Arial"/>
              <a:buNone/>
              <a:defRPr/>
            </a:pPr>
            <a:r>
              <a:rPr sz="2800" b="0" i="0" u="none">
                <a:solidFill>
                  <a:srgbClr val="333333"/>
                </a:solidFill>
                <a:latin typeface="Arial"/>
                <a:ea typeface="Arial"/>
                <a:cs typeface="Arial"/>
              </a:rPr>
              <a:t>pi[</a:t>
            </a:r>
            <a:r>
              <a:rPr sz="2800" b="0" i="0" u="none">
                <a:solidFill>
                  <a:srgbClr val="008080"/>
                </a:solidFill>
                <a:latin typeface="Arial"/>
                <a:ea typeface="Arial"/>
                <a:cs typeface="Arial"/>
              </a:rPr>
              <a:t>0</a:t>
            </a:r>
            <a:r>
              <a:rPr sz="2800" b="0" i="0" u="none">
                <a:solidFill>
                  <a:srgbClr val="333333"/>
                </a:solidFill>
                <a:latin typeface="Arial"/>
                <a:ea typeface="Arial"/>
                <a:cs typeface="Arial"/>
              </a:rPr>
              <a:t>] = </a:t>
            </a:r>
            <a:r>
              <a:rPr sz="2800" b="0" i="0" u="none">
                <a:solidFill>
                  <a:srgbClr val="008080"/>
                </a:solidFill>
                <a:latin typeface="Arial"/>
                <a:ea typeface="Arial"/>
                <a:cs typeface="Arial"/>
              </a:rPr>
              <a:t>1</a:t>
            </a:r>
            <a:r>
              <a:rPr sz="2800" b="0" i="0" u="none">
                <a:solidFill>
                  <a:srgbClr val="333333"/>
                </a:solidFill>
                <a:latin typeface="Arial"/>
                <a:ea typeface="Arial"/>
                <a:cs typeface="Arial"/>
              </a:rPr>
              <a:t>;      </a:t>
            </a:r>
            <a:r>
              <a:rPr sz="2800" b="0" i="1" u="none">
                <a:solidFill>
                  <a:srgbClr val="999988"/>
                </a:solidFill>
                <a:latin typeface="Arial"/>
                <a:ea typeface="Arial"/>
                <a:cs typeface="Arial"/>
              </a:rPr>
              <a:t>// assign 1 to the second element of A.</a:t>
            </a:r>
            <a:endParaRPr/>
          </a:p>
          <a:p>
            <a:pPr marL="0" indent="0">
              <a:buFont typeface="Arial"/>
              <a:buNone/>
              <a:defRPr/>
            </a:pPr>
            <a:r>
              <a:rPr sz="2800" b="0" i="1" u="none">
                <a:solidFill>
                  <a:srgbClr val="999988"/>
                </a:solidFill>
                <a:latin typeface="Arial"/>
                <a:ea typeface="Arial"/>
                <a:cs typeface="Arial"/>
              </a:rPr>
              <a:t>/* Question: What will happen, if s is an int and not double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3556578" name="Title 1"/>
          <p:cNvSpPr>
            <a:spLocks noGrp="1"/>
          </p:cNvSpPr>
          <p:nvPr>
            <p:ph type="title"/>
          </p:nvPr>
        </p:nvSpPr>
        <p:spPr bwMode="auto"/>
        <p:txBody>
          <a:bodyPr/>
          <a:lstStyle/>
          <a:p>
            <a:pPr>
              <a:defRPr/>
            </a:pPr>
            <a:r>
              <a:rPr lang="en-US"/>
              <a:t>Using regular pointers like arrays (</a:t>
            </a:r>
            <a:r>
              <a:rPr lang="en-US"/>
              <a:t>cont</a:t>
            </a:r>
            <a:r>
              <a:rPr lang="en-US"/>
              <a:t>)</a:t>
            </a:r>
            <a:endParaRPr lang="he-IL"/>
          </a:p>
        </p:txBody>
      </p:sp>
      <p:pic>
        <p:nvPicPr>
          <p:cNvPr id="176668260" name="Content Placeholder 4"/>
          <p:cNvPicPr>
            <a:picLocks noChangeAspect="1" noGrp="1"/>
          </p:cNvPicPr>
          <p:nvPr>
            <p:ph idx="1"/>
          </p:nvPr>
        </p:nvPicPr>
        <p:blipFill rotWithShape="1">
          <a:blip r:embed="rId3"/>
          <a:stretch/>
        </p:blipFill>
        <p:spPr bwMode="auto">
          <a:xfrm>
            <a:off x="1027430" y="1690687"/>
            <a:ext cx="3338830" cy="4793739"/>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0691968" name="Title 1"/>
          <p:cNvSpPr>
            <a:spLocks noGrp="1"/>
          </p:cNvSpPr>
          <p:nvPr>
            <p:ph type="title"/>
          </p:nvPr>
        </p:nvSpPr>
        <p:spPr bwMode="auto"/>
        <p:txBody>
          <a:bodyPr/>
          <a:lstStyle/>
          <a:p>
            <a:pPr>
              <a:defRPr/>
            </a:pPr>
            <a:r>
              <a:rPr lang="en-US"/>
              <a:t>String vs char*</a:t>
            </a:r>
            <a:endParaRPr lang="he-IL"/>
          </a:p>
        </p:txBody>
      </p:sp>
      <p:sp>
        <p:nvSpPr>
          <p:cNvPr id="706272879"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In the previous practical session, we saw the std::string object.</a:t>
            </a:r>
            <a:endParaRPr/>
          </a:p>
          <a:p>
            <a:pPr>
              <a:defRPr/>
            </a:pPr>
            <a:r>
              <a:rPr lang="en-US" sz="2800" b="0" i="0" u="none" strike="noStrike" cap="none" spc="0">
                <a:solidFill>
                  <a:schemeClr val="tx1"/>
                </a:solidFill>
                <a:latin typeface="Calibri"/>
                <a:ea typeface="Calibri"/>
                <a:cs typeface="Calibri"/>
              </a:rPr>
              <a:t>C++ provides another way to represent a string: an array of characters, where the last character has the value 0.</a:t>
            </a:r>
            <a:endParaRPr lang="he-IL"/>
          </a:p>
        </p:txBody>
      </p:sp>
      <p:sp>
        <p:nvSpPr>
          <p:cNvPr id="1221483869" name=""/>
          <p:cNvSpPr/>
          <p:nvPr/>
        </p:nvSpPr>
        <p:spPr bwMode="auto">
          <a:xfrm>
            <a:off x="838198" y="3294968"/>
            <a:ext cx="4643429" cy="164628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char</a:t>
            </a:r>
            <a:r>
              <a:rPr sz="2800" b="0" i="0" u="none">
                <a:solidFill>
                  <a:srgbClr val="333333"/>
                </a:solidFill>
                <a:latin typeface="Arial"/>
                <a:ea typeface="Arial"/>
                <a:cs typeface="Arial"/>
              </a:rPr>
              <a:t> *c = (</a:t>
            </a:r>
            <a:r>
              <a:rPr sz="2800" b="1" i="0" u="none">
                <a:solidFill>
                  <a:srgbClr val="445588"/>
                </a:solidFill>
                <a:latin typeface="Arial"/>
                <a:ea typeface="Arial"/>
                <a:cs typeface="Arial"/>
              </a:rPr>
              <a:t>char</a:t>
            </a:r>
            <a:r>
              <a:rPr sz="2800" b="0" i="0" u="none">
                <a:solidFill>
                  <a:srgbClr val="333333"/>
                </a:solidFill>
                <a:latin typeface="Arial"/>
                <a:ea typeface="Arial"/>
                <a:cs typeface="Arial"/>
              </a:rPr>
              <a:t>*)</a:t>
            </a:r>
            <a:r>
              <a:rPr sz="2800" b="0" i="0" u="none">
                <a:solidFill>
                  <a:srgbClr val="DD1144"/>
                </a:solidFill>
                <a:latin typeface="Arial"/>
                <a:ea typeface="Arial"/>
                <a:cs typeface="Arial"/>
              </a:rPr>
              <a:t>"abcdefg"</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std::cout &lt;&lt; c[</a:t>
            </a:r>
            <a:r>
              <a:rPr sz="2800" b="0" i="0" u="none">
                <a:solidFill>
                  <a:srgbClr val="008080"/>
                </a:solidFill>
                <a:latin typeface="Arial"/>
                <a:ea typeface="Arial"/>
                <a:cs typeface="Arial"/>
              </a:rPr>
              <a:t>3</a:t>
            </a:r>
            <a:r>
              <a:rPr sz="2800" b="0" i="0" u="none">
                <a:solidFill>
                  <a:srgbClr val="333333"/>
                </a:solidFill>
                <a:latin typeface="Arial"/>
                <a:ea typeface="Arial"/>
                <a:cs typeface="Arial"/>
              </a:rPr>
              <a:t>] &lt;&lt; endl;</a:t>
            </a:r>
            <a:endParaRPr/>
          </a:p>
          <a:p>
            <a:pPr>
              <a:defRPr/>
            </a:pPr>
            <a:r>
              <a:rPr sz="2800" b="0" i="0" u="none">
                <a:solidFill>
                  <a:srgbClr val="333333"/>
                </a:solidFill>
                <a:latin typeface="Arial"/>
                <a:ea typeface="Arial"/>
                <a:cs typeface="Arial"/>
              </a:rPr>
              <a:t>std::cout &lt;&lt; &amp;(c[</a:t>
            </a:r>
            <a:r>
              <a:rPr sz="2800" b="0" i="0" u="none">
                <a:solidFill>
                  <a:srgbClr val="008080"/>
                </a:solidFill>
                <a:latin typeface="Arial"/>
                <a:ea typeface="Arial"/>
                <a:cs typeface="Arial"/>
              </a:rPr>
              <a:t>3</a:t>
            </a:r>
            <a:r>
              <a:rPr sz="2800" b="0" i="0" u="none">
                <a:solidFill>
                  <a:srgbClr val="333333"/>
                </a:solidFill>
                <a:latin typeface="Arial"/>
                <a:ea typeface="Arial"/>
                <a:cs typeface="Arial"/>
              </a:rPr>
              <a:t>]) &lt;&lt; endl;</a:t>
            </a:r>
            <a:endParaRPr/>
          </a:p>
          <a:p>
            <a:pPr>
              <a:defRPr/>
            </a:pPr>
            <a:r>
              <a:rPr sz="2800" b="0" i="0" u="none">
                <a:solidFill>
                  <a:srgbClr val="333333"/>
                </a:solidFill>
                <a:latin typeface="Arial"/>
                <a:ea typeface="Arial"/>
                <a:cs typeface="Aria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062728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6272879">
                                            <p:txEl>
                                              <p:pRg st="1" end="1"/>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14838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272879" grpId="0" build="p"/>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37278338" name="Title 1"/>
          <p:cNvSpPr>
            <a:spLocks noGrp="1"/>
          </p:cNvSpPr>
          <p:nvPr>
            <p:ph type="title"/>
          </p:nvPr>
        </p:nvSpPr>
        <p:spPr bwMode="auto"/>
        <p:txBody>
          <a:bodyPr/>
          <a:lstStyle/>
          <a:p>
            <a:pPr>
              <a:defRPr/>
            </a:pPr>
            <a:r>
              <a:rPr lang="en-US"/>
              <a:t>String vs char* (</a:t>
            </a:r>
            <a:r>
              <a:rPr lang="en-US"/>
              <a:t>cont</a:t>
            </a:r>
            <a:r>
              <a:rPr lang="en-US"/>
              <a:t>)</a:t>
            </a:r>
            <a:endParaRPr lang="he-IL"/>
          </a:p>
        </p:txBody>
      </p:sp>
      <p:sp>
        <p:nvSpPr>
          <p:cNvPr id="1377967948" name="Content Placeholder 2"/>
          <p:cNvSpPr>
            <a:spLocks noGrp="1"/>
          </p:cNvSpPr>
          <p:nvPr>
            <p:ph idx="1"/>
          </p:nvPr>
        </p:nvSpPr>
        <p:spPr bwMode="auto">
          <a:xfrm flipH="0" flipV="0">
            <a:off x="838198" y="1825624"/>
            <a:ext cx="8700615" cy="518024"/>
          </a:xfrm>
        </p:spPr>
        <p:txBody>
          <a:bodyPr vertOverflow="overflow" horzOverflow="overflow" vert="horz" wrap="square" lIns="91440" tIns="45720" rIns="91440" bIns="45720" numCol="1" spcCol="0" rtlCol="0" fromWordArt="0" anchor="t" anchorCtr="0" forceAA="0" upright="0" compatLnSpc="0">
            <a:normAutofit/>
          </a:bodyPr>
          <a:lstStyle/>
          <a:p>
            <a:pPr>
              <a:defRPr/>
            </a:pPr>
            <a:r>
              <a:rPr lang="en-US"/>
              <a:t>You can convert between </a:t>
            </a:r>
            <a:r>
              <a:rPr lang="en-US"/>
              <a:t>std</a:t>
            </a:r>
            <a:r>
              <a:rPr lang="en-US"/>
              <a:t>::string and char* and back.</a:t>
            </a:r>
            <a:endParaRPr lang="en-US"/>
          </a:p>
        </p:txBody>
      </p:sp>
      <p:sp>
        <p:nvSpPr>
          <p:cNvPr id="1919948227" name=""/>
          <p:cNvSpPr txBox="1"/>
          <p:nvPr/>
        </p:nvSpPr>
        <p:spPr bwMode="auto">
          <a:xfrm rot="0" flipH="0" flipV="0">
            <a:off x="838198" y="2834640"/>
            <a:ext cx="6047190"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0" indent="0" algn="l">
              <a:buFont typeface="Arial"/>
              <a:buNone/>
              <a:defRPr/>
            </a:pPr>
            <a:r>
              <a:rPr sz="2800" b="0" i="0" u="none">
                <a:solidFill>
                  <a:srgbClr val="333333"/>
                </a:solidFill>
                <a:latin typeface="Arial"/>
                <a:ea typeface="Arial"/>
                <a:cs typeface="Arial"/>
              </a:rPr>
              <a:t>std::string </a:t>
            </a:r>
            <a:r>
              <a:rPr sz="2800" b="1" i="0" u="none">
                <a:solidFill>
                  <a:srgbClr val="990000"/>
                </a:solidFill>
                <a:latin typeface="Arial"/>
                <a:ea typeface="Arial"/>
                <a:cs typeface="Arial"/>
              </a:rPr>
              <a:t>s</a:t>
            </a:r>
            <a:r>
              <a:rPr sz="2800" b="0" i="0" u="none">
                <a:solidFill>
                  <a:srgbClr val="333333"/>
                </a:solidFill>
                <a:latin typeface="Arial"/>
                <a:ea typeface="Arial"/>
                <a:cs typeface="Arial"/>
              </a:rPr>
              <a:t>(</a:t>
            </a:r>
            <a:r>
              <a:rPr sz="2800" b="0" i="0" u="none">
                <a:solidFill>
                  <a:srgbClr val="DD1144"/>
                </a:solidFill>
                <a:latin typeface="Arial"/>
                <a:ea typeface="Arial"/>
                <a:cs typeface="Arial"/>
              </a:rPr>
              <a:t>"abcdefg"</a:t>
            </a:r>
            <a:r>
              <a:rPr sz="2800" b="0" i="0" u="none">
                <a:solidFill>
                  <a:srgbClr val="333333"/>
                </a:solidFill>
                <a:latin typeface="Arial"/>
                <a:ea typeface="Arial"/>
                <a:cs typeface="Arial"/>
              </a:rPr>
              <a:t>)</a:t>
            </a:r>
            <a:r>
              <a:rPr sz="2800" b="0" i="0" u="none">
                <a:solidFill>
                  <a:srgbClr val="333333"/>
                </a:solidFill>
                <a:latin typeface="Arial"/>
                <a:ea typeface="Arial"/>
                <a:cs typeface="Arial"/>
              </a:rPr>
              <a:t>;</a:t>
            </a:r>
            <a:endParaRPr sz="2800"/>
          </a:p>
          <a:p>
            <a:pPr marL="0" indent="0" algn="l">
              <a:buFont typeface="Arial"/>
              <a:buNone/>
              <a:defRPr/>
            </a:pPr>
            <a:r>
              <a:rPr sz="2800" b="1" i="0" u="none">
                <a:solidFill>
                  <a:srgbClr val="333333"/>
                </a:solidFill>
                <a:latin typeface="Arial"/>
                <a:ea typeface="Arial"/>
                <a:cs typeface="Arial"/>
              </a:rPr>
              <a:t>const</a:t>
            </a:r>
            <a:r>
              <a:rPr sz="2800" b="0" i="0" u="none">
                <a:solidFill>
                  <a:srgbClr val="333333"/>
                </a:solidFill>
                <a:latin typeface="Arial"/>
                <a:ea typeface="Arial"/>
                <a:cs typeface="Arial"/>
              </a:rPr>
              <a:t> </a:t>
            </a:r>
            <a:r>
              <a:rPr sz="2800" b="1" i="0" u="none">
                <a:solidFill>
                  <a:srgbClr val="445588"/>
                </a:solidFill>
                <a:latin typeface="Arial"/>
                <a:ea typeface="Arial"/>
                <a:cs typeface="Arial"/>
              </a:rPr>
              <a:t>char</a:t>
            </a:r>
            <a:r>
              <a:rPr sz="2800" b="0" i="0" u="none">
                <a:solidFill>
                  <a:srgbClr val="333333"/>
                </a:solidFill>
                <a:latin typeface="Arial"/>
                <a:ea typeface="Arial"/>
                <a:cs typeface="Arial"/>
              </a:rPr>
              <a:t> *cs = s.</a:t>
            </a:r>
            <a:r>
              <a:rPr sz="2800" b="0" i="0" u="none">
                <a:solidFill>
                  <a:srgbClr val="0086B3"/>
                </a:solidFill>
                <a:latin typeface="Arial"/>
                <a:ea typeface="Arial"/>
                <a:cs typeface="Arial"/>
              </a:rPr>
              <a:t>c_str</a:t>
            </a:r>
            <a:r>
              <a:rPr sz="2800" b="0" i="0" u="none">
                <a:solidFill>
                  <a:srgbClr val="333333"/>
                </a:solidFill>
                <a:latin typeface="Arial"/>
                <a:ea typeface="Arial"/>
                <a:cs typeface="Arial"/>
              </a:rPr>
              <a:t>();</a:t>
            </a:r>
            <a:endParaRPr sz="2800"/>
          </a:p>
        </p:txBody>
      </p:sp>
      <p:sp>
        <p:nvSpPr>
          <p:cNvPr id="2047469558" name=""/>
          <p:cNvSpPr txBox="1"/>
          <p:nvPr/>
        </p:nvSpPr>
        <p:spPr bwMode="auto">
          <a:xfrm rot="0" flipH="0" flipV="0">
            <a:off x="838198" y="4181514"/>
            <a:ext cx="11006760" cy="9452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94023" indent="-394023" algn="l">
              <a:buFont typeface="Arial"/>
              <a:buChar char="•"/>
              <a:defRPr/>
            </a:pPr>
            <a:r>
              <a:rPr lang="en-US" sz="2800"/>
              <a:t>The command line arguments are passed as c-strings (char*) to the main function.</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779679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19948227"/>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74695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796794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1758006"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String vs char* (</a:t>
            </a:r>
            <a:r>
              <a:rPr lang="en-US" sz="4400" b="0" i="0" u="none" strike="noStrike" cap="none" spc="0">
                <a:solidFill>
                  <a:schemeClr val="tx1"/>
                </a:solidFill>
                <a:latin typeface="+mj-lt"/>
                <a:ea typeface="+mj-ea"/>
                <a:cs typeface="+mj-cs"/>
              </a:rPr>
              <a:t>cont</a:t>
            </a:r>
            <a:r>
              <a:rPr lang="en-US" sz="4400" b="0" i="0" u="none" strike="noStrike" cap="none" spc="0">
                <a:solidFill>
                  <a:schemeClr val="tx1"/>
                </a:solidFill>
                <a:latin typeface="+mj-lt"/>
                <a:ea typeface="+mj-ea"/>
                <a:cs typeface="+mj-cs"/>
              </a:rPr>
              <a:t>)</a:t>
            </a:r>
            <a:endParaRPr sz="4400"/>
          </a:p>
        </p:txBody>
      </p:sp>
      <p:sp>
        <p:nvSpPr>
          <p:cNvPr id="1213781910"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80000" lnSpcReduction="4000"/>
          </a:bodyPr>
          <a:lstStyle/>
          <a:p>
            <a:pPr marL="0" indent="0">
              <a:buFont typeface="Arial"/>
              <a:buNone/>
              <a:defRPr/>
            </a:pPr>
            <a:r>
              <a:rPr sz="2800" b="0" i="0" u="none">
                <a:solidFill>
                  <a:srgbClr val="333333"/>
                </a:solidFill>
                <a:latin typeface="Arial"/>
                <a:ea typeface="Arial"/>
                <a:cs typeface="Arial"/>
              </a:rPr>
              <a:t>string s = </a:t>
            </a:r>
            <a:r>
              <a:rPr sz="2800" b="0" i="0" u="none">
                <a:solidFill>
                  <a:srgbClr val="DD1144"/>
                </a:solidFill>
                <a:latin typeface="Arial"/>
                <a:ea typeface="Arial"/>
                <a:cs typeface="Arial"/>
              </a:rPr>
              <a:t>"string"</a:t>
            </a:r>
            <a:r>
              <a:rPr sz="2800" b="0" i="0" u="none">
                <a:solidFill>
                  <a:srgbClr val="333333"/>
                </a:solidFill>
                <a:latin typeface="Arial"/>
                <a:ea typeface="Arial"/>
                <a:cs typeface="Arial"/>
              </a:rPr>
              <a:t>;</a:t>
            </a:r>
            <a:endParaRPr/>
          </a:p>
          <a:p>
            <a:pPr marL="0" indent="0">
              <a:buFont typeface="Arial"/>
              <a:buNone/>
              <a:defRPr/>
            </a:pPr>
            <a:r>
              <a:rPr sz="2800" b="1" i="0" u="none">
                <a:solidFill>
                  <a:srgbClr val="333333"/>
                </a:solidFill>
                <a:latin typeface="Arial"/>
                <a:ea typeface="Arial"/>
                <a:cs typeface="Arial"/>
              </a:rPr>
              <a:t>const</a:t>
            </a:r>
            <a:r>
              <a:rPr sz="2800" b="0" i="0" u="none">
                <a:solidFill>
                  <a:srgbClr val="333333"/>
                </a:solidFill>
                <a:latin typeface="Arial"/>
                <a:ea typeface="Arial"/>
                <a:cs typeface="Arial"/>
              </a:rPr>
              <a:t> </a:t>
            </a:r>
            <a:r>
              <a:rPr sz="2800" b="1" i="0" u="none">
                <a:solidFill>
                  <a:srgbClr val="445588"/>
                </a:solidFill>
                <a:latin typeface="Arial"/>
                <a:ea typeface="Arial"/>
                <a:cs typeface="Arial"/>
              </a:rPr>
              <a:t>char</a:t>
            </a:r>
            <a:r>
              <a:rPr sz="2800" b="0" i="0" u="none">
                <a:solidFill>
                  <a:srgbClr val="333333"/>
                </a:solidFill>
                <a:latin typeface="Arial"/>
                <a:ea typeface="Arial"/>
                <a:cs typeface="Arial"/>
              </a:rPr>
              <a:t>* c = s.</a:t>
            </a:r>
            <a:r>
              <a:rPr sz="2800" b="0" i="0" u="sng">
                <a:solidFill>
                  <a:srgbClr val="0086B3"/>
                </a:solidFill>
                <a:latin typeface="Arial"/>
                <a:ea typeface="Arial"/>
                <a:cs typeface="Arial"/>
                <a:hlinkClick r:id="rId3" tooltip=""/>
              </a:rPr>
              <a:t>c_str</a:t>
            </a:r>
            <a:r>
              <a:rPr sz="2800" b="0" i="0" u="none">
                <a:solidFill>
                  <a:srgbClr val="333333"/>
                </a:solidFill>
                <a:latin typeface="Arial"/>
                <a:ea typeface="Arial"/>
                <a:cs typeface="Arial"/>
              </a:rPr>
              <a:t>(); </a:t>
            </a:r>
            <a:r>
              <a:rPr sz="2800" b="0" i="1" u="none">
                <a:solidFill>
                  <a:srgbClr val="999988"/>
                </a:solidFill>
                <a:latin typeface="Arial"/>
                <a:ea typeface="Arial"/>
                <a:cs typeface="Arial"/>
              </a:rPr>
              <a:t>// dangerous...</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s = </a:t>
            </a:r>
            <a:r>
              <a:rPr sz="2800" b="0" i="0" u="none">
                <a:solidFill>
                  <a:srgbClr val="DD1144"/>
                </a:solidFill>
                <a:latin typeface="Arial"/>
                <a:ea typeface="Arial"/>
                <a:cs typeface="Arial"/>
              </a:rPr>
              <a:t>"ssttrriinngg"</a:t>
            </a:r>
            <a:r>
              <a:rPr sz="2800" b="0" i="0" u="none">
                <a:solidFill>
                  <a:srgbClr val="333333"/>
                </a:solidFill>
                <a:latin typeface="Arial"/>
                <a:ea typeface="Arial"/>
                <a:cs typeface="Arial"/>
              </a:rPr>
              <a:t>;</a:t>
            </a:r>
            <a:endParaRPr/>
          </a:p>
          <a:p>
            <a:pPr marL="0" indent="0">
              <a:buFont typeface="Arial"/>
              <a:buNone/>
              <a:defRPr/>
            </a:pPr>
            <a:r>
              <a:rPr sz="2800" b="0" i="0" u="none">
                <a:solidFill>
                  <a:srgbClr val="333333"/>
                </a:solidFill>
                <a:latin typeface="Arial"/>
                <a:ea typeface="Arial"/>
                <a:cs typeface="Arial"/>
              </a:rPr>
              <a:t>cout &lt;&lt; c &lt;&lt; endl;</a:t>
            </a:r>
            <a:endParaRPr/>
          </a:p>
          <a:p>
            <a:pPr marL="0" indent="0">
              <a:buFont typeface="Arial"/>
              <a:buNone/>
              <a:defRPr/>
            </a:pPr>
            <a:r>
              <a:rPr sz="2800" b="0" i="0" u="none">
                <a:solidFill>
                  <a:srgbClr val="333333"/>
                </a:solidFill>
                <a:latin typeface="Arial"/>
                <a:ea typeface="Arial"/>
                <a:cs typeface="Arial"/>
              </a:rPr>
              <a:t>cout &lt;&lt; c[</a:t>
            </a:r>
            <a:r>
              <a:rPr sz="2800" b="0" i="0" u="none">
                <a:solidFill>
                  <a:srgbClr val="008080"/>
                </a:solidFill>
                <a:latin typeface="Arial"/>
                <a:ea typeface="Arial"/>
                <a:cs typeface="Arial"/>
              </a:rPr>
              <a:t>3</a:t>
            </a:r>
            <a:r>
              <a:rPr sz="2800" b="0" i="0" u="none">
                <a:solidFill>
                  <a:srgbClr val="333333"/>
                </a:solidFill>
                <a:latin typeface="Arial"/>
                <a:ea typeface="Arial"/>
                <a:cs typeface="Arial"/>
              </a:rPr>
              <a:t>] &lt;&lt; endl;</a:t>
            </a:r>
            <a:endParaRPr/>
          </a:p>
          <a:p>
            <a:pPr marL="0" indent="0">
              <a:buFont typeface="Arial"/>
              <a:buNone/>
              <a:defRPr/>
            </a:pPr>
            <a:r>
              <a:rPr sz="2800" b="0" i="0" u="none">
                <a:solidFill>
                  <a:srgbClr val="333333"/>
                </a:solidFill>
                <a:latin typeface="Arial"/>
                <a:ea typeface="Arial"/>
                <a:cs typeface="Arial"/>
              </a:rPr>
              <a:t>cout &lt;&lt; &amp;(c[</a:t>
            </a:r>
            <a:r>
              <a:rPr sz="2800" b="0" i="0" u="none">
                <a:solidFill>
                  <a:srgbClr val="008080"/>
                </a:solidFill>
                <a:latin typeface="Arial"/>
                <a:ea typeface="Arial"/>
                <a:cs typeface="Arial"/>
              </a:rPr>
              <a:t>3</a:t>
            </a:r>
            <a:r>
              <a:rPr sz="2800" b="0" i="0" u="none">
                <a:solidFill>
                  <a:srgbClr val="333333"/>
                </a:solidFill>
                <a:latin typeface="Arial"/>
                <a:ea typeface="Arial"/>
                <a:cs typeface="Arial"/>
              </a:rPr>
              <a:t>]) &lt;&lt; endl;</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string s1 = </a:t>
            </a:r>
            <a:r>
              <a:rPr sz="2800" b="0" i="0" u="none">
                <a:solidFill>
                  <a:srgbClr val="0086B3"/>
                </a:solidFill>
                <a:latin typeface="Arial"/>
                <a:ea typeface="Arial"/>
                <a:cs typeface="Arial"/>
              </a:rPr>
              <a:t>string</a:t>
            </a:r>
            <a:r>
              <a:rPr sz="2800" b="0" i="0" u="none">
                <a:solidFill>
                  <a:srgbClr val="333333"/>
                </a:solidFill>
                <a:latin typeface="Arial"/>
                <a:ea typeface="Arial"/>
                <a:cs typeface="Arial"/>
              </a:rPr>
              <a:t>(c);</a:t>
            </a:r>
            <a:endParaRPr/>
          </a:p>
          <a:p>
            <a:pPr marL="0" indent="0">
              <a:buFont typeface="Arial"/>
              <a:buNone/>
              <a:defRPr/>
            </a:pPr>
            <a:r>
              <a:rPr sz="2800" b="0" i="0" u="none">
                <a:solidFill>
                  <a:srgbClr val="333333"/>
                </a:solidFill>
                <a:latin typeface="Arial"/>
                <a:ea typeface="Arial"/>
                <a:cs typeface="Arial"/>
              </a:rPr>
              <a:t>cout &lt;&lt; s1 &lt;&lt; endl;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02533133" name="Title 1"/>
          <p:cNvSpPr>
            <a:spLocks noGrp="1"/>
          </p:cNvSpPr>
          <p:nvPr>
            <p:ph type="title"/>
          </p:nvPr>
        </p:nvSpPr>
        <p:spPr bwMode="auto"/>
        <p:txBody>
          <a:bodyPr/>
          <a:lstStyle/>
          <a:p>
            <a:pPr>
              <a:defRPr/>
            </a:pPr>
            <a:r>
              <a:rPr lang="en-US"/>
              <a:t>C++ References</a:t>
            </a:r>
            <a:endParaRPr lang="he-IL"/>
          </a:p>
        </p:txBody>
      </p:sp>
      <p:sp>
        <p:nvSpPr>
          <p:cNvPr id="961506924" name="Content Placeholder 2"/>
          <p:cNvSpPr>
            <a:spLocks noGrp="1"/>
          </p:cNvSpPr>
          <p:nvPr>
            <p:ph idx="1"/>
          </p:nvPr>
        </p:nvSpPr>
        <p:spPr bwMode="auto"/>
        <p:txBody>
          <a:bodyPr/>
          <a:lstStyle/>
          <a:p>
            <a:pPr>
              <a:defRPr/>
            </a:pPr>
            <a:r>
              <a:rPr lang="en-US"/>
              <a:t>C++ supports a concept called references.</a:t>
            </a:r>
            <a:endParaRPr/>
          </a:p>
          <a:p>
            <a:pPr>
              <a:defRPr/>
            </a:pPr>
            <a:r>
              <a:rPr lang="en-US"/>
              <a:t>There are two types of references, </a:t>
            </a:r>
            <a:r>
              <a:rPr lang="en-US"/>
              <a:t>lvalue</a:t>
            </a:r>
            <a:r>
              <a:rPr lang="en-US"/>
              <a:t> and </a:t>
            </a:r>
            <a:r>
              <a:rPr lang="en-US"/>
              <a:t>rvalue</a:t>
            </a:r>
            <a:r>
              <a:rPr lang="en-US"/>
              <a:t> references.</a:t>
            </a:r>
            <a:endParaRPr/>
          </a:p>
          <a:p>
            <a:pPr>
              <a:defRPr/>
            </a:pPr>
            <a:r>
              <a:rPr lang="en-US"/>
              <a:t>An lvalue</a:t>
            </a:r>
            <a:r>
              <a:rPr lang="en-US"/>
              <a:t> refers to an object that persists beyond a single expression.</a:t>
            </a:r>
            <a:endParaRPr/>
          </a:p>
          <a:p>
            <a:pPr>
              <a:defRPr/>
            </a:pPr>
            <a:r>
              <a:rPr lang="en-US"/>
              <a:t>An rvalue</a:t>
            </a:r>
            <a:r>
              <a:rPr lang="en-US"/>
              <a:t> refers to a temporary value that does not persist beyond the expression that uses it. </a:t>
            </a:r>
            <a:endParaRPr/>
          </a:p>
          <a:p>
            <a:pPr>
              <a:defRPr/>
            </a:pPr>
            <a:r>
              <a:rPr lang="en-US"/>
              <a:t>ravlue</a:t>
            </a:r>
            <a:r>
              <a:rPr lang="en-US"/>
              <a:t> cannot appear on the left side of an expression.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615069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6150692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150692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6150692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6150692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1506924" grpId="0" build="p"/>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09857431" name="Title 1"/>
          <p:cNvSpPr>
            <a:spLocks noGrp="1"/>
          </p:cNvSpPr>
          <p:nvPr>
            <p:ph type="title"/>
          </p:nvPr>
        </p:nvSpPr>
        <p:spPr bwMode="auto"/>
        <p:txBody>
          <a:bodyPr/>
          <a:lstStyle/>
          <a:p>
            <a:pPr>
              <a:defRPr/>
            </a:pPr>
            <a:r>
              <a:rPr lang="en-US"/>
              <a:t>C++ references (</a:t>
            </a:r>
            <a:r>
              <a:rPr lang="en-US"/>
              <a:t>cont</a:t>
            </a:r>
            <a:r>
              <a:rPr lang="en-US"/>
              <a:t>)</a:t>
            </a:r>
            <a:endParaRPr lang="he-IL"/>
          </a:p>
        </p:txBody>
      </p:sp>
      <p:sp>
        <p:nvSpPr>
          <p:cNvPr id="1394183613"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a:t>
            </a:r>
            <a:r>
              <a:rPr sz="2800" b="1" i="0" u="none">
                <a:solidFill>
                  <a:srgbClr val="990000"/>
                </a:solidFill>
                <a:latin typeface="Arial"/>
                <a:ea typeface="Arial"/>
                <a:cs typeface="Arial"/>
              </a:rPr>
              <a:t>main</a:t>
            </a:r>
            <a:r>
              <a:rPr sz="2800" b="0" i="0" u="none">
                <a:solidFill>
                  <a:srgbClr val="333333"/>
                </a:solidFill>
                <a:latin typeface="Arial"/>
                <a:ea typeface="Arial"/>
                <a:cs typeface="Arial"/>
              </a:rPr>
              <a:t>(</a:t>
            </a:r>
            <a:r>
              <a:rPr sz="2800" b="1" i="0" u="none">
                <a:solidFill>
                  <a:srgbClr val="445588"/>
                </a:solidFill>
                <a:latin typeface="Arial"/>
                <a:ea typeface="Arial"/>
                <a:cs typeface="Arial"/>
              </a:rPr>
              <a:t>int</a:t>
            </a:r>
            <a:r>
              <a:rPr sz="2800" b="0" i="0" u="none">
                <a:solidFill>
                  <a:srgbClr val="333333"/>
                </a:solidFill>
                <a:latin typeface="Arial"/>
                <a:ea typeface="Arial"/>
                <a:cs typeface="Arial"/>
              </a:rPr>
              <a:t> argc, </a:t>
            </a:r>
            <a:r>
              <a:rPr sz="2800" b="1" i="0" u="none">
                <a:solidFill>
                  <a:srgbClr val="445588"/>
                </a:solidFill>
                <a:latin typeface="Arial"/>
                <a:ea typeface="Arial"/>
                <a:cs typeface="Arial"/>
              </a:rPr>
              <a:t>char</a:t>
            </a:r>
            <a:r>
              <a:rPr sz="2800" b="0" i="0" u="none">
                <a:solidFill>
                  <a:srgbClr val="333333"/>
                </a:solidFill>
                <a:latin typeface="Arial"/>
                <a:ea typeface="Arial"/>
                <a:cs typeface="Arial"/>
              </a:rPr>
              <a:t>** argv)</a:t>
            </a:r>
            <a:endParaRPr/>
          </a:p>
          <a:p>
            <a:pPr marL="0" indent="0">
              <a:buFont typeface="Arial"/>
              <a:buNone/>
              <a:defRPr/>
            </a:pPr>
            <a:r>
              <a:rPr sz="2800" b="0" i="0" u="none">
                <a:solidFill>
                  <a:srgbClr val="333333"/>
                </a:solidFill>
                <a:latin typeface="Arial"/>
                <a:ea typeface="Arial"/>
                <a:cs typeface="Arial"/>
              </a:rPr>
              <a:t>{</a:t>
            </a:r>
            <a:endParaRPr sz="2800" b="1" i="0" u="none">
              <a:solidFill>
                <a:srgbClr val="445588"/>
              </a:solidFill>
              <a:latin typeface="Arial"/>
              <a:ea typeface="Arial"/>
              <a:cs typeface="Arial"/>
            </a:endParaRPr>
          </a:p>
          <a:p>
            <a:pPr marL="0" indent="0">
              <a:buFont typeface="Arial"/>
              <a:buNone/>
              <a:defRPr/>
            </a:pPr>
            <a:r>
              <a:rPr sz="2800" b="1" i="0" u="none">
                <a:solidFill>
                  <a:srgbClr val="445588"/>
                </a:solidFill>
                <a:latin typeface="Arial"/>
                <a:ea typeface="Arial"/>
                <a:cs typeface="Arial"/>
              </a:rPr>
              <a:t>	int</a:t>
            </a:r>
            <a:r>
              <a:rPr sz="2800" b="0" i="0" u="none">
                <a:solidFill>
                  <a:srgbClr val="333333"/>
                </a:solidFill>
                <a:latin typeface="Arial"/>
                <a:ea typeface="Arial"/>
                <a:cs typeface="Arial"/>
              </a:rPr>
              <a:t> i = </a:t>
            </a:r>
            <a:r>
              <a:rPr sz="2800" b="0" i="0" u="none">
                <a:solidFill>
                  <a:srgbClr val="008080"/>
                </a:solidFill>
                <a:latin typeface="Arial"/>
                <a:ea typeface="Arial"/>
                <a:cs typeface="Arial"/>
              </a:rPr>
              <a:t>5</a:t>
            </a:r>
            <a:r>
              <a:rPr sz="2800" b="0" i="0" u="none">
                <a:solidFill>
                  <a:srgbClr val="333333"/>
                </a:solidFill>
                <a:latin typeface="Arial"/>
                <a:ea typeface="Arial"/>
                <a:cs typeface="Arial"/>
              </a:rPr>
              <a:t>;   </a:t>
            </a:r>
            <a:r>
              <a:rPr sz="2800" b="0" i="1" u="none">
                <a:solidFill>
                  <a:srgbClr val="999988"/>
                </a:solidFill>
                <a:latin typeface="Arial"/>
                <a:ea typeface="Arial"/>
                <a:cs typeface="Arial"/>
              </a:rPr>
              <a:t>// i is lvalue, 5 is rvalue</a:t>
            </a:r>
            <a:endParaRPr sz="2800" b="1" i="0" u="none">
              <a:solidFill>
                <a:srgbClr val="445588"/>
              </a:solidFill>
              <a:latin typeface="Arial"/>
              <a:ea typeface="Arial"/>
              <a:cs typeface="Arial"/>
            </a:endParaRPr>
          </a:p>
          <a:p>
            <a:pPr marL="0" indent="0">
              <a:buFont typeface="Arial"/>
              <a:buNone/>
              <a:defRPr/>
            </a:pPr>
            <a:r>
              <a:rPr sz="2800" b="1" i="0" u="none">
                <a:solidFill>
                  <a:srgbClr val="445588"/>
                </a:solidFill>
                <a:latin typeface="Arial"/>
                <a:ea typeface="Arial"/>
                <a:cs typeface="Arial"/>
              </a:rPr>
              <a:t>	int</a:t>
            </a:r>
            <a:r>
              <a:rPr sz="2800" b="0" i="0" u="none">
                <a:solidFill>
                  <a:srgbClr val="333333"/>
                </a:solidFill>
                <a:latin typeface="Arial"/>
                <a:ea typeface="Arial"/>
                <a:cs typeface="Arial"/>
              </a:rPr>
              <a:t> j = </a:t>
            </a:r>
            <a:r>
              <a:rPr sz="2800" b="0" i="0" u="none">
                <a:solidFill>
                  <a:srgbClr val="008080"/>
                </a:solidFill>
                <a:latin typeface="Arial"/>
                <a:ea typeface="Arial"/>
                <a:cs typeface="Arial"/>
              </a:rPr>
              <a:t>4</a:t>
            </a:r>
            <a:r>
              <a:rPr sz="2800" b="0" i="0" u="none">
                <a:solidFill>
                  <a:srgbClr val="333333"/>
                </a:solidFill>
                <a:latin typeface="Arial"/>
                <a:ea typeface="Arial"/>
                <a:cs typeface="Arial"/>
              </a:rPr>
              <a:t>;   </a:t>
            </a:r>
            <a:r>
              <a:rPr sz="2800" b="0" i="1" u="none">
                <a:solidFill>
                  <a:srgbClr val="999988"/>
                </a:solidFill>
                <a:latin typeface="Arial"/>
                <a:ea typeface="Arial"/>
                <a:cs typeface="Arial"/>
              </a:rPr>
              <a:t>// j is lvalue, 4 is rvalue</a:t>
            </a:r>
            <a:endParaRPr sz="2800" b="1" i="0" u="none">
              <a:solidFill>
                <a:srgbClr val="445588"/>
              </a:solidFill>
              <a:latin typeface="Arial"/>
              <a:ea typeface="Arial"/>
              <a:cs typeface="Arial"/>
            </a:endParaRPr>
          </a:p>
          <a:p>
            <a:pPr marL="0" indent="0">
              <a:buFont typeface="Arial"/>
              <a:buNone/>
              <a:defRPr/>
            </a:pPr>
            <a:r>
              <a:rPr sz="2800" b="1" i="0" u="none">
                <a:solidFill>
                  <a:srgbClr val="445588"/>
                </a:solidFill>
                <a:latin typeface="Arial"/>
                <a:ea typeface="Arial"/>
                <a:cs typeface="Arial"/>
              </a:rPr>
              <a:t>	char</a:t>
            </a:r>
            <a:r>
              <a:rPr sz="2800" b="0" i="0" u="none">
                <a:solidFill>
                  <a:srgbClr val="333333"/>
                </a:solidFill>
                <a:latin typeface="Arial"/>
                <a:ea typeface="Arial"/>
                <a:cs typeface="Arial"/>
              </a:rPr>
              <a:t> *s = </a:t>
            </a:r>
            <a:r>
              <a:rPr sz="2800" b="0" i="0" u="none">
                <a:solidFill>
                  <a:srgbClr val="DD1144"/>
                </a:solidFill>
                <a:latin typeface="Arial"/>
                <a:ea typeface="Arial"/>
                <a:cs typeface="Arial"/>
              </a:rPr>
              <a:t>"test"</a:t>
            </a:r>
            <a:r>
              <a:rPr sz="2800" b="0" i="0" u="none">
                <a:solidFill>
                  <a:srgbClr val="333333"/>
                </a:solidFill>
                <a:latin typeface="Arial"/>
                <a:ea typeface="Arial"/>
                <a:cs typeface="Arial"/>
              </a:rPr>
              <a:t>; </a:t>
            </a:r>
            <a:r>
              <a:rPr sz="2800" b="0" i="1" u="none">
                <a:solidFill>
                  <a:srgbClr val="999988"/>
                </a:solidFill>
                <a:latin typeface="Arial"/>
                <a:ea typeface="Arial"/>
                <a:cs typeface="Arial"/>
              </a:rPr>
              <a:t>// s is lvalue, "test" is rvalue</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	j = </a:t>
            </a:r>
            <a:r>
              <a:rPr sz="2800" b="0" i="0" u="none">
                <a:solidFill>
                  <a:srgbClr val="008080"/>
                </a:solidFill>
                <a:latin typeface="Arial"/>
                <a:ea typeface="Arial"/>
                <a:cs typeface="Arial"/>
              </a:rPr>
              <a:t>5</a:t>
            </a:r>
            <a:r>
              <a:rPr sz="2800" b="0" i="0" u="none">
                <a:solidFill>
                  <a:srgbClr val="333333"/>
                </a:solidFill>
                <a:latin typeface="Arial"/>
                <a:ea typeface="Arial"/>
                <a:cs typeface="Arial"/>
              </a:rPr>
              <a:t> * </a:t>
            </a:r>
            <a:r>
              <a:rPr sz="2800" b="0" i="0" u="none">
                <a:solidFill>
                  <a:srgbClr val="008080"/>
                </a:solidFill>
                <a:latin typeface="Arial"/>
                <a:ea typeface="Arial"/>
                <a:cs typeface="Arial"/>
              </a:rPr>
              <a:t>22</a:t>
            </a:r>
            <a:r>
              <a:rPr sz="2800" b="0" i="0" u="none">
                <a:solidFill>
                  <a:srgbClr val="333333"/>
                </a:solidFill>
                <a:latin typeface="Arial"/>
                <a:ea typeface="Arial"/>
                <a:cs typeface="Arial"/>
              </a:rPr>
              <a:t>;  </a:t>
            </a:r>
            <a:r>
              <a:rPr sz="2800" b="0" i="1" u="none">
                <a:solidFill>
                  <a:srgbClr val="999988"/>
                </a:solidFill>
                <a:latin typeface="Arial"/>
                <a:ea typeface="Arial"/>
                <a:cs typeface="Arial"/>
              </a:rPr>
              <a:t>// j is lvalue, 5 * 22 is rvalue</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	i = i + j;   </a:t>
            </a:r>
            <a:r>
              <a:rPr sz="2800" b="0" i="1" u="none">
                <a:solidFill>
                  <a:srgbClr val="999988"/>
                </a:solidFill>
                <a:latin typeface="Arial"/>
                <a:ea typeface="Arial"/>
                <a:cs typeface="Arial"/>
              </a:rPr>
              <a:t>// i is lvalue, i + j is rvalue</a:t>
            </a:r>
            <a:endParaRPr/>
          </a:p>
          <a:p>
            <a:pPr marL="0" indent="0">
              <a:buFont typeface="Arial"/>
              <a:buNone/>
              <a:defRPr/>
            </a:pPr>
            <a:r>
              <a:rPr sz="2800" b="0" i="0" u="none">
                <a:solidFill>
                  <a:srgbClr val="333333"/>
                </a:solidFill>
                <a:latin typeface="Arial"/>
                <a:ea typeface="Arial"/>
                <a:cs typeface="Arial"/>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26257968" name="Title 1"/>
          <p:cNvSpPr>
            <a:spLocks noGrp="1"/>
          </p:cNvSpPr>
          <p:nvPr>
            <p:ph type="title"/>
          </p:nvPr>
        </p:nvSpPr>
        <p:spPr bwMode="auto"/>
        <p:txBody>
          <a:bodyPr/>
          <a:lstStyle/>
          <a:p>
            <a:pPr>
              <a:defRPr/>
            </a:pPr>
            <a:r>
              <a:rPr lang="en-US"/>
              <a:t>lvalue</a:t>
            </a:r>
            <a:r>
              <a:rPr lang="en-US"/>
              <a:t> references</a:t>
            </a:r>
            <a:endParaRPr lang="he-IL"/>
          </a:p>
        </p:txBody>
      </p:sp>
      <p:sp>
        <p:nvSpPr>
          <p:cNvPr id="261105801" name="Content Placeholder 2"/>
          <p:cNvSpPr>
            <a:spLocks noGrp="1"/>
          </p:cNvSpPr>
          <p:nvPr>
            <p:ph idx="1"/>
          </p:nvPr>
        </p:nvSpPr>
        <p:spPr bwMode="auto"/>
        <p:txBody>
          <a:bodyPr/>
          <a:lstStyle/>
          <a:p>
            <a:pPr>
              <a:defRPr/>
            </a:pPr>
            <a:r>
              <a:rPr lang="en-US" sz="2600"/>
              <a:t>Behave like </a:t>
            </a:r>
            <a:r>
              <a:rPr lang="en-US" sz="2600" b="1"/>
              <a:t>const</a:t>
            </a:r>
            <a:r>
              <a:rPr lang="en-US" sz="2600" b="1"/>
              <a:t> pointers</a:t>
            </a:r>
            <a:r>
              <a:rPr lang="en-US" sz="2600"/>
              <a:t>.</a:t>
            </a:r>
            <a:endParaRPr sz="2600"/>
          </a:p>
          <a:p>
            <a:pPr>
              <a:defRPr/>
            </a:pPr>
            <a:r>
              <a:rPr lang="en-US" sz="2600"/>
              <a:t>Point to a specific location that cannot be changed afterwards. Must be initialized with a real value. (Not null)</a:t>
            </a:r>
            <a:endParaRPr sz="2600"/>
          </a:p>
          <a:p>
            <a:pPr>
              <a:defRPr/>
            </a:pPr>
            <a:r>
              <a:rPr lang="en-US" sz="2600"/>
              <a:t>Declared using the operator &amp; </a:t>
            </a:r>
            <a:r>
              <a:rPr lang="en-US" sz="2600" b="1"/>
              <a:t>after</a:t>
            </a:r>
            <a:r>
              <a:rPr lang="en-US" sz="2600"/>
              <a:t> the type.</a:t>
            </a:r>
            <a:endParaRPr sz="2600"/>
          </a:p>
        </p:txBody>
      </p:sp>
      <p:sp>
        <p:nvSpPr>
          <p:cNvPr id="43199584" name=""/>
          <p:cNvSpPr/>
          <p:nvPr/>
        </p:nvSpPr>
        <p:spPr bwMode="auto">
          <a:xfrm>
            <a:off x="1111877" y="3528459"/>
            <a:ext cx="8048979" cy="326171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1600" b="1" i="0" u="none">
                <a:solidFill>
                  <a:srgbClr val="445588"/>
                </a:solidFill>
                <a:latin typeface="Arial"/>
                <a:ea typeface="Arial"/>
                <a:cs typeface="Arial"/>
              </a:rPr>
              <a:t>int</a:t>
            </a:r>
            <a:r>
              <a:rPr sz="1600" b="0" i="0" u="none">
                <a:solidFill>
                  <a:srgbClr val="333333"/>
                </a:solidFill>
                <a:latin typeface="Arial"/>
                <a:ea typeface="Arial"/>
                <a:cs typeface="Arial"/>
              </a:rPr>
              <a:t> </a:t>
            </a:r>
            <a:r>
              <a:rPr sz="1600" b="1" i="0" u="none">
                <a:solidFill>
                  <a:srgbClr val="990000"/>
                </a:solidFill>
                <a:latin typeface="Arial"/>
                <a:ea typeface="Arial"/>
                <a:cs typeface="Arial"/>
              </a:rPr>
              <a:t>main</a:t>
            </a:r>
            <a:r>
              <a:rPr sz="1600" b="0" i="0" u="none">
                <a:solidFill>
                  <a:srgbClr val="333333"/>
                </a:solidFill>
                <a:latin typeface="Arial"/>
                <a:ea typeface="Arial"/>
                <a:cs typeface="Arial"/>
              </a:rPr>
              <a:t>(</a:t>
            </a:r>
            <a:r>
              <a:rPr sz="1600" b="1" i="0" u="none">
                <a:solidFill>
                  <a:srgbClr val="445588"/>
                </a:solidFill>
                <a:latin typeface="Arial"/>
                <a:ea typeface="Arial"/>
                <a:cs typeface="Arial"/>
              </a:rPr>
              <a:t>int</a:t>
            </a:r>
            <a:r>
              <a:rPr sz="1600" b="0" i="0" u="none">
                <a:solidFill>
                  <a:srgbClr val="333333"/>
                </a:solidFill>
                <a:latin typeface="Arial"/>
                <a:ea typeface="Arial"/>
                <a:cs typeface="Arial"/>
              </a:rPr>
              <a:t> argc, </a:t>
            </a:r>
            <a:r>
              <a:rPr sz="1600" b="1" i="0" u="none">
                <a:solidFill>
                  <a:srgbClr val="445588"/>
                </a:solidFill>
                <a:latin typeface="Arial"/>
                <a:ea typeface="Arial"/>
                <a:cs typeface="Arial"/>
              </a:rPr>
              <a:t>char</a:t>
            </a:r>
            <a:r>
              <a:rPr sz="1600" b="0" i="0" u="none">
                <a:solidFill>
                  <a:srgbClr val="333333"/>
                </a:solidFill>
                <a:latin typeface="Arial"/>
                <a:ea typeface="Arial"/>
                <a:cs typeface="Arial"/>
              </a:rPr>
              <a:t>** argv)</a:t>
            </a:r>
            <a:endParaRPr sz="1600"/>
          </a:p>
          <a:p>
            <a:pPr>
              <a:defRPr/>
            </a:pPr>
            <a:r>
              <a:rPr sz="1600" b="0" i="0" u="none">
                <a:solidFill>
                  <a:srgbClr val="333333"/>
                </a:solidFill>
                <a:latin typeface="Arial"/>
                <a:ea typeface="Arial"/>
                <a:cs typeface="Arial"/>
              </a:rPr>
              <a:t>{</a:t>
            </a:r>
            <a:endParaRPr sz="1600" b="0" i="1" u="none">
              <a:solidFill>
                <a:srgbClr val="999988"/>
              </a:solidFill>
              <a:latin typeface="Arial"/>
              <a:ea typeface="Arial"/>
              <a:cs typeface="Arial"/>
            </a:endParaRPr>
          </a:p>
          <a:p>
            <a:pPr>
              <a:defRPr/>
            </a:pPr>
            <a:r>
              <a:rPr sz="1600" b="0" i="1" u="none">
                <a:solidFill>
                  <a:srgbClr val="999988"/>
                </a:solidFill>
                <a:latin typeface="Arial"/>
                <a:ea typeface="Arial"/>
                <a:cs typeface="Arial"/>
              </a:rPr>
              <a:t>	//example1:</a:t>
            </a:r>
            <a:endParaRPr sz="1600" b="1" i="0" u="none">
              <a:solidFill>
                <a:srgbClr val="445588"/>
              </a:solidFill>
              <a:latin typeface="Arial"/>
              <a:ea typeface="Arial"/>
              <a:cs typeface="Arial"/>
            </a:endParaRPr>
          </a:p>
          <a:p>
            <a:pPr>
              <a:defRPr/>
            </a:pPr>
            <a:r>
              <a:rPr sz="1600" b="1" i="0" u="none">
                <a:solidFill>
                  <a:srgbClr val="445588"/>
                </a:solidFill>
                <a:latin typeface="Arial"/>
                <a:ea typeface="Arial"/>
                <a:cs typeface="Arial"/>
              </a:rPr>
              <a:t>	int</a:t>
            </a:r>
            <a:r>
              <a:rPr sz="1600" b="0" i="0" u="none">
                <a:solidFill>
                  <a:srgbClr val="333333"/>
                </a:solidFill>
                <a:latin typeface="Arial"/>
                <a:ea typeface="Arial"/>
                <a:cs typeface="Arial"/>
              </a:rPr>
              <a:t> X = </a:t>
            </a:r>
            <a:r>
              <a:rPr sz="1600" b="0" i="0" u="none">
                <a:solidFill>
                  <a:srgbClr val="008080"/>
                </a:solidFill>
                <a:latin typeface="Arial"/>
                <a:ea typeface="Arial"/>
                <a:cs typeface="Arial"/>
              </a:rPr>
              <a:t>5</a:t>
            </a:r>
            <a:r>
              <a:rPr sz="1600" b="0" i="0" u="none">
                <a:solidFill>
                  <a:srgbClr val="333333"/>
                </a:solidFill>
                <a:latin typeface="Arial"/>
                <a:ea typeface="Arial"/>
                <a:cs typeface="Arial"/>
              </a:rPr>
              <a:t>;</a:t>
            </a:r>
            <a:endParaRPr sz="1600" b="1" i="0" u="none">
              <a:solidFill>
                <a:srgbClr val="445588"/>
              </a:solidFill>
              <a:latin typeface="Arial"/>
              <a:ea typeface="Arial"/>
              <a:cs typeface="Arial"/>
            </a:endParaRPr>
          </a:p>
          <a:p>
            <a:pPr>
              <a:defRPr/>
            </a:pPr>
            <a:r>
              <a:rPr sz="1600" b="1" i="0" u="none">
                <a:solidFill>
                  <a:srgbClr val="445588"/>
                </a:solidFill>
                <a:latin typeface="Arial"/>
                <a:ea typeface="Arial"/>
                <a:cs typeface="Arial"/>
              </a:rPr>
              <a:t>	int</a:t>
            </a:r>
            <a:r>
              <a:rPr sz="1600" b="0" i="0" u="none">
                <a:solidFill>
                  <a:srgbClr val="333333"/>
                </a:solidFill>
                <a:latin typeface="Arial"/>
                <a:ea typeface="Arial"/>
                <a:cs typeface="Arial"/>
              </a:rPr>
              <a:t>&amp; rX = X;   </a:t>
            </a:r>
            <a:r>
              <a:rPr sz="1600" b="0" i="1" u="none">
                <a:solidFill>
                  <a:srgbClr val="999988"/>
                </a:solidFill>
                <a:latin typeface="Arial"/>
                <a:ea typeface="Arial"/>
                <a:cs typeface="Arial"/>
              </a:rPr>
              <a:t>// rX will hold the value 5</a:t>
            </a:r>
            <a:endParaRPr sz="1600" b="0" i="0" u="none">
              <a:solidFill>
                <a:srgbClr val="333333"/>
              </a:solidFill>
              <a:latin typeface="Arial"/>
              <a:ea typeface="Arial"/>
              <a:cs typeface="Arial"/>
            </a:endParaRPr>
          </a:p>
          <a:p>
            <a:pPr>
              <a:defRPr/>
            </a:pPr>
            <a:r>
              <a:rPr sz="1600" b="0" i="0" u="none">
                <a:solidFill>
                  <a:srgbClr val="333333"/>
                </a:solidFill>
                <a:latin typeface="Arial"/>
                <a:ea typeface="Arial"/>
                <a:cs typeface="Arial"/>
              </a:rPr>
              <a:t>	rX++;          </a:t>
            </a:r>
            <a:r>
              <a:rPr sz="1600" b="0" i="1" u="none">
                <a:solidFill>
                  <a:srgbClr val="999988"/>
                </a:solidFill>
                <a:latin typeface="Arial"/>
                <a:ea typeface="Arial"/>
                <a:cs typeface="Arial"/>
              </a:rPr>
              <a:t>// rX and X will hold the value 6</a:t>
            </a:r>
            <a:endParaRPr sz="1600"/>
          </a:p>
          <a:p>
            <a:pPr>
              <a:defRPr/>
            </a:pPr>
            <a:endParaRPr sz="1600"/>
          </a:p>
          <a:p>
            <a:pPr>
              <a:defRPr/>
            </a:pPr>
            <a:r>
              <a:rPr sz="1600" b="0" i="0" u="none">
                <a:solidFill>
                  <a:srgbClr val="333333"/>
                </a:solidFill>
                <a:latin typeface="Arial"/>
                <a:ea typeface="Arial"/>
                <a:cs typeface="Arial"/>
              </a:rPr>
              <a:t> </a:t>
            </a:r>
            <a:r>
              <a:rPr sz="1600" b="0" i="0" u="none">
                <a:solidFill>
                  <a:srgbClr val="333333"/>
                </a:solidFill>
                <a:latin typeface="Arial"/>
                <a:ea typeface="Arial"/>
                <a:cs typeface="Arial"/>
              </a:rPr>
              <a:t>	</a:t>
            </a:r>
            <a:r>
              <a:rPr sz="1600" b="0" i="1" u="none">
                <a:solidFill>
                  <a:srgbClr val="999988"/>
                </a:solidFill>
                <a:latin typeface="Arial"/>
                <a:ea typeface="Arial"/>
                <a:cs typeface="Arial"/>
              </a:rPr>
              <a:t>//example2:</a:t>
            </a:r>
            <a:endParaRPr sz="1600" b="1" i="0" u="none">
              <a:solidFill>
                <a:srgbClr val="445588"/>
              </a:solidFill>
              <a:latin typeface="Arial"/>
              <a:ea typeface="Arial"/>
              <a:cs typeface="Arial"/>
            </a:endParaRPr>
          </a:p>
          <a:p>
            <a:pPr>
              <a:defRPr/>
            </a:pPr>
            <a:r>
              <a:rPr sz="1600" b="1" i="0" u="none">
                <a:solidFill>
                  <a:srgbClr val="445588"/>
                </a:solidFill>
                <a:latin typeface="Arial"/>
                <a:ea typeface="Arial"/>
                <a:cs typeface="Arial"/>
              </a:rPr>
              <a:t>	int</a:t>
            </a:r>
            <a:r>
              <a:rPr sz="1600" b="0" i="0" u="none">
                <a:solidFill>
                  <a:srgbClr val="333333"/>
                </a:solidFill>
                <a:latin typeface="Arial"/>
                <a:ea typeface="Arial"/>
                <a:cs typeface="Arial"/>
              </a:rPr>
              <a:t>* i = &amp;argc;</a:t>
            </a:r>
            <a:endParaRPr sz="1600" b="1" i="0" u="none">
              <a:solidFill>
                <a:srgbClr val="445588"/>
              </a:solidFill>
              <a:latin typeface="Arial"/>
              <a:ea typeface="Arial"/>
              <a:cs typeface="Arial"/>
            </a:endParaRPr>
          </a:p>
          <a:p>
            <a:pPr>
              <a:defRPr/>
            </a:pPr>
            <a:r>
              <a:rPr sz="1600" b="1" i="0" u="none">
                <a:solidFill>
                  <a:srgbClr val="445588"/>
                </a:solidFill>
                <a:latin typeface="Arial"/>
                <a:ea typeface="Arial"/>
                <a:cs typeface="Arial"/>
              </a:rPr>
              <a:t>	int</a:t>
            </a:r>
            <a:r>
              <a:rPr sz="1600" b="0" i="0" u="none">
                <a:solidFill>
                  <a:srgbClr val="333333"/>
                </a:solidFill>
                <a:latin typeface="Arial"/>
                <a:ea typeface="Arial"/>
                <a:cs typeface="Arial"/>
              </a:rPr>
              <a:t>&amp; j = *i;   </a:t>
            </a:r>
            <a:r>
              <a:rPr sz="1600" b="0" i="1" u="none">
                <a:solidFill>
                  <a:srgbClr val="999988"/>
                </a:solidFill>
                <a:latin typeface="Arial"/>
                <a:ea typeface="Arial"/>
                <a:cs typeface="Arial"/>
              </a:rPr>
              <a:t>// j is a reference to int, (*i) is of type int.</a:t>
            </a:r>
            <a:endParaRPr sz="1600" b="0" i="0" u="none">
              <a:solidFill>
                <a:srgbClr val="333333"/>
              </a:solidFill>
              <a:latin typeface="Arial"/>
              <a:ea typeface="Arial"/>
              <a:cs typeface="Arial"/>
            </a:endParaRPr>
          </a:p>
          <a:p>
            <a:pPr>
              <a:defRPr/>
            </a:pPr>
            <a:r>
              <a:rPr sz="1600" b="0" i="0" u="none">
                <a:solidFill>
                  <a:srgbClr val="333333"/>
                </a:solidFill>
                <a:latin typeface="Arial"/>
                <a:ea typeface="Arial"/>
                <a:cs typeface="Arial"/>
              </a:rPr>
              <a:t>	std::cout &lt;&lt; i &lt;&lt; </a:t>
            </a:r>
            <a:r>
              <a:rPr sz="1600" b="0" i="0" u="none">
                <a:solidFill>
                  <a:srgbClr val="DD1144"/>
                </a:solidFill>
                <a:latin typeface="Arial"/>
                <a:ea typeface="Arial"/>
                <a:cs typeface="Arial"/>
              </a:rPr>
              <a:t>","</a:t>
            </a:r>
            <a:r>
              <a:rPr sz="1600" b="0" i="0" u="none">
                <a:solidFill>
                  <a:srgbClr val="333333"/>
                </a:solidFill>
                <a:latin typeface="Arial"/>
                <a:ea typeface="Arial"/>
                <a:cs typeface="Arial"/>
              </a:rPr>
              <a:t> &lt;&lt; *i &lt;&lt; </a:t>
            </a:r>
            <a:r>
              <a:rPr sz="1600" b="0" i="0" u="none">
                <a:solidFill>
                  <a:srgbClr val="DD1144"/>
                </a:solidFill>
                <a:latin typeface="Arial"/>
                <a:ea typeface="Arial"/>
                <a:cs typeface="Arial"/>
              </a:rPr>
              <a:t>","</a:t>
            </a:r>
            <a:r>
              <a:rPr sz="1600" b="0" i="0" u="none">
                <a:solidFill>
                  <a:srgbClr val="333333"/>
                </a:solidFill>
                <a:latin typeface="Arial"/>
                <a:ea typeface="Arial"/>
                <a:cs typeface="Arial"/>
              </a:rPr>
              <a:t> &lt;&lt; j &lt;&lt; std::endl;</a:t>
            </a:r>
            <a:endParaRPr sz="1600" b="0" i="1" u="none">
              <a:solidFill>
                <a:srgbClr val="999988"/>
              </a:solidFill>
              <a:latin typeface="Arial"/>
              <a:ea typeface="Arial"/>
              <a:cs typeface="Arial"/>
            </a:endParaRPr>
          </a:p>
          <a:p>
            <a:pPr>
              <a:defRPr/>
            </a:pPr>
            <a:r>
              <a:rPr sz="1600" b="0" i="1" u="none">
                <a:solidFill>
                  <a:srgbClr val="999988"/>
                </a:solidFill>
                <a:latin typeface="Arial"/>
                <a:ea typeface="Arial"/>
                <a:cs typeface="Arial"/>
              </a:rPr>
              <a:t>	// Will print: pointer address,1,1</a:t>
            </a:r>
            <a:endParaRPr sz="1600"/>
          </a:p>
          <a:p>
            <a:pPr>
              <a:defRPr/>
            </a:pPr>
            <a:r>
              <a:rPr sz="1600" b="0" i="0" u="none">
                <a:solidFill>
                  <a:srgbClr val="333333"/>
                </a:solidFill>
                <a:latin typeface="Arial"/>
                <a:ea typeface="Arial"/>
                <a:cs typeface="Arial"/>
              </a:rPr>
              <a:t>}</a:t>
            </a:r>
            <a:endParaRPr sz="1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110580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11058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1105801">
                                            <p:txEl>
                                              <p:pRg st="2" end="2"/>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1995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05801" grpId="0" build="p"/>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75180538"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C++ references</a:t>
            </a:r>
            <a:endParaRPr/>
          </a:p>
        </p:txBody>
      </p:sp>
      <p:sp>
        <p:nvSpPr>
          <p:cNvPr id="864562114" name="Content Placeholder 2"/>
          <p:cNvSpPr>
            <a:spLocks noGrp="1"/>
          </p:cNvSpPr>
          <p:nvPr>
            <p:ph idx="1"/>
          </p:nvPr>
        </p:nvSpPr>
        <p:spPr bwMode="auto"/>
        <p:txBody>
          <a:bodyPr/>
          <a:lstStyle/>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i = </a:t>
            </a:r>
            <a:r>
              <a:rPr sz="2800" b="0" i="0" u="none">
                <a:solidFill>
                  <a:srgbClr val="008080"/>
                </a:solidFill>
                <a:latin typeface="Arial"/>
                <a:ea typeface="Arial"/>
                <a:cs typeface="Arial"/>
              </a:rPr>
              <a:t>2</a:t>
            </a:r>
            <a:r>
              <a:rPr sz="2800" b="0" i="0" u="none">
                <a:solidFill>
                  <a:srgbClr val="333333"/>
                </a:solidFill>
                <a:latin typeface="Arial"/>
                <a:ea typeface="Arial"/>
                <a:cs typeface="Arial"/>
              </a:rPr>
              <a:t>;</a:t>
            </a:r>
            <a:endParaRPr/>
          </a:p>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&amp; ri = i;</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ri++;</a:t>
            </a:r>
            <a:endParaRPr/>
          </a:p>
          <a:p>
            <a:pPr marL="0" indent="0">
              <a:buFont typeface="Arial"/>
              <a:buNone/>
              <a:defRPr/>
            </a:pPr>
            <a:r>
              <a:rPr sz="2800" b="0" i="0" u="none">
                <a:solidFill>
                  <a:srgbClr val="333333"/>
                </a:solidFill>
                <a:latin typeface="Arial"/>
                <a:ea typeface="Arial"/>
                <a:cs typeface="Arial"/>
              </a:rPr>
              <a:t>cout &lt;&lt; i &lt;&lt; endl;</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9035172" name="Title 1"/>
          <p:cNvSpPr>
            <a:spLocks noGrp="1"/>
          </p:cNvSpPr>
          <p:nvPr>
            <p:ph type="title"/>
          </p:nvPr>
        </p:nvSpPr>
        <p:spPr bwMode="auto"/>
        <p:txBody>
          <a:bodyPr/>
          <a:lstStyle/>
          <a:p>
            <a:pPr>
              <a:defRPr/>
            </a:pPr>
            <a:r>
              <a:rPr lang="en-US"/>
              <a:t>C++ memory handling</a:t>
            </a:r>
            <a:endParaRPr lang="he-IL"/>
          </a:p>
        </p:txBody>
      </p:sp>
      <p:sp>
        <p:nvSpPr>
          <p:cNvPr id="2094312702" name="Content Placeholder 2"/>
          <p:cNvSpPr>
            <a:spLocks noGrp="1"/>
          </p:cNvSpPr>
          <p:nvPr>
            <p:ph idx="1"/>
          </p:nvPr>
        </p:nvSpPr>
        <p:spPr bwMode="auto"/>
        <p:txBody>
          <a:bodyPr/>
          <a:lstStyle/>
          <a:p>
            <a:pPr>
              <a:defRPr/>
            </a:pPr>
            <a:r>
              <a:rPr lang="en-US" sz="2800" b="0" i="0" u="none" strike="noStrike" cap="none" spc="0">
                <a:solidFill>
                  <a:schemeClr val="tx1"/>
                </a:solidFill>
                <a:latin typeface="Calibri"/>
                <a:ea typeface="Calibri"/>
                <a:cs typeface="Calibri"/>
              </a:rPr>
              <a:t>Up until now, we have discussed allocating memory on the stack.</a:t>
            </a:r>
            <a:endParaRPr/>
          </a:p>
          <a:p>
            <a:pPr>
              <a:defRPr/>
            </a:pPr>
            <a:r>
              <a:rPr lang="en-US"/>
              <a:t>Allocating memory on the heap is done using the “new” operator.</a:t>
            </a:r>
            <a:endParaRPr/>
          </a:p>
          <a:p>
            <a:pPr>
              <a:defRPr/>
            </a:pPr>
            <a:r>
              <a:rPr lang="en-US"/>
              <a:t>“new” allocates a memory on the heap, initializes it, and returns a pointer to it.</a:t>
            </a:r>
            <a:endParaRPr/>
          </a:p>
          <a:p>
            <a:pPr>
              <a:defRPr/>
            </a:pPr>
            <a:r>
              <a:rPr lang="en-US"/>
              <a:t>All memory allocated with “new” must be freed, or you will get a memory leak.</a:t>
            </a:r>
            <a:endParaRPr/>
          </a:p>
          <a:p>
            <a:pPr>
              <a:defRPr/>
            </a:pPr>
            <a:r>
              <a:rPr lang="en-US"/>
              <a:t>Freeing memory is done using the operator “delete”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9431270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9431270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9431270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9431270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9431270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4312702" grpId="0" build="p"/>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29669" name="Title 1"/>
          <p:cNvSpPr>
            <a:spLocks noGrp="1"/>
          </p:cNvSpPr>
          <p:nvPr>
            <p:ph type="title"/>
          </p:nvPr>
        </p:nvSpPr>
        <p:spPr bwMode="auto"/>
        <p:txBody>
          <a:bodyPr/>
          <a:lstStyle/>
          <a:p>
            <a:pPr>
              <a:defRPr/>
            </a:pPr>
            <a:r>
              <a:rPr lang="en-US"/>
              <a:t>C++ memory handling (</a:t>
            </a:r>
            <a:r>
              <a:rPr lang="en-US"/>
              <a:t>cont</a:t>
            </a:r>
            <a:r>
              <a:rPr lang="en-US"/>
              <a:t>)</a:t>
            </a:r>
            <a:endParaRPr lang="he-IL"/>
          </a:p>
        </p:txBody>
      </p:sp>
      <p:sp>
        <p:nvSpPr>
          <p:cNvPr id="720824296" name="Content Placeholder 2"/>
          <p:cNvSpPr>
            <a:spLocks noGrp="1"/>
          </p:cNvSpPr>
          <p:nvPr>
            <p:ph idx="1"/>
          </p:nvPr>
        </p:nvSpPr>
        <p:spPr bwMode="auto"/>
        <p:txBody>
          <a:bodyPr/>
          <a:lstStyle/>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*i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      </a:t>
            </a:r>
            <a:r>
              <a:rPr sz="2800" b="0" i="1" u="none">
                <a:solidFill>
                  <a:srgbClr val="999988"/>
                </a:solidFill>
                <a:latin typeface="Arial"/>
                <a:ea typeface="Arial"/>
                <a:cs typeface="Arial"/>
              </a:rPr>
              <a:t>// i points to a heap location containing 0</a:t>
            </a:r>
            <a:endParaRPr/>
          </a:p>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*i2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0" i="0" u="none">
                <a:solidFill>
                  <a:srgbClr val="0086B3"/>
                </a:solidFill>
                <a:latin typeface="Arial"/>
                <a:ea typeface="Arial"/>
                <a:cs typeface="Arial"/>
              </a:rPr>
              <a:t>int</a:t>
            </a:r>
            <a:r>
              <a:rPr sz="2800" b="0" i="0" u="none">
                <a:solidFill>
                  <a:srgbClr val="333333"/>
                </a:solidFill>
                <a:latin typeface="Arial"/>
                <a:ea typeface="Arial"/>
                <a:cs typeface="Arial"/>
              </a:rPr>
              <a:t>(</a:t>
            </a:r>
            <a:r>
              <a:rPr sz="2800" b="0" i="0" u="none">
                <a:solidFill>
                  <a:srgbClr val="008080"/>
                </a:solidFill>
                <a:latin typeface="Arial"/>
                <a:ea typeface="Arial"/>
                <a:cs typeface="Arial"/>
              </a:rPr>
              <a:t>2</a:t>
            </a:r>
            <a:r>
              <a:rPr sz="2800" b="0" i="0" u="none">
                <a:solidFill>
                  <a:srgbClr val="333333"/>
                </a:solidFill>
                <a:latin typeface="Arial"/>
                <a:ea typeface="Arial"/>
                <a:cs typeface="Arial"/>
              </a:rPr>
              <a:t>);  </a:t>
            </a:r>
            <a:r>
              <a:rPr sz="2800" b="0" i="1" u="none">
                <a:solidFill>
                  <a:srgbClr val="999988"/>
                </a:solidFill>
                <a:latin typeface="Arial"/>
                <a:ea typeface="Arial"/>
                <a:cs typeface="Arial"/>
              </a:rPr>
              <a:t>// i2 points to a heap location containing 2</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string *s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0" i="0" u="none">
                <a:solidFill>
                  <a:srgbClr val="0086B3"/>
                </a:solidFill>
                <a:latin typeface="Arial"/>
                <a:ea typeface="Arial"/>
                <a:cs typeface="Arial"/>
              </a:rPr>
              <a:t>string</a:t>
            </a:r>
            <a:r>
              <a:rPr sz="2800" b="0" i="0" u="none">
                <a:solidFill>
                  <a:srgbClr val="333333"/>
                </a:solidFill>
                <a:latin typeface="Arial"/>
                <a:ea typeface="Arial"/>
                <a:cs typeface="Arial"/>
              </a:rPr>
              <a:t>(</a:t>
            </a:r>
            <a:r>
              <a:rPr sz="2800" b="0" i="0" u="none">
                <a:solidFill>
                  <a:srgbClr val="DD1144"/>
                </a:solidFill>
                <a:latin typeface="Arial"/>
                <a:ea typeface="Arial"/>
                <a:cs typeface="Arial"/>
              </a:rPr>
              <a:t>"I'm on the heap"</a:t>
            </a:r>
            <a:r>
              <a:rPr sz="2800" b="0" i="0" u="none">
                <a:solidFill>
                  <a:srgbClr val="333333"/>
                </a:solidFill>
                <a:latin typeface="Arial"/>
                <a:ea typeface="Arial"/>
                <a:cs typeface="Arial"/>
              </a:rPr>
              <a:t>);</a:t>
            </a:r>
            <a:endParaRPr/>
          </a:p>
          <a:p>
            <a:pPr marL="0" indent="0">
              <a:buFont typeface="Arial"/>
              <a:buNone/>
              <a:defRPr/>
            </a:pPr>
            <a:r>
              <a:rPr sz="2800" b="0" i="0" u="none">
                <a:solidFill>
                  <a:srgbClr val="333333"/>
                </a:solidFill>
                <a:latin typeface="Arial"/>
                <a:ea typeface="Arial"/>
                <a:cs typeface="Arial"/>
              </a:rPr>
              <a:t>cout &lt;&lt; </a:t>
            </a:r>
            <a:r>
              <a:rPr sz="2800" b="0" i="0" u="none">
                <a:solidFill>
                  <a:srgbClr val="DD1144"/>
                </a:solidFill>
                <a:latin typeface="Arial"/>
                <a:ea typeface="Arial"/>
                <a:cs typeface="Arial"/>
              </a:rPr>
              <a:t>"s="</a:t>
            </a:r>
            <a:r>
              <a:rPr sz="2800" b="0" i="0" u="none">
                <a:solidFill>
                  <a:srgbClr val="333333"/>
                </a:solidFill>
                <a:latin typeface="Arial"/>
                <a:ea typeface="Arial"/>
                <a:cs typeface="Arial"/>
              </a:rPr>
              <a:t> &lt;&lt; s &lt;&lt; endl;</a:t>
            </a:r>
            <a:endParaRPr/>
          </a:p>
          <a:p>
            <a:pPr marL="0" indent="0">
              <a:buFont typeface="Arial"/>
              <a:buNone/>
              <a:defRPr/>
            </a:pPr>
            <a:r>
              <a:rPr sz="2800" b="0" i="0" u="none">
                <a:solidFill>
                  <a:srgbClr val="333333"/>
                </a:solidFill>
                <a:latin typeface="Arial"/>
                <a:ea typeface="Arial"/>
                <a:cs typeface="Arial"/>
              </a:rPr>
              <a:t>cout &lt;&lt; </a:t>
            </a:r>
            <a:r>
              <a:rPr sz="2800" b="0" i="0" u="none">
                <a:solidFill>
                  <a:srgbClr val="DD1144"/>
                </a:solidFill>
                <a:latin typeface="Arial"/>
                <a:ea typeface="Arial"/>
                <a:cs typeface="Arial"/>
              </a:rPr>
              <a:t>"s="</a:t>
            </a:r>
            <a:r>
              <a:rPr sz="2800" b="0" i="0" u="none">
                <a:solidFill>
                  <a:srgbClr val="333333"/>
                </a:solidFill>
                <a:latin typeface="Arial"/>
                <a:ea typeface="Arial"/>
                <a:cs typeface="Arial"/>
              </a:rPr>
              <a:t> &lt;&lt; *s &lt;&lt; endl;</a:t>
            </a:r>
            <a:endParaRPr/>
          </a:p>
          <a:p>
            <a:pPr marL="0" indent="0">
              <a:buFont typeface="Arial"/>
              <a:buNone/>
              <a:defRPr/>
            </a:pPr>
            <a:r>
              <a:rPr sz="2800" b="1" i="0" u="none">
                <a:solidFill>
                  <a:srgbClr val="333333"/>
                </a:solidFill>
                <a:latin typeface="Arial"/>
                <a:ea typeface="Arial"/>
                <a:cs typeface="Arial"/>
              </a:rPr>
              <a:t>delete</a:t>
            </a:r>
            <a:r>
              <a:rPr sz="2800" b="0" i="0" u="none">
                <a:solidFill>
                  <a:srgbClr val="333333"/>
                </a:solidFill>
                <a:latin typeface="Arial"/>
                <a:ea typeface="Arial"/>
                <a:cs typeface="Arial"/>
              </a:rPr>
              <a:t> s;  </a:t>
            </a:r>
            <a:r>
              <a:rPr sz="2800" b="0" i="1" u="none">
                <a:solidFill>
                  <a:srgbClr val="999988"/>
                </a:solidFill>
                <a:latin typeface="Arial"/>
                <a:ea typeface="Arial"/>
                <a:cs typeface="Arial"/>
              </a:rPr>
              <a:t>// memory on the heap must be fr</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04793413" name="Title 1"/>
          <p:cNvSpPr>
            <a:spLocks noGrp="1"/>
          </p:cNvSpPr>
          <p:nvPr>
            <p:ph type="title"/>
          </p:nvPr>
        </p:nvSpPr>
        <p:spPr bwMode="auto"/>
        <p:txBody>
          <a:bodyPr/>
          <a:lstStyle/>
          <a:p>
            <a:pPr>
              <a:defRPr/>
            </a:pPr>
            <a:r>
              <a:rPr lang="en-US"/>
              <a:t>Arrays on the heap</a:t>
            </a:r>
            <a:endParaRPr lang="he-IL"/>
          </a:p>
        </p:txBody>
      </p:sp>
      <p:sp>
        <p:nvSpPr>
          <p:cNvPr id="278220435" name="Content Placeholder 2"/>
          <p:cNvSpPr>
            <a:spLocks noGrp="1"/>
          </p:cNvSpPr>
          <p:nvPr>
            <p:ph idx="1"/>
          </p:nvPr>
        </p:nvSpPr>
        <p:spPr bwMode="auto"/>
        <p:txBody>
          <a:bodyPr/>
          <a:lstStyle/>
          <a:p>
            <a:pPr>
              <a:defRPr/>
            </a:pPr>
            <a:r>
              <a:rPr lang="en-US"/>
              <a:t>Use the new[] operator to allocate a block of memory on the heap, and delete[] to free that block.</a:t>
            </a:r>
            <a:endParaRPr/>
          </a:p>
        </p:txBody>
      </p:sp>
      <p:sp>
        <p:nvSpPr>
          <p:cNvPr id="184721628" name=""/>
          <p:cNvSpPr/>
          <p:nvPr/>
        </p:nvSpPr>
        <p:spPr bwMode="auto">
          <a:xfrm>
            <a:off x="838198" y="2738586"/>
            <a:ext cx="3486000" cy="292644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*A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a:t>
            </a:r>
            <a:r>
              <a:rPr sz="2800" b="0" i="0" u="none">
                <a:solidFill>
                  <a:srgbClr val="008080"/>
                </a:solidFill>
                <a:latin typeface="Arial"/>
                <a:ea typeface="Arial"/>
                <a:cs typeface="Arial"/>
              </a:rPr>
              <a:t>10</a:t>
            </a:r>
            <a:r>
              <a:rPr sz="2800" b="0" i="0" u="none">
                <a:solidFill>
                  <a:srgbClr val="333333"/>
                </a:solidFill>
                <a:latin typeface="Arial"/>
                <a:ea typeface="Arial"/>
                <a:cs typeface="Arial"/>
              </a:rPr>
              <a:t>];</a:t>
            </a:r>
            <a:endParaRPr/>
          </a:p>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*B = A + </a:t>
            </a:r>
            <a:r>
              <a:rPr sz="2800" b="0" i="0" u="none">
                <a:solidFill>
                  <a:srgbClr val="008080"/>
                </a:solidFill>
                <a:latin typeface="Arial"/>
                <a:ea typeface="Arial"/>
                <a:cs typeface="Arial"/>
              </a:rPr>
              <a:t>1</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A[</a:t>
            </a:r>
            <a:r>
              <a:rPr sz="2800" b="0" i="0" u="none">
                <a:solidFill>
                  <a:srgbClr val="008080"/>
                </a:solidFill>
                <a:latin typeface="Arial"/>
                <a:ea typeface="Arial"/>
                <a:cs typeface="Arial"/>
              </a:rPr>
              <a:t>0</a:t>
            </a:r>
            <a:r>
              <a:rPr sz="2800" b="0" i="0" u="none">
                <a:solidFill>
                  <a:srgbClr val="333333"/>
                </a:solidFill>
                <a:latin typeface="Arial"/>
                <a:ea typeface="Arial"/>
                <a:cs typeface="Arial"/>
              </a:rPr>
              <a:t>] = </a:t>
            </a:r>
            <a:r>
              <a:rPr sz="2800" b="0" i="0" u="none">
                <a:solidFill>
                  <a:srgbClr val="008080"/>
                </a:solidFill>
                <a:latin typeface="Arial"/>
                <a:ea typeface="Arial"/>
                <a:cs typeface="Arial"/>
              </a:rPr>
              <a:t>1</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A[</a:t>
            </a:r>
            <a:r>
              <a:rPr sz="2800" b="0" i="0" u="none">
                <a:solidFill>
                  <a:srgbClr val="008080"/>
                </a:solidFill>
                <a:latin typeface="Arial"/>
                <a:ea typeface="Arial"/>
                <a:cs typeface="Arial"/>
              </a:rPr>
              <a:t>1</a:t>
            </a:r>
            <a:r>
              <a:rPr sz="2800" b="0" i="0" u="none">
                <a:solidFill>
                  <a:srgbClr val="333333"/>
                </a:solidFill>
                <a:latin typeface="Arial"/>
                <a:ea typeface="Arial"/>
                <a:cs typeface="Arial"/>
              </a:rPr>
              <a:t>] = </a:t>
            </a:r>
            <a:r>
              <a:rPr sz="2800" b="0" i="0" u="none">
                <a:solidFill>
                  <a:srgbClr val="008080"/>
                </a:solidFill>
                <a:latin typeface="Arial"/>
                <a:ea typeface="Arial"/>
                <a:cs typeface="Arial"/>
              </a:rPr>
              <a:t>2</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B[</a:t>
            </a:r>
            <a:r>
              <a:rPr sz="2800" b="0" i="0" u="none">
                <a:solidFill>
                  <a:srgbClr val="008080"/>
                </a:solidFill>
                <a:latin typeface="Arial"/>
                <a:ea typeface="Arial"/>
                <a:cs typeface="Arial"/>
              </a:rPr>
              <a:t>1</a:t>
            </a:r>
            <a:r>
              <a:rPr sz="2800" b="0" i="0" u="none">
                <a:solidFill>
                  <a:srgbClr val="333333"/>
                </a:solidFill>
                <a:latin typeface="Arial"/>
                <a:ea typeface="Arial"/>
                <a:cs typeface="Arial"/>
              </a:rPr>
              <a:t>] = </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a:p>
          <a:p>
            <a:pPr>
              <a:defRPr/>
            </a:pPr>
            <a:r>
              <a:rPr sz="2800" b="1" i="0" u="none">
                <a:solidFill>
                  <a:srgbClr val="333333"/>
                </a:solidFill>
                <a:latin typeface="Arial"/>
                <a:ea typeface="Arial"/>
                <a:cs typeface="Arial"/>
              </a:rPr>
              <a:t>delete</a:t>
            </a:r>
            <a:r>
              <a:rPr sz="2800" b="0" i="0" u="none">
                <a:solidFill>
                  <a:srgbClr val="333333"/>
                </a:solidFill>
                <a:latin typeface="Arial"/>
                <a:ea typeface="Arial"/>
                <a:cs typeface="Arial"/>
              </a:rPr>
              <a:t>[] A;</a:t>
            </a:r>
            <a:endParaRPr/>
          </a:p>
          <a:p>
            <a:pPr>
              <a:defRPr/>
            </a:pPr>
            <a:r>
              <a:rPr sz="2800" b="0" i="0" u="none">
                <a:solidFill>
                  <a:srgbClr val="333333"/>
                </a:solidFill>
                <a:latin typeface="Arial"/>
                <a:ea typeface="Arial"/>
                <a:cs typeface="Arial"/>
              </a:rPr>
              <a:t>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8220435">
                                            <p:txEl>
                                              <p:pRg st="0" end="0"/>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7216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220435" grpId="0" build="p"/>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4838992" name="Title 1"/>
          <p:cNvSpPr>
            <a:spLocks noGrp="1"/>
          </p:cNvSpPr>
          <p:nvPr>
            <p:ph type="title"/>
          </p:nvPr>
        </p:nvSpPr>
        <p:spPr bwMode="auto"/>
        <p:txBody>
          <a:bodyPr/>
          <a:lstStyle/>
          <a:p>
            <a:pPr>
              <a:defRPr/>
            </a:pPr>
            <a:r>
              <a:rPr lang="en-US"/>
              <a:t>Arrays on the heap(</a:t>
            </a:r>
            <a:r>
              <a:rPr lang="en-US"/>
              <a:t>cont</a:t>
            </a:r>
            <a:r>
              <a:rPr lang="en-US"/>
              <a:t>)</a:t>
            </a:r>
            <a:endParaRPr lang="he-IL"/>
          </a:p>
        </p:txBody>
      </p:sp>
      <p:pic>
        <p:nvPicPr>
          <p:cNvPr id="1792397484" name="Content Placeholder 4"/>
          <p:cNvPicPr>
            <a:picLocks noChangeAspect="1" noGrp="1"/>
          </p:cNvPicPr>
          <p:nvPr>
            <p:ph idx="1"/>
          </p:nvPr>
        </p:nvPicPr>
        <p:blipFill rotWithShape="1">
          <a:blip r:embed="rId3"/>
          <a:stretch/>
        </p:blipFill>
        <p:spPr bwMode="auto">
          <a:xfrm>
            <a:off x="1290637" y="1690688"/>
            <a:ext cx="7781925" cy="3829050"/>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6826475" name="Title 1"/>
          <p:cNvSpPr>
            <a:spLocks noGrp="1"/>
          </p:cNvSpPr>
          <p:nvPr>
            <p:ph type="title"/>
          </p:nvPr>
        </p:nvSpPr>
        <p:spPr bwMode="auto"/>
        <p:txBody>
          <a:bodyPr/>
          <a:lstStyle/>
          <a:p>
            <a:pPr>
              <a:defRPr/>
            </a:pPr>
            <a:r>
              <a:rPr lang="en-US"/>
              <a:t>2-D array on the heap.</a:t>
            </a:r>
            <a:endParaRPr lang="he-IL"/>
          </a:p>
        </p:txBody>
      </p:sp>
      <p:sp>
        <p:nvSpPr>
          <p:cNvPr id="1899253400" name="Content Placeholder 2"/>
          <p:cNvSpPr>
            <a:spLocks noGrp="1"/>
          </p:cNvSpPr>
          <p:nvPr>
            <p:ph idx="1"/>
          </p:nvPr>
        </p:nvSpPr>
        <p:spPr bwMode="auto"/>
        <p:txBody>
          <a:bodyPr/>
          <a:lstStyle/>
          <a:p>
            <a:pPr>
              <a:defRPr/>
            </a:pPr>
            <a:r>
              <a:rPr lang="en-US"/>
              <a:t>A 2-D array is simply an array of pointers to arrays.</a:t>
            </a:r>
            <a:endParaRPr/>
          </a:p>
          <a:p>
            <a:pPr>
              <a:defRPr/>
            </a:pPr>
            <a:r>
              <a:rPr lang="en-US"/>
              <a:t>You can initialize it using a loop.</a:t>
            </a:r>
            <a:endParaRPr lang="he-IL"/>
          </a:p>
        </p:txBody>
      </p:sp>
      <p:sp>
        <p:nvSpPr>
          <p:cNvPr id="1747839973" name=""/>
          <p:cNvSpPr/>
          <p:nvPr/>
        </p:nvSpPr>
        <p:spPr bwMode="auto">
          <a:xfrm>
            <a:off x="838198" y="2914950"/>
            <a:ext cx="7728544" cy="13719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arry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*[rowCount];</a:t>
            </a:r>
            <a:endParaRPr/>
          </a:p>
          <a:p>
            <a:pPr>
              <a:defRPr/>
            </a:pPr>
            <a:r>
              <a:rPr sz="2800" b="1" i="0" u="none">
                <a:solidFill>
                  <a:srgbClr val="333333"/>
                </a:solidFill>
                <a:latin typeface="Arial"/>
                <a:ea typeface="Arial"/>
                <a:cs typeface="Arial"/>
              </a:rPr>
              <a:t>for</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 i = </a:t>
            </a:r>
            <a:r>
              <a:rPr sz="2800" b="0" i="0" u="none">
                <a:solidFill>
                  <a:srgbClr val="008080"/>
                </a:solidFill>
                <a:latin typeface="Arial"/>
                <a:ea typeface="Arial"/>
                <a:cs typeface="Arial"/>
              </a:rPr>
              <a:t>0</a:t>
            </a:r>
            <a:r>
              <a:rPr sz="2800" b="0" i="0" u="none">
                <a:solidFill>
                  <a:srgbClr val="333333"/>
                </a:solidFill>
                <a:latin typeface="Arial"/>
                <a:ea typeface="Arial"/>
                <a:cs typeface="Arial"/>
              </a:rPr>
              <a:t>; i &lt; rowCount; ++i)</a:t>
            </a:r>
            <a:endParaRPr sz="2800" b="0" i="0" u="none">
              <a:solidFill>
                <a:srgbClr val="333333"/>
              </a:solidFill>
              <a:latin typeface="Arial"/>
              <a:ea typeface="Arial"/>
              <a:cs typeface="Arial"/>
            </a:endParaRPr>
          </a:p>
          <a:p>
            <a:pPr>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arry[i]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[colCount];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9925340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99253400">
                                            <p:txEl>
                                              <p:pRg st="1" end="1"/>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7839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9253400" grpId="0" build="p"/>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46609526" name="Title 1"/>
          <p:cNvSpPr>
            <a:spLocks noGrp="1"/>
          </p:cNvSpPr>
          <p:nvPr>
            <p:ph type="title"/>
          </p:nvPr>
        </p:nvSpPr>
        <p:spPr bwMode="auto"/>
        <p:txBody>
          <a:bodyPr/>
          <a:lstStyle/>
          <a:p>
            <a:pPr>
              <a:defRPr/>
            </a:pPr>
            <a:r>
              <a:rPr lang="en-US"/>
              <a:t>2-D arrays on the heap (</a:t>
            </a:r>
            <a:r>
              <a:rPr lang="en-US"/>
              <a:t>cont</a:t>
            </a:r>
            <a:r>
              <a:rPr lang="en-US"/>
              <a:t>)</a:t>
            </a:r>
            <a:endParaRPr lang="he-IL"/>
          </a:p>
        </p:txBody>
      </p:sp>
      <p:pic>
        <p:nvPicPr>
          <p:cNvPr id="349598178" name="Content Placeholder 4"/>
          <p:cNvPicPr>
            <a:picLocks noChangeAspect="1" noGrp="1"/>
          </p:cNvPicPr>
          <p:nvPr>
            <p:ph idx="1"/>
          </p:nvPr>
        </p:nvPicPr>
        <p:blipFill rotWithShape="1">
          <a:blip r:embed="rId3"/>
          <a:stretch/>
        </p:blipFill>
        <p:spPr bwMode="auto">
          <a:xfrm>
            <a:off x="1236835" y="1690688"/>
            <a:ext cx="6638434" cy="4570480"/>
          </a:xfr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81178858" name="Title 1"/>
          <p:cNvSpPr>
            <a:spLocks noGrp="1"/>
          </p:cNvSpPr>
          <p:nvPr>
            <p:ph type="title"/>
          </p:nvPr>
        </p:nvSpPr>
        <p:spPr bwMode="auto"/>
        <p:txBody>
          <a:bodyPr/>
          <a:lstStyle/>
          <a:p>
            <a:pPr>
              <a:defRPr/>
            </a:pPr>
            <a:r>
              <a:rPr lang="en-US"/>
              <a:t>C++ Memory handling</a:t>
            </a:r>
            <a:endParaRPr/>
          </a:p>
        </p:txBody>
      </p:sp>
      <p:sp>
        <p:nvSpPr>
          <p:cNvPr id="1391430111"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45000" lnSpcReduction="11000"/>
          </a:bodyPr>
          <a:lstStyle/>
          <a:p>
            <a:pPr marL="0" indent="0">
              <a:buFont typeface="Arial"/>
              <a:buNone/>
              <a:defRPr/>
            </a:pPr>
            <a:r>
              <a:rPr sz="1800" b="1" i="0" u="none">
                <a:solidFill>
                  <a:srgbClr val="445588"/>
                </a:solidFill>
                <a:latin typeface="Arial"/>
                <a:ea typeface="Arial"/>
                <a:cs typeface="Arial"/>
              </a:rPr>
              <a:t>int</a:t>
            </a:r>
            <a:r>
              <a:rPr sz="1800" b="0" i="0" u="none">
                <a:solidFill>
                  <a:srgbClr val="333333"/>
                </a:solidFill>
                <a:latin typeface="Arial"/>
                <a:ea typeface="Arial"/>
                <a:cs typeface="Arial"/>
              </a:rPr>
              <a:t>* pi = </a:t>
            </a:r>
            <a:r>
              <a:rPr sz="1800" b="1" i="0" u="none">
                <a:solidFill>
                  <a:srgbClr val="333333"/>
                </a:solidFill>
                <a:latin typeface="Arial"/>
                <a:ea typeface="Arial"/>
                <a:cs typeface="Arial"/>
              </a:rPr>
              <a:t>new</a:t>
            </a:r>
            <a:r>
              <a:rPr sz="1800" b="0" i="0" u="none">
                <a:solidFill>
                  <a:srgbClr val="333333"/>
                </a:solidFill>
                <a:latin typeface="Arial"/>
                <a:ea typeface="Arial"/>
                <a:cs typeface="Arial"/>
              </a:rPr>
              <a:t> </a:t>
            </a:r>
            <a:r>
              <a:rPr sz="1800" b="0" i="0" u="none">
                <a:solidFill>
                  <a:srgbClr val="0086B3"/>
                </a:solidFill>
                <a:latin typeface="Arial"/>
                <a:ea typeface="Arial"/>
                <a:cs typeface="Arial"/>
              </a:rPr>
              <a:t>int</a:t>
            </a:r>
            <a:r>
              <a:rPr sz="1800" b="0" i="0" u="none">
                <a:solidFill>
                  <a:srgbClr val="333333"/>
                </a:solidFill>
                <a:latin typeface="Arial"/>
                <a:ea typeface="Arial"/>
                <a:cs typeface="Arial"/>
              </a:rPr>
              <a:t>(</a:t>
            </a:r>
            <a:r>
              <a:rPr sz="1800" b="0" i="0" u="none">
                <a:solidFill>
                  <a:srgbClr val="008080"/>
                </a:solidFill>
                <a:latin typeface="Arial"/>
                <a:ea typeface="Arial"/>
                <a:cs typeface="Arial"/>
              </a:rPr>
              <a:t>2</a:t>
            </a:r>
            <a:r>
              <a:rPr sz="1800" b="0" i="0" u="none">
                <a:solidFill>
                  <a:srgbClr val="333333"/>
                </a:solidFill>
                <a:latin typeface="Arial"/>
                <a:ea typeface="Arial"/>
                <a:cs typeface="Arial"/>
              </a:rPr>
              <a:t>);</a:t>
            </a:r>
            <a:endParaRPr sz="1800"/>
          </a:p>
          <a:p>
            <a:pPr marL="0" indent="0">
              <a:buFont typeface="Arial"/>
              <a:buNone/>
              <a:defRPr/>
            </a:pPr>
            <a:r>
              <a:rPr sz="1800" b="0" i="0" u="none">
                <a:solidFill>
                  <a:srgbClr val="333333"/>
                </a:solidFill>
                <a:latin typeface="Arial"/>
                <a:ea typeface="Arial"/>
                <a:cs typeface="Arial"/>
              </a:rPr>
              <a:t>cout &lt;&lt; &amp;pi &lt;&lt; endl;</a:t>
            </a:r>
            <a:endParaRPr sz="1800"/>
          </a:p>
          <a:p>
            <a:pPr marL="0" indent="0">
              <a:buFont typeface="Arial"/>
              <a:buNone/>
              <a:defRPr/>
            </a:pPr>
            <a:r>
              <a:rPr sz="1800" b="0" i="0" u="none">
                <a:solidFill>
                  <a:srgbClr val="333333"/>
                </a:solidFill>
                <a:latin typeface="Arial"/>
                <a:ea typeface="Arial"/>
                <a:cs typeface="Arial"/>
              </a:rPr>
              <a:t>cout &lt;&lt; pi &lt;&lt; endl;</a:t>
            </a:r>
            <a:endParaRPr sz="1800"/>
          </a:p>
          <a:p>
            <a:pPr marL="0" indent="0">
              <a:buFont typeface="Arial"/>
              <a:buNone/>
              <a:defRPr/>
            </a:pPr>
            <a:r>
              <a:rPr sz="1800" b="1" i="0" u="none">
                <a:solidFill>
                  <a:srgbClr val="333333"/>
                </a:solidFill>
                <a:latin typeface="Arial"/>
                <a:ea typeface="Arial"/>
                <a:cs typeface="Arial"/>
              </a:rPr>
              <a:t>if</a:t>
            </a:r>
            <a:r>
              <a:rPr sz="1800" b="0" i="0" u="none">
                <a:solidFill>
                  <a:srgbClr val="333333"/>
                </a:solidFill>
                <a:latin typeface="Arial"/>
                <a:ea typeface="Arial"/>
                <a:cs typeface="Arial"/>
              </a:rPr>
              <a:t> (pi != </a:t>
            </a:r>
            <a:r>
              <a:rPr sz="1800" b="0" i="0" u="none">
                <a:solidFill>
                  <a:srgbClr val="008080"/>
                </a:solidFill>
                <a:latin typeface="Arial"/>
                <a:ea typeface="Arial"/>
                <a:cs typeface="Arial"/>
              </a:rPr>
              <a:t>nullptr</a:t>
            </a:r>
            <a:r>
              <a:rPr sz="1800" b="0" i="0" u="none">
                <a:solidFill>
                  <a:srgbClr val="333333"/>
                </a:solidFill>
                <a:latin typeface="Arial"/>
                <a:ea typeface="Arial"/>
                <a:cs typeface="Arial"/>
              </a:rPr>
              <a:t>) { </a:t>
            </a:r>
            <a:endParaRPr sz="1800" b="0" i="0" u="none">
              <a:solidFill>
                <a:srgbClr val="333333"/>
              </a:solidFill>
              <a:latin typeface="Arial"/>
              <a:ea typeface="Arial"/>
              <a:cs typeface="Arial"/>
            </a:endParaRPr>
          </a:p>
          <a:p>
            <a:pPr marL="0" indent="0">
              <a:buFont typeface="Arial"/>
              <a:buNone/>
              <a:defRPr/>
            </a:pPr>
            <a:r>
              <a:rPr sz="1800" b="0" i="0" u="none">
                <a:solidFill>
                  <a:srgbClr val="333333"/>
                </a:solidFill>
                <a:latin typeface="Arial"/>
                <a:ea typeface="Arial"/>
                <a:cs typeface="Arial"/>
              </a:rPr>
              <a:t>	</a:t>
            </a:r>
            <a:r>
              <a:rPr sz="1800" b="0" i="1" u="none">
                <a:solidFill>
                  <a:srgbClr val="999988"/>
                </a:solidFill>
                <a:latin typeface="Arial"/>
                <a:ea typeface="Arial"/>
                <a:cs typeface="Arial"/>
              </a:rPr>
              <a:t>// safe delete</a:t>
            </a:r>
            <a:endParaRPr sz="1800" b="1" i="0" u="none">
              <a:solidFill>
                <a:srgbClr val="333333"/>
              </a:solidFill>
              <a:latin typeface="Arial"/>
              <a:ea typeface="Arial"/>
              <a:cs typeface="Arial"/>
            </a:endParaRPr>
          </a:p>
          <a:p>
            <a:pPr marL="0" indent="0">
              <a:buFont typeface="Arial"/>
              <a:buNone/>
              <a:defRPr/>
            </a:pPr>
            <a:r>
              <a:rPr sz="1800" b="1" i="0" u="none">
                <a:solidFill>
                  <a:srgbClr val="333333"/>
                </a:solidFill>
                <a:latin typeface="Arial"/>
                <a:ea typeface="Arial"/>
                <a:cs typeface="Arial"/>
              </a:rPr>
              <a:t>	delete</a:t>
            </a:r>
            <a:r>
              <a:rPr sz="1800" b="0" i="0" u="none">
                <a:solidFill>
                  <a:srgbClr val="333333"/>
                </a:solidFill>
                <a:latin typeface="Arial"/>
                <a:ea typeface="Arial"/>
                <a:cs typeface="Arial"/>
              </a:rPr>
              <a:t> pi;</a:t>
            </a:r>
            <a:endParaRPr sz="1800" b="0" i="0" u="none">
              <a:solidFill>
                <a:srgbClr val="333333"/>
              </a:solidFill>
              <a:latin typeface="Arial"/>
              <a:ea typeface="Arial"/>
              <a:cs typeface="Arial"/>
            </a:endParaRPr>
          </a:p>
          <a:p>
            <a:pPr marL="0" indent="0">
              <a:buFont typeface="Arial"/>
              <a:buNone/>
              <a:defRPr/>
            </a:pPr>
            <a:r>
              <a:rPr sz="1800" b="0" i="0" u="none">
                <a:solidFill>
                  <a:srgbClr val="333333"/>
                </a:solidFill>
                <a:latin typeface="Arial"/>
                <a:ea typeface="Arial"/>
                <a:cs typeface="Arial"/>
              </a:rPr>
              <a:t>	pi = </a:t>
            </a:r>
            <a:r>
              <a:rPr sz="1800" b="0" i="0" u="none">
                <a:solidFill>
                  <a:srgbClr val="008080"/>
                </a:solidFill>
                <a:latin typeface="Arial"/>
                <a:ea typeface="Arial"/>
                <a:cs typeface="Arial"/>
              </a:rPr>
              <a:t>nullptr</a:t>
            </a:r>
            <a:r>
              <a:rPr sz="1800" b="0" i="0" u="none">
                <a:solidFill>
                  <a:srgbClr val="333333"/>
                </a:solidFill>
                <a:latin typeface="Arial"/>
                <a:ea typeface="Arial"/>
                <a:cs typeface="Arial"/>
              </a:rPr>
              <a:t>;</a:t>
            </a:r>
            <a:endParaRPr sz="1800"/>
          </a:p>
          <a:p>
            <a:pPr marL="0" indent="0">
              <a:buFont typeface="Arial"/>
              <a:buNone/>
              <a:defRPr/>
            </a:pPr>
            <a:r>
              <a:rPr sz="1800" b="0" i="0" u="none">
                <a:solidFill>
                  <a:srgbClr val="333333"/>
                </a:solidFill>
                <a:latin typeface="Arial"/>
                <a:ea typeface="Arial"/>
                <a:cs typeface="Arial"/>
              </a:rPr>
              <a:t>}</a:t>
            </a:r>
            <a:endParaRPr sz="1800"/>
          </a:p>
          <a:p>
            <a:pPr marL="0" indent="0">
              <a:buFont typeface="Arial"/>
              <a:buNone/>
              <a:defRPr/>
            </a:pPr>
            <a:r>
              <a:rPr sz="1800" b="0" i="0" u="none">
                <a:solidFill>
                  <a:srgbClr val="333333"/>
                </a:solidFill>
                <a:latin typeface="Arial"/>
                <a:ea typeface="Arial"/>
                <a:cs typeface="Arial"/>
              </a:rPr>
              <a:t>pi = </a:t>
            </a:r>
            <a:r>
              <a:rPr sz="1800" b="1" i="0" u="none">
                <a:solidFill>
                  <a:srgbClr val="333333"/>
                </a:solidFill>
                <a:latin typeface="Arial"/>
                <a:ea typeface="Arial"/>
                <a:cs typeface="Arial"/>
              </a:rPr>
              <a:t>new</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a:t>
            </a:r>
            <a:r>
              <a:rPr sz="1800" b="0" i="0" u="none">
                <a:solidFill>
                  <a:srgbClr val="008080"/>
                </a:solidFill>
                <a:latin typeface="Arial"/>
                <a:ea typeface="Arial"/>
                <a:cs typeface="Arial"/>
              </a:rPr>
              <a:t>10</a:t>
            </a:r>
            <a:r>
              <a:rPr sz="1800" b="0" i="0" u="none">
                <a:solidFill>
                  <a:srgbClr val="333333"/>
                </a:solidFill>
                <a:latin typeface="Arial"/>
                <a:ea typeface="Arial"/>
                <a:cs typeface="Arial"/>
              </a:rPr>
              <a:t>];</a:t>
            </a:r>
            <a:endParaRPr sz="1800"/>
          </a:p>
          <a:p>
            <a:pPr marL="0" indent="0">
              <a:buFont typeface="Arial"/>
              <a:buNone/>
              <a:defRPr/>
            </a:pPr>
            <a:r>
              <a:rPr sz="1800" b="1" i="0" u="none">
                <a:solidFill>
                  <a:srgbClr val="333333"/>
                </a:solidFill>
                <a:latin typeface="Arial"/>
                <a:ea typeface="Arial"/>
                <a:cs typeface="Arial"/>
              </a:rPr>
              <a:t>if</a:t>
            </a:r>
            <a:r>
              <a:rPr sz="1800" b="0" i="0" u="none">
                <a:solidFill>
                  <a:srgbClr val="333333"/>
                </a:solidFill>
                <a:latin typeface="Arial"/>
                <a:ea typeface="Arial"/>
                <a:cs typeface="Arial"/>
              </a:rPr>
              <a:t> (pi != </a:t>
            </a:r>
            <a:r>
              <a:rPr sz="1800" b="0" i="0" u="none">
                <a:solidFill>
                  <a:srgbClr val="008080"/>
                </a:solidFill>
                <a:latin typeface="Arial"/>
                <a:ea typeface="Arial"/>
                <a:cs typeface="Arial"/>
              </a:rPr>
              <a:t>nullptr</a:t>
            </a:r>
            <a:r>
              <a:rPr sz="1800" b="0" i="0" u="none">
                <a:solidFill>
                  <a:srgbClr val="333333"/>
                </a:solidFill>
                <a:latin typeface="Arial"/>
                <a:ea typeface="Arial"/>
                <a:cs typeface="Arial"/>
              </a:rPr>
              <a:t>) {</a:t>
            </a:r>
            <a:endParaRPr sz="1800" b="1" i="0" u="none">
              <a:solidFill>
                <a:srgbClr val="333333"/>
              </a:solidFill>
              <a:latin typeface="Arial"/>
              <a:ea typeface="Arial"/>
              <a:cs typeface="Arial"/>
            </a:endParaRPr>
          </a:p>
          <a:p>
            <a:pPr marL="0" indent="0">
              <a:buFont typeface="Arial"/>
              <a:buNone/>
              <a:defRPr/>
            </a:pPr>
            <a:r>
              <a:rPr sz="1800" b="1" i="0" u="none">
                <a:solidFill>
                  <a:srgbClr val="333333"/>
                </a:solidFill>
                <a:latin typeface="Arial"/>
                <a:ea typeface="Arial"/>
                <a:cs typeface="Arial"/>
              </a:rPr>
              <a:t>	delete</a:t>
            </a:r>
            <a:r>
              <a:rPr sz="1800" b="0" i="0" u="none">
                <a:solidFill>
                  <a:srgbClr val="333333"/>
                </a:solidFill>
                <a:latin typeface="Arial"/>
                <a:ea typeface="Arial"/>
                <a:cs typeface="Arial"/>
              </a:rPr>
              <a:t>[] pi;</a:t>
            </a:r>
            <a:endParaRPr sz="1800" b="0" i="0" u="none">
              <a:solidFill>
                <a:srgbClr val="333333"/>
              </a:solidFill>
              <a:latin typeface="Arial"/>
              <a:ea typeface="Arial"/>
              <a:cs typeface="Arial"/>
            </a:endParaRPr>
          </a:p>
          <a:p>
            <a:pPr marL="0" indent="0">
              <a:buFont typeface="Arial"/>
              <a:buNone/>
              <a:defRPr/>
            </a:pPr>
            <a:r>
              <a:rPr sz="1800" b="0" i="0" u="none">
                <a:solidFill>
                  <a:srgbClr val="333333"/>
                </a:solidFill>
                <a:latin typeface="Arial"/>
                <a:ea typeface="Arial"/>
                <a:cs typeface="Arial"/>
              </a:rPr>
              <a:t>	pi = </a:t>
            </a:r>
            <a:r>
              <a:rPr sz="1800" b="0" i="0" u="none">
                <a:solidFill>
                  <a:srgbClr val="008080"/>
                </a:solidFill>
                <a:latin typeface="Arial"/>
                <a:ea typeface="Arial"/>
                <a:cs typeface="Arial"/>
              </a:rPr>
              <a:t>nullptr</a:t>
            </a:r>
            <a:r>
              <a:rPr sz="1800" b="0" i="0" u="none">
                <a:solidFill>
                  <a:srgbClr val="333333"/>
                </a:solidFill>
                <a:latin typeface="Arial"/>
                <a:ea typeface="Arial"/>
                <a:cs typeface="Arial"/>
              </a:rPr>
              <a:t>;</a:t>
            </a:r>
            <a:endParaRPr sz="1800"/>
          </a:p>
          <a:p>
            <a:pPr marL="0" indent="0">
              <a:buFont typeface="Arial"/>
              <a:buNone/>
              <a:defRPr/>
            </a:pPr>
            <a:r>
              <a:rPr sz="1800" b="0" i="0" u="none">
                <a:solidFill>
                  <a:srgbClr val="333333"/>
                </a:solidFill>
                <a:latin typeface="Arial"/>
                <a:ea typeface="Arial"/>
                <a:cs typeface="Arial"/>
              </a:rPr>
              <a:t>}</a:t>
            </a:r>
            <a:endParaRPr sz="1800"/>
          </a:p>
          <a:p>
            <a:pPr marL="0" indent="0">
              <a:buFont typeface="Arial"/>
              <a:buNone/>
              <a:defRPr/>
            </a:pPr>
            <a:r>
              <a:rPr sz="1800" b="1" i="0" u="none">
                <a:solidFill>
                  <a:srgbClr val="445588"/>
                </a:solidFill>
                <a:latin typeface="Arial"/>
                <a:ea typeface="Arial"/>
                <a:cs typeface="Arial"/>
              </a:rPr>
              <a:t>int</a:t>
            </a:r>
            <a:r>
              <a:rPr sz="1800" b="0" i="0" u="none">
                <a:solidFill>
                  <a:srgbClr val="333333"/>
                </a:solidFill>
                <a:latin typeface="Arial"/>
                <a:ea typeface="Arial"/>
                <a:cs typeface="Arial"/>
              </a:rPr>
              <a:t>** arry = </a:t>
            </a:r>
            <a:r>
              <a:rPr sz="1800" b="1" i="0" u="none">
                <a:solidFill>
                  <a:srgbClr val="333333"/>
                </a:solidFill>
                <a:latin typeface="Arial"/>
                <a:ea typeface="Arial"/>
                <a:cs typeface="Arial"/>
              </a:rPr>
              <a:t>new</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 [</a:t>
            </a:r>
            <a:r>
              <a:rPr sz="1800" b="0" i="0" u="none">
                <a:solidFill>
                  <a:srgbClr val="008080"/>
                </a:solidFill>
                <a:latin typeface="Arial"/>
                <a:ea typeface="Arial"/>
                <a:cs typeface="Arial"/>
              </a:rPr>
              <a:t>10</a:t>
            </a:r>
            <a:r>
              <a:rPr sz="1800" b="0" i="0" u="none">
                <a:solidFill>
                  <a:srgbClr val="333333"/>
                </a:solidFill>
                <a:latin typeface="Arial"/>
                <a:ea typeface="Arial"/>
                <a:cs typeface="Arial"/>
              </a:rPr>
              <a:t>];</a:t>
            </a:r>
            <a:endParaRPr sz="1800"/>
          </a:p>
          <a:p>
            <a:pPr marL="0" indent="0">
              <a:buFont typeface="Arial"/>
              <a:buNone/>
              <a:defRPr/>
            </a:pPr>
            <a:r>
              <a:rPr sz="1800" b="1" i="0" u="none">
                <a:solidFill>
                  <a:srgbClr val="333333"/>
                </a:solidFill>
                <a:latin typeface="Arial"/>
                <a:ea typeface="Arial"/>
                <a:cs typeface="Arial"/>
              </a:rPr>
              <a:t>for</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 i = </a:t>
            </a:r>
            <a:r>
              <a:rPr sz="1800" b="0" i="0" u="none">
                <a:solidFill>
                  <a:srgbClr val="008080"/>
                </a:solidFill>
                <a:latin typeface="Arial"/>
                <a:ea typeface="Arial"/>
                <a:cs typeface="Arial"/>
              </a:rPr>
              <a:t>0</a:t>
            </a:r>
            <a:r>
              <a:rPr sz="1800" b="0" i="0" u="none">
                <a:solidFill>
                  <a:srgbClr val="333333"/>
                </a:solidFill>
                <a:latin typeface="Arial"/>
                <a:ea typeface="Arial"/>
                <a:cs typeface="Arial"/>
              </a:rPr>
              <a:t>; i &lt; </a:t>
            </a:r>
            <a:r>
              <a:rPr sz="1800" b="0" i="0" u="none">
                <a:solidFill>
                  <a:srgbClr val="008080"/>
                </a:solidFill>
                <a:latin typeface="Arial"/>
                <a:ea typeface="Arial"/>
                <a:cs typeface="Arial"/>
              </a:rPr>
              <a:t>10</a:t>
            </a:r>
            <a:r>
              <a:rPr sz="1800" b="0" i="0" u="none">
                <a:solidFill>
                  <a:srgbClr val="333333"/>
                </a:solidFill>
                <a:latin typeface="Arial"/>
                <a:ea typeface="Arial"/>
                <a:cs typeface="Arial"/>
              </a:rPr>
              <a:t>; ++i) </a:t>
            </a:r>
            <a:endParaRPr sz="1800" b="0" i="0" u="none">
              <a:solidFill>
                <a:srgbClr val="333333"/>
              </a:solidFill>
              <a:latin typeface="Arial"/>
              <a:ea typeface="Arial"/>
              <a:cs typeface="Arial"/>
            </a:endParaRPr>
          </a:p>
          <a:p>
            <a:pPr marL="0" indent="0">
              <a:buFont typeface="Arial"/>
              <a:buNone/>
              <a:defRPr/>
            </a:pPr>
            <a:r>
              <a:rPr sz="1800" b="0" i="0" u="none">
                <a:solidFill>
                  <a:srgbClr val="333333"/>
                </a:solidFill>
                <a:latin typeface="Arial"/>
                <a:ea typeface="Arial"/>
                <a:cs typeface="Arial"/>
              </a:rPr>
              <a:t>	</a:t>
            </a:r>
            <a:r>
              <a:rPr sz="1800" b="0" i="0" u="none">
                <a:solidFill>
                  <a:srgbClr val="333333"/>
                </a:solidFill>
                <a:latin typeface="Arial"/>
                <a:ea typeface="Arial"/>
                <a:cs typeface="Arial"/>
              </a:rPr>
              <a:t>arry[i] = </a:t>
            </a:r>
            <a:r>
              <a:rPr sz="1800" b="1" i="0" u="none">
                <a:solidFill>
                  <a:srgbClr val="333333"/>
                </a:solidFill>
                <a:latin typeface="Arial"/>
                <a:ea typeface="Arial"/>
                <a:cs typeface="Arial"/>
              </a:rPr>
              <a:t>new</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a:t>
            </a:r>
            <a:r>
              <a:rPr sz="1800" b="0" i="0" u="none">
                <a:solidFill>
                  <a:srgbClr val="008080"/>
                </a:solidFill>
                <a:latin typeface="Arial"/>
                <a:ea typeface="Arial"/>
                <a:cs typeface="Arial"/>
              </a:rPr>
              <a:t>10</a:t>
            </a:r>
            <a:r>
              <a:rPr sz="1800" b="0" i="0" u="none">
                <a:solidFill>
                  <a:srgbClr val="333333"/>
                </a:solidFill>
                <a:latin typeface="Arial"/>
                <a:ea typeface="Arial"/>
                <a:cs typeface="Arial"/>
              </a:rPr>
              <a:t>];</a:t>
            </a:r>
            <a:endParaRPr sz="1800"/>
          </a:p>
          <a:p>
            <a:pPr marL="0" indent="0">
              <a:buFont typeface="Arial"/>
              <a:buNone/>
              <a:defRPr/>
            </a:pPr>
            <a:r>
              <a:rPr sz="1800" b="1" i="0" u="none">
                <a:solidFill>
                  <a:srgbClr val="333333"/>
                </a:solidFill>
                <a:latin typeface="Arial"/>
                <a:ea typeface="Arial"/>
                <a:cs typeface="Arial"/>
              </a:rPr>
              <a:t>for</a:t>
            </a:r>
            <a:r>
              <a:rPr sz="1800" b="0" i="0" u="none">
                <a:solidFill>
                  <a:srgbClr val="333333"/>
                </a:solidFill>
                <a:latin typeface="Arial"/>
                <a:ea typeface="Arial"/>
                <a:cs typeface="Arial"/>
              </a:rPr>
              <a:t> (</a:t>
            </a:r>
            <a:r>
              <a:rPr sz="1800" b="1" i="0" u="none">
                <a:solidFill>
                  <a:srgbClr val="445588"/>
                </a:solidFill>
                <a:latin typeface="Arial"/>
                <a:ea typeface="Arial"/>
                <a:cs typeface="Arial"/>
              </a:rPr>
              <a:t>int</a:t>
            </a:r>
            <a:r>
              <a:rPr sz="1800" b="0" i="0" u="none">
                <a:solidFill>
                  <a:srgbClr val="333333"/>
                </a:solidFill>
                <a:latin typeface="Arial"/>
                <a:ea typeface="Arial"/>
                <a:cs typeface="Arial"/>
              </a:rPr>
              <a:t> i = </a:t>
            </a:r>
            <a:r>
              <a:rPr sz="1800" b="0" i="0" u="none">
                <a:solidFill>
                  <a:srgbClr val="008080"/>
                </a:solidFill>
                <a:latin typeface="Arial"/>
                <a:ea typeface="Arial"/>
                <a:cs typeface="Arial"/>
              </a:rPr>
              <a:t>0</a:t>
            </a:r>
            <a:r>
              <a:rPr sz="1800" b="0" i="0" u="none">
                <a:solidFill>
                  <a:srgbClr val="333333"/>
                </a:solidFill>
                <a:latin typeface="Arial"/>
                <a:ea typeface="Arial"/>
                <a:cs typeface="Arial"/>
              </a:rPr>
              <a:t>; i &lt; </a:t>
            </a:r>
            <a:r>
              <a:rPr sz="1800" b="0" i="0" u="none">
                <a:solidFill>
                  <a:srgbClr val="008080"/>
                </a:solidFill>
                <a:latin typeface="Arial"/>
                <a:ea typeface="Arial"/>
                <a:cs typeface="Arial"/>
              </a:rPr>
              <a:t>10</a:t>
            </a:r>
            <a:r>
              <a:rPr sz="1800" b="0" i="0" u="none">
                <a:solidFill>
                  <a:srgbClr val="333333"/>
                </a:solidFill>
                <a:latin typeface="Arial"/>
                <a:ea typeface="Arial"/>
                <a:cs typeface="Arial"/>
              </a:rPr>
              <a:t>; ++i) </a:t>
            </a:r>
            <a:endParaRPr sz="1800" b="0" i="0" u="none">
              <a:solidFill>
                <a:srgbClr val="333333"/>
              </a:solidFill>
              <a:latin typeface="Arial"/>
              <a:ea typeface="Arial"/>
              <a:cs typeface="Arial"/>
            </a:endParaRPr>
          </a:p>
          <a:p>
            <a:pPr marL="0" indent="0">
              <a:buFont typeface="Arial"/>
              <a:buNone/>
              <a:defRPr/>
            </a:pPr>
            <a:r>
              <a:rPr sz="1800" b="0" i="0" u="none">
                <a:solidFill>
                  <a:srgbClr val="333333"/>
                </a:solidFill>
                <a:latin typeface="Arial"/>
                <a:ea typeface="Arial"/>
                <a:cs typeface="Arial"/>
              </a:rPr>
              <a:t>	</a:t>
            </a:r>
            <a:r>
              <a:rPr sz="1800" b="1" i="0" u="none">
                <a:solidFill>
                  <a:srgbClr val="333333"/>
                </a:solidFill>
                <a:latin typeface="Arial"/>
                <a:ea typeface="Arial"/>
                <a:cs typeface="Arial"/>
              </a:rPr>
              <a:t>delete</a:t>
            </a:r>
            <a:r>
              <a:rPr sz="1800" b="0" i="0" u="none">
                <a:solidFill>
                  <a:srgbClr val="333333"/>
                </a:solidFill>
                <a:latin typeface="Arial"/>
                <a:ea typeface="Arial"/>
                <a:cs typeface="Arial"/>
              </a:rPr>
              <a:t> arry[i];</a:t>
            </a:r>
            <a:endParaRPr sz="1800"/>
          </a:p>
          <a:p>
            <a:pPr marL="0" indent="0">
              <a:buFont typeface="Arial"/>
              <a:buNone/>
              <a:defRPr/>
            </a:pPr>
            <a:r>
              <a:rPr sz="1800" b="1" i="0" u="none">
                <a:solidFill>
                  <a:srgbClr val="333333"/>
                </a:solidFill>
                <a:latin typeface="Arial"/>
                <a:ea typeface="Arial"/>
                <a:cs typeface="Arial"/>
              </a:rPr>
              <a:t>delete</a:t>
            </a:r>
            <a:r>
              <a:rPr sz="1800" b="0" i="0" u="none">
                <a:solidFill>
                  <a:srgbClr val="333333"/>
                </a:solidFill>
                <a:latin typeface="Arial"/>
                <a:ea typeface="Arial"/>
                <a:cs typeface="Arial"/>
              </a:rPr>
              <a:t>[] arry;</a:t>
            </a:r>
            <a:endParaRPr sz="1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69934322" name="Title 1"/>
          <p:cNvSpPr>
            <a:spLocks noGrp="1"/>
          </p:cNvSpPr>
          <p:nvPr>
            <p:ph type="title"/>
          </p:nvPr>
        </p:nvSpPr>
        <p:spPr bwMode="auto"/>
        <p:txBody>
          <a:bodyPr/>
          <a:lstStyle/>
          <a:p>
            <a:pPr>
              <a:defRPr/>
            </a:pPr>
            <a:r>
              <a:rPr lang="en-US"/>
              <a:t>Pointers Dangers</a:t>
            </a:r>
            <a:endParaRPr lang="he-IL"/>
          </a:p>
        </p:txBody>
      </p:sp>
      <p:sp>
        <p:nvSpPr>
          <p:cNvPr id="628706204" name="Content Placeholder 2"/>
          <p:cNvSpPr>
            <a:spLocks noGrp="1"/>
          </p:cNvSpPr>
          <p:nvPr>
            <p:ph idx="1"/>
          </p:nvPr>
        </p:nvSpPr>
        <p:spPr bwMode="auto">
          <a:xfrm flipH="0" flipV="0">
            <a:off x="838198" y="1825624"/>
            <a:ext cx="5066076" cy="4351338"/>
          </a:xfrm>
        </p:spPr>
        <p:txBody>
          <a:bodyPr/>
          <a:lstStyle/>
          <a:p>
            <a:pPr>
              <a:defRPr/>
            </a:pPr>
            <a:r>
              <a:rPr lang="en-US"/>
              <a:t>Uninitialized pointers</a:t>
            </a:r>
            <a:endParaRPr/>
          </a:p>
          <a:p>
            <a:pPr marL="0" indent="0">
              <a:buFont typeface="Arial"/>
              <a:buNone/>
              <a:defRPr/>
            </a:pPr>
            <a:endParaRPr lang="en-US"/>
          </a:p>
          <a:p>
            <a:pPr>
              <a:defRPr/>
            </a:pPr>
            <a:r>
              <a:rPr lang="en-US"/>
              <a:t>Dereferencing null pointers</a:t>
            </a:r>
            <a:endParaRPr/>
          </a:p>
          <a:p>
            <a:pPr>
              <a:defRPr/>
            </a:pPr>
            <a:endParaRPr lang="en-US"/>
          </a:p>
          <a:p>
            <a:pPr>
              <a:defRPr/>
            </a:pPr>
            <a:r>
              <a:rPr lang="en-US"/>
              <a:t>Dereferencing a deleted pointer</a:t>
            </a:r>
            <a:endParaRPr/>
          </a:p>
        </p:txBody>
      </p:sp>
      <p:sp>
        <p:nvSpPr>
          <p:cNvPr id="1227982897" name=""/>
          <p:cNvSpPr/>
          <p:nvPr/>
        </p:nvSpPr>
        <p:spPr bwMode="auto">
          <a:xfrm>
            <a:off x="5731312" y="2730411"/>
            <a:ext cx="2597182" cy="9452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 = </a:t>
            </a:r>
            <a:r>
              <a:rPr sz="2800" b="0" i="0" u="none">
                <a:solidFill>
                  <a:srgbClr val="008080"/>
                </a:solidFill>
                <a:latin typeface="Arial"/>
                <a:ea typeface="Arial"/>
                <a:cs typeface="Arial"/>
              </a:rPr>
              <a:t>nullptr</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*p = </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a:p>
        </p:txBody>
      </p:sp>
      <p:sp>
        <p:nvSpPr>
          <p:cNvPr id="1889887846" name=""/>
          <p:cNvSpPr/>
          <p:nvPr/>
        </p:nvSpPr>
        <p:spPr bwMode="auto">
          <a:xfrm>
            <a:off x="5791080" y="1825624"/>
            <a:ext cx="2601141" cy="94523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a:t>
            </a:r>
            <a:r>
              <a:rPr sz="2800" b="0" i="0" u="none">
                <a:solidFill>
                  <a:srgbClr val="333333"/>
                </a:solidFill>
                <a:latin typeface="Arial"/>
                <a:ea typeface="Arial"/>
                <a:cs typeface="Arial"/>
              </a:rPr>
              <a:t>;</a:t>
            </a:r>
            <a:endParaRPr/>
          </a:p>
          <a:p>
            <a:pPr>
              <a:defRPr/>
            </a:pPr>
            <a:r>
              <a:rPr sz="2800" b="0" i="0" u="none">
                <a:solidFill>
                  <a:srgbClr val="333333"/>
                </a:solidFill>
                <a:latin typeface="Arial"/>
                <a:ea typeface="Arial"/>
                <a:cs typeface="Arial"/>
              </a:rPr>
              <a:t>*p = </a:t>
            </a:r>
            <a:r>
              <a:rPr sz="2800" b="0" i="0" u="none">
                <a:solidFill>
                  <a:srgbClr val="008080"/>
                </a:solidFill>
                <a:latin typeface="Arial"/>
                <a:ea typeface="Arial"/>
                <a:cs typeface="Arial"/>
              </a:rPr>
              <a:t>3</a:t>
            </a:r>
            <a:r>
              <a:rPr sz="2800" b="0" i="0" u="none">
                <a:solidFill>
                  <a:srgbClr val="333333"/>
                </a:solidFill>
                <a:latin typeface="Arial"/>
                <a:ea typeface="Arial"/>
                <a:cs typeface="Arial"/>
              </a:rPr>
              <a:t>;</a:t>
            </a:r>
            <a:endParaRPr/>
          </a:p>
        </p:txBody>
      </p:sp>
      <p:sp>
        <p:nvSpPr>
          <p:cNvPr id="640555354" name=""/>
          <p:cNvSpPr/>
          <p:nvPr/>
        </p:nvSpPr>
        <p:spPr bwMode="auto">
          <a:xfrm>
            <a:off x="6096179" y="3841682"/>
            <a:ext cx="2853459" cy="1371960"/>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a:t>
            </a:r>
            <a:endParaRPr/>
          </a:p>
          <a:p>
            <a:pPr>
              <a:defRPr/>
            </a:pPr>
            <a:r>
              <a:rPr sz="2800" b="1" i="0" u="none">
                <a:solidFill>
                  <a:srgbClr val="333333"/>
                </a:solidFill>
                <a:latin typeface="Arial"/>
                <a:ea typeface="Arial"/>
                <a:cs typeface="Arial"/>
              </a:rPr>
              <a:t>delete</a:t>
            </a:r>
            <a:r>
              <a:rPr sz="2800" b="0" i="0" u="none">
                <a:solidFill>
                  <a:srgbClr val="333333"/>
                </a:solidFill>
                <a:latin typeface="Arial"/>
                <a:ea typeface="Arial"/>
                <a:cs typeface="Arial"/>
              </a:rPr>
              <a:t> p;</a:t>
            </a:r>
            <a:endParaRPr/>
          </a:p>
          <a:p>
            <a:pPr>
              <a:defRPr/>
            </a:pPr>
            <a:r>
              <a:rPr sz="2800" b="0" i="0" u="none">
                <a:solidFill>
                  <a:srgbClr val="333333"/>
                </a:solidFill>
                <a:latin typeface="Arial"/>
                <a:ea typeface="Arial"/>
                <a:cs typeface="Arial"/>
              </a:rPr>
              <a:t>*p = </a:t>
            </a:r>
            <a:r>
              <a:rPr sz="2800" b="0" i="0" u="none">
                <a:solidFill>
                  <a:srgbClr val="008080"/>
                </a:solidFill>
                <a:latin typeface="Arial"/>
                <a:ea typeface="Arial"/>
                <a:cs typeface="Arial"/>
              </a:rPr>
              <a:t>5</a:t>
            </a:r>
            <a:r>
              <a:rPr sz="2800" b="0" i="0" u="none">
                <a:solidFill>
                  <a:srgbClr val="333333"/>
                </a:solidFill>
                <a:latin typeface="Arial"/>
                <a:ea typeface="Arial"/>
                <a:cs typeface="Arial"/>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2870620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898878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2870620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79828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8706204">
                                            <p:txEl>
                                              <p:pRg st="4" end="4"/>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05553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870620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05025676" name="Title 1"/>
          <p:cNvSpPr>
            <a:spLocks noGrp="1"/>
          </p:cNvSpPr>
          <p:nvPr>
            <p:ph type="title"/>
          </p:nvPr>
        </p:nvSpPr>
        <p:spPr bwMode="auto"/>
        <p:txBody>
          <a:bodyPr/>
          <a:lstStyle/>
          <a:p>
            <a:pPr>
              <a:defRPr/>
            </a:pPr>
            <a:r>
              <a:rPr lang="en-US" sz="4400" b="0" i="0" u="none" strike="noStrike" cap="none" spc="0">
                <a:solidFill>
                  <a:schemeClr val="tx1"/>
                </a:solidFill>
                <a:latin typeface="+mj-lt"/>
                <a:ea typeface="+mj-ea"/>
                <a:cs typeface="+mj-cs"/>
              </a:rPr>
              <a:t>Pointers Dangers </a:t>
            </a:r>
            <a:r>
              <a:rPr lang="en-US"/>
              <a:t>(</a:t>
            </a:r>
            <a:r>
              <a:rPr lang="en-US"/>
              <a:t>cont</a:t>
            </a:r>
            <a:r>
              <a:rPr lang="en-US"/>
              <a:t>)</a:t>
            </a:r>
            <a:endParaRPr sz="4400"/>
          </a:p>
        </p:txBody>
      </p:sp>
      <p:sp>
        <p:nvSpPr>
          <p:cNvPr id="1452903715" name="Content Placeholder 2"/>
          <p:cNvSpPr>
            <a:spLocks noGrp="1"/>
          </p:cNvSpPr>
          <p:nvPr>
            <p:ph idx="1"/>
          </p:nvPr>
        </p:nvSpPr>
        <p:spPr bwMode="auto"/>
        <p:txBody>
          <a:bodyPr/>
          <a:lstStyle/>
          <a:p>
            <a:pPr>
              <a:defRPr/>
            </a:pPr>
            <a:r>
              <a:rPr lang="en-US"/>
              <a:t>Dereferencing a dangling pointer</a:t>
            </a:r>
            <a:endParaRPr/>
          </a:p>
          <a:p>
            <a:pPr>
              <a:defRPr/>
            </a:pPr>
            <a:endParaRPr lang="en-US"/>
          </a:p>
          <a:p>
            <a:pPr>
              <a:defRPr/>
            </a:pPr>
            <a:endParaRPr lang="en-US"/>
          </a:p>
          <a:p>
            <a:pPr>
              <a:defRPr/>
            </a:pPr>
            <a:endParaRPr lang="en-US"/>
          </a:p>
          <a:p>
            <a:pPr>
              <a:defRPr/>
            </a:pPr>
            <a:r>
              <a:rPr lang="en-US"/>
              <a:t>Beware of memory leaks</a:t>
            </a:r>
            <a:endParaRPr/>
          </a:p>
          <a:p>
            <a:pPr>
              <a:defRPr/>
            </a:pPr>
            <a:endParaRPr lang="en-US"/>
          </a:p>
          <a:p>
            <a:pPr>
              <a:defRPr/>
            </a:pPr>
            <a:r>
              <a:rPr lang="en-US"/>
              <a:t>Safe delete</a:t>
            </a:r>
            <a:endParaRPr lang="he-IL"/>
          </a:p>
        </p:txBody>
      </p:sp>
      <p:sp>
        <p:nvSpPr>
          <p:cNvPr id="997913225" name=""/>
          <p:cNvSpPr/>
          <p:nvPr/>
        </p:nvSpPr>
        <p:spPr bwMode="auto">
          <a:xfrm>
            <a:off x="6020416" y="1859713"/>
            <a:ext cx="2182934" cy="207299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600" b="1" i="0" u="none">
                <a:solidFill>
                  <a:srgbClr val="445588"/>
                </a:solidFill>
                <a:latin typeface="Arial"/>
                <a:ea typeface="Arial"/>
                <a:cs typeface="Arial"/>
              </a:rPr>
              <a:t>int</a:t>
            </a:r>
            <a:r>
              <a:rPr sz="2600" b="0" i="0" u="none">
                <a:solidFill>
                  <a:srgbClr val="333333"/>
                </a:solidFill>
                <a:latin typeface="Arial"/>
                <a:ea typeface="Arial"/>
                <a:cs typeface="Arial"/>
              </a:rPr>
              <a:t> *p, *q;</a:t>
            </a:r>
            <a:endParaRPr sz="2600"/>
          </a:p>
          <a:p>
            <a:pPr>
              <a:defRPr/>
            </a:pPr>
            <a:r>
              <a:rPr sz="2600" b="0" i="0" u="none">
                <a:solidFill>
                  <a:srgbClr val="333333"/>
                </a:solidFill>
                <a:latin typeface="Arial"/>
                <a:ea typeface="Arial"/>
                <a:cs typeface="Arial"/>
              </a:rPr>
              <a:t>p = </a:t>
            </a:r>
            <a:r>
              <a:rPr sz="2600" b="1" i="0" u="none">
                <a:solidFill>
                  <a:srgbClr val="333333"/>
                </a:solidFill>
                <a:latin typeface="Arial"/>
                <a:ea typeface="Arial"/>
                <a:cs typeface="Arial"/>
              </a:rPr>
              <a:t>new</a:t>
            </a:r>
            <a:r>
              <a:rPr sz="2600" b="0" i="0" u="none">
                <a:solidFill>
                  <a:srgbClr val="333333"/>
                </a:solidFill>
                <a:latin typeface="Arial"/>
                <a:ea typeface="Arial"/>
                <a:cs typeface="Arial"/>
              </a:rPr>
              <a:t> </a:t>
            </a:r>
            <a:r>
              <a:rPr sz="2600" b="1" i="0" u="none">
                <a:solidFill>
                  <a:srgbClr val="445588"/>
                </a:solidFill>
                <a:latin typeface="Arial"/>
                <a:ea typeface="Arial"/>
                <a:cs typeface="Arial"/>
              </a:rPr>
              <a:t>int</a:t>
            </a:r>
            <a:r>
              <a:rPr sz="2600" b="0" i="0" u="none">
                <a:solidFill>
                  <a:srgbClr val="333333"/>
                </a:solidFill>
                <a:latin typeface="Arial"/>
                <a:ea typeface="Arial"/>
                <a:cs typeface="Arial"/>
              </a:rPr>
              <a:t>;</a:t>
            </a:r>
            <a:endParaRPr sz="2600"/>
          </a:p>
          <a:p>
            <a:pPr>
              <a:defRPr/>
            </a:pPr>
            <a:r>
              <a:rPr sz="2600" b="0" i="0" u="none">
                <a:solidFill>
                  <a:srgbClr val="333333"/>
                </a:solidFill>
                <a:latin typeface="Arial"/>
                <a:ea typeface="Arial"/>
                <a:cs typeface="Arial"/>
              </a:rPr>
              <a:t>q = p;</a:t>
            </a:r>
            <a:endParaRPr sz="2600"/>
          </a:p>
          <a:p>
            <a:pPr>
              <a:defRPr/>
            </a:pPr>
            <a:r>
              <a:rPr sz="2600" b="1" i="0" u="none">
                <a:solidFill>
                  <a:srgbClr val="333333"/>
                </a:solidFill>
                <a:latin typeface="Arial"/>
                <a:ea typeface="Arial"/>
                <a:cs typeface="Arial"/>
              </a:rPr>
              <a:t>delete</a:t>
            </a:r>
            <a:r>
              <a:rPr sz="2600" b="0" i="0" u="none">
                <a:solidFill>
                  <a:srgbClr val="333333"/>
                </a:solidFill>
                <a:latin typeface="Arial"/>
                <a:ea typeface="Arial"/>
                <a:cs typeface="Arial"/>
              </a:rPr>
              <a:t> q;</a:t>
            </a:r>
            <a:endParaRPr sz="2600"/>
          </a:p>
          <a:p>
            <a:pPr>
              <a:defRPr/>
            </a:pPr>
            <a:r>
              <a:rPr sz="2600" b="0" i="0" u="none">
                <a:solidFill>
                  <a:srgbClr val="333333"/>
                </a:solidFill>
                <a:latin typeface="Arial"/>
                <a:ea typeface="Arial"/>
                <a:cs typeface="Arial"/>
              </a:rPr>
              <a:t>*p = </a:t>
            </a:r>
            <a:r>
              <a:rPr sz="2600" b="0" i="0" u="none">
                <a:solidFill>
                  <a:srgbClr val="008080"/>
                </a:solidFill>
                <a:latin typeface="Arial"/>
                <a:ea typeface="Arial"/>
                <a:cs typeface="Arial"/>
              </a:rPr>
              <a:t>3</a:t>
            </a:r>
            <a:r>
              <a:rPr sz="2600" b="0" i="0" u="none">
                <a:solidFill>
                  <a:srgbClr val="333333"/>
                </a:solidFill>
                <a:latin typeface="Arial"/>
                <a:ea typeface="Arial"/>
                <a:cs typeface="Arial"/>
              </a:rPr>
              <a:t>;</a:t>
            </a:r>
            <a:endParaRPr sz="2600"/>
          </a:p>
        </p:txBody>
      </p:sp>
      <p:sp>
        <p:nvSpPr>
          <p:cNvPr id="1249262490" name=""/>
          <p:cNvSpPr/>
          <p:nvPr/>
        </p:nvSpPr>
        <p:spPr bwMode="auto">
          <a:xfrm flipH="0" flipV="0">
            <a:off x="4907061" y="3932712"/>
            <a:ext cx="2668585" cy="8842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600" b="1" i="0" u="none">
                <a:solidFill>
                  <a:srgbClr val="445588"/>
                </a:solidFill>
                <a:latin typeface="Arial"/>
                <a:ea typeface="Arial"/>
                <a:cs typeface="Arial"/>
              </a:rPr>
              <a:t>int</a:t>
            </a:r>
            <a:r>
              <a:rPr sz="2600" b="0" i="0" u="none">
                <a:solidFill>
                  <a:srgbClr val="333333"/>
                </a:solidFill>
                <a:latin typeface="Arial"/>
                <a:ea typeface="Arial"/>
                <a:cs typeface="Arial"/>
              </a:rPr>
              <a:t> *p = </a:t>
            </a:r>
            <a:r>
              <a:rPr sz="2600" b="1" i="0" u="none">
                <a:solidFill>
                  <a:srgbClr val="333333"/>
                </a:solidFill>
                <a:latin typeface="Arial"/>
                <a:ea typeface="Arial"/>
                <a:cs typeface="Arial"/>
              </a:rPr>
              <a:t>new</a:t>
            </a:r>
            <a:r>
              <a:rPr sz="2600" b="0" i="0" u="none">
                <a:solidFill>
                  <a:srgbClr val="333333"/>
                </a:solidFill>
                <a:latin typeface="Arial"/>
                <a:ea typeface="Arial"/>
                <a:cs typeface="Arial"/>
              </a:rPr>
              <a:t> </a:t>
            </a:r>
            <a:r>
              <a:rPr sz="2600" b="1" i="0" u="none">
                <a:solidFill>
                  <a:srgbClr val="445588"/>
                </a:solidFill>
                <a:latin typeface="Arial"/>
                <a:ea typeface="Arial"/>
                <a:cs typeface="Arial"/>
              </a:rPr>
              <a:t>int</a:t>
            </a:r>
            <a:r>
              <a:rPr sz="2600" b="0" i="0" u="none">
                <a:solidFill>
                  <a:srgbClr val="333333"/>
                </a:solidFill>
                <a:latin typeface="Arial"/>
                <a:ea typeface="Arial"/>
                <a:cs typeface="Arial"/>
              </a:rPr>
              <a:t>;</a:t>
            </a:r>
            <a:endParaRPr/>
          </a:p>
          <a:p>
            <a:pPr>
              <a:defRPr/>
            </a:pPr>
            <a:r>
              <a:rPr sz="2600" b="0" i="0" u="none">
                <a:solidFill>
                  <a:srgbClr val="333333"/>
                </a:solidFill>
                <a:latin typeface="Arial"/>
                <a:ea typeface="Arial"/>
                <a:cs typeface="Arial"/>
              </a:rPr>
              <a:t>p = </a:t>
            </a:r>
            <a:r>
              <a:rPr sz="2600" b="0" i="0" u="none">
                <a:solidFill>
                  <a:srgbClr val="008080"/>
                </a:solidFill>
                <a:latin typeface="Arial"/>
                <a:ea typeface="Arial"/>
                <a:cs typeface="Arial"/>
              </a:rPr>
              <a:t>nullptr</a:t>
            </a:r>
            <a:r>
              <a:rPr sz="2600" b="0" i="0" u="none">
                <a:solidFill>
                  <a:srgbClr val="333333"/>
                </a:solidFill>
                <a:latin typeface="Arial"/>
                <a:ea typeface="Arial"/>
                <a:cs typeface="Arial"/>
              </a:rPr>
              <a:t>;</a:t>
            </a:r>
            <a:endParaRPr/>
          </a:p>
        </p:txBody>
      </p:sp>
      <p:sp>
        <p:nvSpPr>
          <p:cNvPr id="654104692" name=""/>
          <p:cNvSpPr/>
          <p:nvPr/>
        </p:nvSpPr>
        <p:spPr bwMode="auto">
          <a:xfrm>
            <a:off x="3100802" y="4816993"/>
            <a:ext cx="1806258" cy="884279"/>
          </a:xfrm>
        </p:spPr>
        <p:txBody>
          <a:bodyPr rot="0" spcFirstLastPara="0" vertOverflow="overflow" horzOverflow="overflow" vert="horz" wrap="square" lIns="91440" tIns="45720" rIns="91440" bIns="45720" numCol="1" spcCol="0" rtlCol="0" fromWordArt="0" anchor="t" anchorCtr="0" forceAA="0" upright="0" compatLnSpc="1">
            <a:prstTxWarp prst="textNoShape"/>
            <a:spAutoFit/>
          </a:bodyPr>
          <a:p>
            <a:pPr>
              <a:defRPr/>
            </a:pPr>
            <a:r>
              <a:rPr sz="2600" b="1" i="0" u="none">
                <a:solidFill>
                  <a:srgbClr val="333333"/>
                </a:solidFill>
                <a:latin typeface="Arial"/>
                <a:ea typeface="Arial"/>
                <a:cs typeface="Arial"/>
              </a:rPr>
              <a:t>delete</a:t>
            </a:r>
            <a:r>
              <a:rPr sz="2600" b="0" i="0" u="none">
                <a:solidFill>
                  <a:srgbClr val="333333"/>
                </a:solidFill>
                <a:latin typeface="Arial"/>
                <a:ea typeface="Arial"/>
                <a:cs typeface="Arial"/>
              </a:rPr>
              <a:t> p;</a:t>
            </a:r>
            <a:endParaRPr/>
          </a:p>
          <a:p>
            <a:pPr>
              <a:defRPr/>
            </a:pPr>
            <a:r>
              <a:rPr sz="2600" b="0" i="0" u="none">
                <a:solidFill>
                  <a:srgbClr val="333333"/>
                </a:solidFill>
                <a:latin typeface="Arial"/>
                <a:ea typeface="Arial"/>
                <a:cs typeface="Arial"/>
              </a:rPr>
              <a:t>p = </a:t>
            </a:r>
            <a:r>
              <a:rPr sz="2600" b="0" i="0" u="none">
                <a:solidFill>
                  <a:srgbClr val="008080"/>
                </a:solidFill>
                <a:latin typeface="Arial"/>
                <a:ea typeface="Arial"/>
                <a:cs typeface="Arial"/>
              </a:rPr>
              <a:t>nullptr</a:t>
            </a:r>
            <a:r>
              <a:rPr sz="2600" b="0" i="0" u="none">
                <a:solidFill>
                  <a:srgbClr val="333333"/>
                </a:solidFill>
                <a:latin typeface="Arial"/>
                <a:ea typeface="Arial"/>
                <a:cs typeface="Arial"/>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5290371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79132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5290371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492624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52903715">
                                            <p:txEl>
                                              <p:pRg st="6" end="6"/>
                                            </p:txEl>
                                          </p:spTgt>
                                        </p:tgtEl>
                                        <p:attrNameLst>
                                          <p:attrName>style.visibility</p:attrName>
                                        </p:attrNameLst>
                                      </p:cBhvr>
                                      <p:to>
                                        <p:strVal val="visible"/>
                                      </p:to>
                                    </p:set>
                                  </p:childTnLst>
                                </p:cTn>
                              </p:par>
                            </p:childTnLst>
                          </p:cTn>
                        </p:par>
                      </p:childTnLst>
                    </p:cTn>
                  </p:par>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41046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290371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5398794" name="Title 1"/>
          <p:cNvSpPr>
            <a:spLocks noGrp="1"/>
          </p:cNvSpPr>
          <p:nvPr>
            <p:ph type="title"/>
          </p:nvPr>
        </p:nvSpPr>
        <p:spPr bwMode="auto"/>
        <p:txBody>
          <a:bodyPr/>
          <a:lstStyle/>
          <a:p>
            <a:pPr>
              <a:defRPr/>
            </a:pPr>
            <a:r>
              <a:rPr lang="en-US"/>
              <a:t>Pointer Dangers</a:t>
            </a:r>
            <a:endParaRPr/>
          </a:p>
        </p:txBody>
      </p:sp>
      <p:sp>
        <p:nvSpPr>
          <p:cNvPr id="1137707844"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55000" lnSpcReduction="9000"/>
          </a:bodyPr>
          <a:lstStyle/>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p;</a:t>
            </a:r>
            <a:endParaRPr/>
          </a:p>
          <a:p>
            <a:pPr marL="0" indent="0">
              <a:buFont typeface="Arial"/>
              <a:buNone/>
              <a:defRPr/>
            </a:pPr>
            <a:r>
              <a:rPr sz="2800" b="0" i="1" u="none">
                <a:solidFill>
                  <a:srgbClr val="999988"/>
                </a:solidFill>
                <a:latin typeface="Arial"/>
                <a:ea typeface="Arial"/>
                <a:cs typeface="Arial"/>
              </a:rPr>
              <a:t>// *p = 3; doesn't compile</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p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a:t>
            </a:r>
            <a:endParaRPr/>
          </a:p>
          <a:p>
            <a:pPr marL="0" indent="0">
              <a:buFont typeface="Arial"/>
              <a:buNone/>
              <a:defRPr/>
            </a:pPr>
            <a:r>
              <a:rPr sz="2800" b="1" i="0" u="none">
                <a:solidFill>
                  <a:srgbClr val="333333"/>
                </a:solidFill>
                <a:latin typeface="Arial"/>
                <a:ea typeface="Arial"/>
                <a:cs typeface="Arial"/>
              </a:rPr>
              <a:t>delete</a:t>
            </a:r>
            <a:r>
              <a:rPr sz="2800" b="0" i="0" u="none">
                <a:solidFill>
                  <a:srgbClr val="333333"/>
                </a:solidFill>
                <a:latin typeface="Arial"/>
                <a:ea typeface="Arial"/>
                <a:cs typeface="Arial"/>
              </a:rPr>
              <a:t> p;</a:t>
            </a:r>
            <a:endParaRPr/>
          </a:p>
          <a:p>
            <a:pPr marL="0" indent="0">
              <a:buFont typeface="Arial"/>
              <a:buNone/>
              <a:defRPr/>
            </a:pPr>
            <a:r>
              <a:rPr sz="2800" b="0" i="1" u="none">
                <a:solidFill>
                  <a:srgbClr val="999988"/>
                </a:solidFill>
                <a:latin typeface="Arial"/>
                <a:ea typeface="Arial"/>
                <a:cs typeface="Arial"/>
              </a:rPr>
              <a:t>// *p = 5; compile</a:t>
            </a:r>
            <a:endParaRPr/>
          </a:p>
          <a:p>
            <a:pPr marL="0" indent="0">
              <a:buFont typeface="Arial"/>
              <a:buNone/>
              <a:defRPr/>
            </a:pPr>
            <a:r>
              <a:rPr sz="2800" b="0" i="0" u="none">
                <a:solidFill>
                  <a:srgbClr val="333333"/>
                </a:solidFill>
                <a:latin typeface="Arial"/>
                <a:ea typeface="Arial"/>
                <a:cs typeface="Arial"/>
              </a:rPr>
              <a:t> </a:t>
            </a:r>
            <a:endParaRPr/>
          </a:p>
          <a:p>
            <a:pPr marL="0" indent="0">
              <a:buFont typeface="Arial"/>
              <a:buNone/>
              <a:defRPr/>
            </a:pPr>
            <a:r>
              <a:rPr sz="2800" b="0" i="0" u="none">
                <a:solidFill>
                  <a:srgbClr val="333333"/>
                </a:solidFill>
                <a:latin typeface="Arial"/>
                <a:ea typeface="Arial"/>
                <a:cs typeface="Arial"/>
              </a:rPr>
              <a:t>p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a:t>
            </a:r>
            <a:endParaRPr/>
          </a:p>
          <a:p>
            <a:pPr marL="0" indent="0">
              <a:buFont typeface="Arial"/>
              <a:buNone/>
              <a:defRPr/>
            </a:pPr>
            <a:r>
              <a:rPr sz="2800" b="1" i="0" u="none">
                <a:solidFill>
                  <a:srgbClr val="445588"/>
                </a:solidFill>
                <a:latin typeface="Arial"/>
                <a:ea typeface="Arial"/>
                <a:cs typeface="Arial"/>
              </a:rPr>
              <a:t>int</a:t>
            </a:r>
            <a:r>
              <a:rPr sz="2800" b="0" i="0" u="none">
                <a:solidFill>
                  <a:srgbClr val="333333"/>
                </a:solidFill>
                <a:latin typeface="Arial"/>
                <a:ea typeface="Arial"/>
                <a:cs typeface="Arial"/>
              </a:rPr>
              <a:t>* q = p;</a:t>
            </a:r>
            <a:endParaRPr/>
          </a:p>
          <a:p>
            <a:pPr marL="0" indent="0">
              <a:buFont typeface="Arial"/>
              <a:buNone/>
              <a:defRPr/>
            </a:pPr>
            <a:r>
              <a:rPr sz="2800" b="1" i="0" u="none">
                <a:solidFill>
                  <a:srgbClr val="333333"/>
                </a:solidFill>
                <a:latin typeface="Arial"/>
                <a:ea typeface="Arial"/>
                <a:cs typeface="Arial"/>
              </a:rPr>
              <a:t>delete</a:t>
            </a:r>
            <a:r>
              <a:rPr sz="2800" b="0" i="0" u="none">
                <a:solidFill>
                  <a:srgbClr val="333333"/>
                </a:solidFill>
                <a:latin typeface="Arial"/>
                <a:ea typeface="Arial"/>
                <a:cs typeface="Arial"/>
              </a:rPr>
              <a:t> q;</a:t>
            </a:r>
            <a:endParaRPr/>
          </a:p>
          <a:p>
            <a:pPr marL="0" indent="0">
              <a:buFont typeface="Arial"/>
              <a:buNone/>
              <a:defRPr/>
            </a:pPr>
            <a:r>
              <a:rPr sz="2800" b="0" i="1" u="none">
                <a:solidFill>
                  <a:srgbClr val="999988"/>
                </a:solidFill>
                <a:latin typeface="Arial"/>
                <a:ea typeface="Arial"/>
                <a:cs typeface="Arial"/>
              </a:rPr>
              <a:t>// *p = 3;</a:t>
            </a:r>
            <a:endParaRPr/>
          </a:p>
          <a:p>
            <a:pPr marL="0" indent="0">
              <a:buFont typeface="Arial"/>
              <a:buNone/>
              <a:defRPr/>
            </a:pPr>
            <a:endParaRPr/>
          </a:p>
          <a:p>
            <a:pPr marL="0" indent="0">
              <a:buFont typeface="Arial"/>
              <a:buNone/>
              <a:defRPr/>
            </a:pPr>
            <a:r>
              <a:rPr sz="2800" b="0" i="0" u="none">
                <a:solidFill>
                  <a:srgbClr val="333333"/>
                </a:solidFill>
                <a:latin typeface="Arial"/>
                <a:ea typeface="Arial"/>
                <a:cs typeface="Arial"/>
              </a:rPr>
              <a:t> </a:t>
            </a:r>
            <a:r>
              <a:rPr sz="2800" b="0" i="0" u="none">
                <a:solidFill>
                  <a:srgbClr val="333333"/>
                </a:solidFill>
                <a:latin typeface="Arial"/>
                <a:ea typeface="Arial"/>
                <a:cs typeface="Arial"/>
              </a:rPr>
              <a:t>p = </a:t>
            </a:r>
            <a:r>
              <a:rPr sz="2800" b="1" i="0" u="none">
                <a:solidFill>
                  <a:srgbClr val="333333"/>
                </a:solidFill>
                <a:latin typeface="Arial"/>
                <a:ea typeface="Arial"/>
                <a:cs typeface="Arial"/>
              </a:rPr>
              <a:t>new</a:t>
            </a:r>
            <a:r>
              <a:rPr sz="2800" b="0" i="0" u="none">
                <a:solidFill>
                  <a:srgbClr val="333333"/>
                </a:solidFill>
                <a:latin typeface="Arial"/>
                <a:ea typeface="Arial"/>
                <a:cs typeface="Arial"/>
              </a:rPr>
              <a:t> </a:t>
            </a:r>
            <a:r>
              <a:rPr sz="2800" b="1" i="0" u="none">
                <a:solidFill>
                  <a:srgbClr val="445588"/>
                </a:solidFill>
                <a:latin typeface="Arial"/>
                <a:ea typeface="Arial"/>
                <a:cs typeface="Arial"/>
              </a:rPr>
              <a:t>int</a:t>
            </a:r>
            <a:r>
              <a:rPr sz="2800" b="0" i="0" u="none">
                <a:solidFill>
                  <a:srgbClr val="333333"/>
                </a:solidFill>
                <a:latin typeface="Arial"/>
                <a:ea typeface="Arial"/>
                <a:cs typeface="Arial"/>
              </a:rPr>
              <a:t>;</a:t>
            </a:r>
            <a:endParaRPr sz="2800" b="0" i="0" u="none">
              <a:solidFill>
                <a:srgbClr val="333333"/>
              </a:solidFill>
              <a:latin typeface="Arial"/>
              <a:ea typeface="Arial"/>
              <a:cs typeface="Arial"/>
            </a:endParaRPr>
          </a:p>
          <a:p>
            <a:pPr marL="0" indent="0">
              <a:buFont typeface="Arial"/>
              <a:buNone/>
              <a:defRPr/>
            </a:pPr>
            <a:r>
              <a:rPr sz="2800" b="0" i="0" u="none">
                <a:solidFill>
                  <a:srgbClr val="333333"/>
                </a:solidFill>
                <a:latin typeface="Arial"/>
                <a:ea typeface="Arial"/>
                <a:cs typeface="Arial"/>
              </a:rPr>
              <a:t>p = </a:t>
            </a:r>
            <a:r>
              <a:rPr sz="2800" b="0" i="0" u="none">
                <a:solidFill>
                  <a:srgbClr val="008080"/>
                </a:solidFill>
                <a:latin typeface="Arial"/>
                <a:ea typeface="Arial"/>
                <a:cs typeface="Arial"/>
              </a:rPr>
              <a:t>nullptr</a:t>
            </a:r>
            <a:r>
              <a:rPr sz="2800" b="0" i="0" u="none">
                <a:solidFill>
                  <a:srgbClr val="333333"/>
                </a:solidFill>
                <a:latin typeface="Arial"/>
                <a:ea typeface="Arial"/>
                <a:cs typeface="Arial"/>
              </a:rPr>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4606945" name="Title 1"/>
          <p:cNvSpPr>
            <a:spLocks noGrp="1"/>
          </p:cNvSpPr>
          <p:nvPr>
            <p:ph type="title"/>
          </p:nvPr>
        </p:nvSpPr>
        <p:spPr bwMode="auto"/>
        <p:txBody>
          <a:bodyPr/>
          <a:lstStyle/>
          <a:p>
            <a:pPr>
              <a:defRPr/>
            </a:pPr>
            <a:r>
              <a:rPr lang="en-US"/>
              <a:t>Further Reading</a:t>
            </a:r>
            <a:endParaRPr/>
          </a:p>
        </p:txBody>
      </p:sp>
      <p:sp>
        <p:nvSpPr>
          <p:cNvPr id="1201698115" name="Content Placeholder 2"/>
          <p:cNvSpPr>
            <a:spLocks noGrp="1"/>
          </p:cNvSpPr>
          <p:nvPr>
            <p:ph idx="1"/>
          </p:nvPr>
        </p:nvSpPr>
        <p:spPr bwMode="auto"/>
        <p:txBody>
          <a:bodyPr/>
          <a:lstStyle/>
          <a:p>
            <a:pPr>
              <a:defRPr/>
            </a:pPr>
            <a:r>
              <a:rPr lang="en-US" u="sng">
                <a:hlinkClick r:id="rId3" tooltip=""/>
              </a:rPr>
              <a:t>Pointer Declaration (cpp reference)</a:t>
            </a:r>
            <a:endParaRPr lang="en-US"/>
          </a:p>
          <a:p>
            <a:pPr>
              <a:defRPr/>
            </a:pPr>
            <a:r>
              <a:rPr lang="en-US" u="sng">
                <a:solidFill>
                  <a:schemeClr val="hlink"/>
                </a:solidFill>
                <a:hlinkClick r:id="rId4" tooltip=""/>
              </a:rPr>
              <a:t>Back to Basics: Pointers and Memory - Ben Saks - CppCon 2020 </a:t>
            </a:r>
            <a:endParaRPr/>
          </a:p>
          <a:p>
            <a:pPr>
              <a:defRPr/>
            </a:pPr>
            <a:r>
              <a:rPr u="sng">
                <a:hlinkClick r:id="rId5" tooltip=""/>
              </a:rPr>
              <a:t>Array declaration (cpp reference)</a:t>
            </a:r>
            <a:endParaRPr/>
          </a:p>
          <a:p>
            <a:pPr>
              <a:defRPr/>
            </a:pPr>
            <a:r>
              <a:rPr u="sng">
                <a:hlinkClick r:id="rId6" tooltip=""/>
              </a:rPr>
              <a:t>Reference declaration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ONLYOFFICE/9.1.0.173</Application>
  <PresentationFormat>On-screen Show (4:3)</PresentationFormat>
  <Paragraphs>0</Paragraphs>
  <Slides>36</Slides>
  <Notes>36</Notes>
  <HiddenSlides>0</HiddenSlides>
  <MMClips>2</MMClips>
  <ScaleCrop>0</ScaleCrop>
  <HeadingPairs>
    <vt:vector size="4" baseType="variant">
      <vt:variant>
        <vt:lpstr>Theme</vt:lpstr>
      </vt:variant>
      <vt:variant>
        <vt:i4>1</vt:i4>
      </vt:variant>
      <vt:variant>
        <vt:lpstr>Slide Titles</vt:lpstr>
      </vt:variant>
      <vt:variant>
        <vt:i4>36</vt:i4>
      </vt:variant>
    </vt:vector>
  </HeadingPairs>
  <TitlesOfParts>
    <vt:vector size="3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 – PS2</dc:title>
  <dc:creator>Dolav Nitay</dc:creator>
  <cp:lastModifiedBy/>
  <cp:revision>34</cp:revision>
  <dcterms:created xsi:type="dcterms:W3CDTF">2018-10-20T18:19:35Z</dcterms:created>
  <dcterms:modified xsi:type="dcterms:W3CDTF">2025-11-01T20:41:33Z</dcterms:modified>
</cp:coreProperties>
</file>