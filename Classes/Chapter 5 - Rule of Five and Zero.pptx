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handoutMasterIdLst>
    <p:handoutMasterId r:id="rId37"/>
  </p:handoutMasterIdLst>
  <p:sldIdLst>
    <p:sldId id="541" r:id="rId2"/>
    <p:sldId id="716" r:id="rId3"/>
    <p:sldId id="717" r:id="rId4"/>
    <p:sldId id="718" r:id="rId5"/>
    <p:sldId id="719" r:id="rId6"/>
    <p:sldId id="721" r:id="rId7"/>
    <p:sldId id="722" r:id="rId8"/>
    <p:sldId id="723" r:id="rId9"/>
    <p:sldId id="729" r:id="rId10"/>
    <p:sldId id="671" r:id="rId11"/>
    <p:sldId id="730" r:id="rId12"/>
    <p:sldId id="731" r:id="rId13"/>
    <p:sldId id="732" r:id="rId14"/>
    <p:sldId id="733" r:id="rId15"/>
    <p:sldId id="724" r:id="rId16"/>
    <p:sldId id="734" r:id="rId17"/>
    <p:sldId id="735" r:id="rId18"/>
    <p:sldId id="726" r:id="rId19"/>
    <p:sldId id="737" r:id="rId20"/>
    <p:sldId id="736" r:id="rId21"/>
    <p:sldId id="725" r:id="rId22"/>
    <p:sldId id="743" r:id="rId23"/>
    <p:sldId id="728" r:id="rId24"/>
    <p:sldId id="740" r:id="rId25"/>
    <p:sldId id="738" r:id="rId26"/>
    <p:sldId id="739" r:id="rId27"/>
    <p:sldId id="741" r:id="rId28"/>
    <p:sldId id="744" r:id="rId29"/>
    <p:sldId id="746" r:id="rId30"/>
    <p:sldId id="747" r:id="rId31"/>
    <p:sldId id="748" r:id="rId32"/>
    <p:sldId id="749" r:id="rId33"/>
    <p:sldId id="750" r:id="rId34"/>
    <p:sldId id="751" r:id="rId3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E639404-AB7E-4C71-A271-0F2AB37CE3A9}" v="75" dt="2025-11-21T19:59:58.4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280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l R." userId="03e9e69c0e8a7741" providerId="LiveId" clId="{7E8451C7-0DB5-4F3D-8DC4-447DBD27B8B8}"/>
    <pc:docChg chg="undo redo custSel addSld delSld modSld sldOrd">
      <pc:chgData name="Tal R." userId="03e9e69c0e8a7741" providerId="LiveId" clId="{7E8451C7-0DB5-4F3D-8DC4-447DBD27B8B8}" dt="2025-11-16T12:19:42.744" v="2035" actId="20577"/>
      <pc:docMkLst>
        <pc:docMk/>
      </pc:docMkLst>
      <pc:sldChg chg="addAnim delAnim modAnim">
        <pc:chgData name="Tal R." userId="03e9e69c0e8a7741" providerId="LiveId" clId="{7E8451C7-0DB5-4F3D-8DC4-447DBD27B8B8}" dt="2025-11-16T12:14:22.651" v="1948"/>
        <pc:sldMkLst>
          <pc:docMk/>
          <pc:sldMk cId="1732159384" sldId="718"/>
        </pc:sldMkLst>
      </pc:sldChg>
      <pc:sldChg chg="modSp mod modAnim">
        <pc:chgData name="Tal R." userId="03e9e69c0e8a7741" providerId="LiveId" clId="{7E8451C7-0DB5-4F3D-8DC4-447DBD27B8B8}" dt="2025-11-16T12:15:49.767" v="1983" actId="20577"/>
        <pc:sldMkLst>
          <pc:docMk/>
          <pc:sldMk cId="1994274811" sldId="719"/>
        </pc:sldMkLst>
        <pc:spChg chg="mod">
          <ac:chgData name="Tal R." userId="03e9e69c0e8a7741" providerId="LiveId" clId="{7E8451C7-0DB5-4F3D-8DC4-447DBD27B8B8}" dt="2025-11-16T12:15:49.767" v="1983" actId="20577"/>
          <ac:spMkLst>
            <pc:docMk/>
            <pc:sldMk cId="1994274811" sldId="719"/>
            <ac:spMk id="4" creationId="{EA3D86C0-644B-3025-C5F5-6A31F9FAB28D}"/>
          </ac:spMkLst>
        </pc:spChg>
      </pc:sldChg>
      <pc:sldChg chg="modSp mod">
        <pc:chgData name="Tal R." userId="03e9e69c0e8a7741" providerId="LiveId" clId="{7E8451C7-0DB5-4F3D-8DC4-447DBD27B8B8}" dt="2025-11-16T12:19:42.744" v="2035" actId="20577"/>
        <pc:sldMkLst>
          <pc:docMk/>
          <pc:sldMk cId="2095356651" sldId="721"/>
        </pc:sldMkLst>
        <pc:spChg chg="mod">
          <ac:chgData name="Tal R." userId="03e9e69c0e8a7741" providerId="LiveId" clId="{7E8451C7-0DB5-4F3D-8DC4-447DBD27B8B8}" dt="2025-11-16T12:19:42.744" v="2035" actId="20577"/>
          <ac:spMkLst>
            <pc:docMk/>
            <pc:sldMk cId="2095356651" sldId="721"/>
            <ac:spMk id="3" creationId="{E22D8747-4948-99C7-3077-A1CF4E977C14}"/>
          </ac:spMkLst>
        </pc:spChg>
        <pc:spChg chg="mod">
          <ac:chgData name="Tal R." userId="03e9e69c0e8a7741" providerId="LiveId" clId="{7E8451C7-0DB5-4F3D-8DC4-447DBD27B8B8}" dt="2025-11-16T12:16:16.442" v="1984" actId="14100"/>
          <ac:spMkLst>
            <pc:docMk/>
            <pc:sldMk cId="2095356651" sldId="721"/>
            <ac:spMk id="4" creationId="{C81C2E93-04FF-01FC-0AE9-DB047F351BC0}"/>
          </ac:spMkLst>
        </pc:spChg>
      </pc:sldChg>
      <pc:sldChg chg="modSp mod modAnim">
        <pc:chgData name="Tal R." userId="03e9e69c0e8a7741" providerId="LiveId" clId="{7E8451C7-0DB5-4F3D-8DC4-447DBD27B8B8}" dt="2025-11-16T12:18:01.063" v="2015" actId="20577"/>
        <pc:sldMkLst>
          <pc:docMk/>
          <pc:sldMk cId="183409994" sldId="722"/>
        </pc:sldMkLst>
        <pc:spChg chg="mod">
          <ac:chgData name="Tal R." userId="03e9e69c0e8a7741" providerId="LiveId" clId="{7E8451C7-0DB5-4F3D-8DC4-447DBD27B8B8}" dt="2025-11-16T12:17:54.105" v="2011" actId="20577"/>
          <ac:spMkLst>
            <pc:docMk/>
            <pc:sldMk cId="183409994" sldId="722"/>
            <ac:spMk id="3" creationId="{97C7A0F9-40D3-51B4-E98E-7201C52D650D}"/>
          </ac:spMkLst>
        </pc:spChg>
        <pc:spChg chg="mod">
          <ac:chgData name="Tal R." userId="03e9e69c0e8a7741" providerId="LiveId" clId="{7E8451C7-0DB5-4F3D-8DC4-447DBD27B8B8}" dt="2025-11-16T12:18:01.063" v="2015" actId="20577"/>
          <ac:spMkLst>
            <pc:docMk/>
            <pc:sldMk cId="183409994" sldId="722"/>
            <ac:spMk id="4" creationId="{218C6D5B-8488-5ED7-4540-9F37A7D59D32}"/>
          </ac:spMkLst>
        </pc:spChg>
      </pc:sldChg>
    </pc:docChg>
  </pc:docChgLst>
  <pc:docChgLst>
    <pc:chgData name="Tal R." userId="03e9e69c0e8a7741" providerId="LiveId" clId="{012321CB-D30F-40A1-894C-E46D43B30E68}"/>
    <pc:docChg chg="undo redo custSel addSld delSld modSld sldOrd modMainMaster">
      <pc:chgData name="Tal R." userId="03e9e69c0e8a7741" providerId="LiveId" clId="{012321CB-D30F-40A1-894C-E46D43B30E68}" dt="2025-11-21T19:59:58.436" v="33574"/>
      <pc:docMkLst>
        <pc:docMk/>
      </pc:docMkLst>
      <pc:sldChg chg="modSp new mod">
        <pc:chgData name="Tal R." userId="03e9e69c0e8a7741" providerId="LiveId" clId="{012321CB-D30F-40A1-894C-E46D43B30E68}" dt="2025-11-15T22:00:20.571" v="20359" actId="20577"/>
        <pc:sldMkLst>
          <pc:docMk/>
          <pc:sldMk cId="467981463" sldId="541"/>
        </pc:sldMkLst>
        <pc:spChg chg="mod">
          <ac:chgData name="Tal R." userId="03e9e69c0e8a7741" providerId="LiveId" clId="{012321CB-D30F-40A1-894C-E46D43B30E68}" dt="2025-11-15T22:00:20.571" v="20359" actId="20577"/>
          <ac:spMkLst>
            <pc:docMk/>
            <pc:sldMk cId="467981463" sldId="541"/>
            <ac:spMk id="2" creationId="{63C98D00-06F6-E602-6C47-76C2BA233264}"/>
          </ac:spMkLst>
        </pc:spChg>
      </pc:sldChg>
      <pc:sldChg chg="addSp delSp modSp add mod modTransition">
        <pc:chgData name="Tal R." userId="03e9e69c0e8a7741" providerId="LiveId" clId="{012321CB-D30F-40A1-894C-E46D43B30E68}" dt="2025-11-18T19:49:43.948" v="27411"/>
        <pc:sldMkLst>
          <pc:docMk/>
          <pc:sldMk cId="592810121" sldId="671"/>
        </pc:sldMkLst>
        <pc:spChg chg="mod">
          <ac:chgData name="Tal R." userId="03e9e69c0e8a7741" providerId="LiveId" clId="{012321CB-D30F-40A1-894C-E46D43B30E68}" dt="2025-11-18T19:49:43.948" v="27411"/>
          <ac:spMkLst>
            <pc:docMk/>
            <pc:sldMk cId="592810121" sldId="671"/>
            <ac:spMk id="3" creationId="{E084750B-4559-845A-9EC3-A7997CA43FD8}"/>
          </ac:spMkLst>
        </pc:spChg>
        <pc:spChg chg="mod">
          <ac:chgData name="Tal R." userId="03e9e69c0e8a7741" providerId="LiveId" clId="{012321CB-D30F-40A1-894C-E46D43B30E68}" dt="2025-11-18T18:44:44.062" v="25223" actId="6549"/>
          <ac:spMkLst>
            <pc:docMk/>
            <pc:sldMk cId="592810121" sldId="671"/>
            <ac:spMk id="4" creationId="{2D646124-094B-9919-0F5E-19735E26ECE7}"/>
          </ac:spMkLst>
        </pc:spChg>
        <pc:graphicFrameChg chg="mod">
          <ac:chgData name="Tal R." userId="03e9e69c0e8a7741" providerId="LiveId" clId="{012321CB-D30F-40A1-894C-E46D43B30E68}" dt="2025-11-18T18:54:28.675" v="25467" actId="1036"/>
          <ac:graphicFrameMkLst>
            <pc:docMk/>
            <pc:sldMk cId="592810121" sldId="671"/>
            <ac:graphicFrameMk id="2" creationId="{C755317F-D932-511E-F6A3-EF67662E9F3D}"/>
          </ac:graphicFrameMkLst>
        </pc:graphicFrameChg>
        <pc:graphicFrameChg chg="mod">
          <ac:chgData name="Tal R." userId="03e9e69c0e8a7741" providerId="LiveId" clId="{012321CB-D30F-40A1-894C-E46D43B30E68}" dt="2025-11-18T18:54:28.675" v="25467" actId="1036"/>
          <ac:graphicFrameMkLst>
            <pc:docMk/>
            <pc:sldMk cId="592810121" sldId="671"/>
            <ac:graphicFrameMk id="11" creationId="{C7B966CF-17C6-275F-89B6-93E2645A6F37}"/>
          </ac:graphicFrameMkLst>
        </pc:graphicFrameChg>
        <pc:picChg chg="mod">
          <ac:chgData name="Tal R." userId="03e9e69c0e8a7741" providerId="LiveId" clId="{012321CB-D30F-40A1-894C-E46D43B30E68}" dt="2025-11-18T18:54:28.675" v="25467" actId="1036"/>
          <ac:picMkLst>
            <pc:docMk/>
            <pc:sldMk cId="592810121" sldId="671"/>
            <ac:picMk id="1028" creationId="{9178ACF8-62A2-6BFA-4F49-8FAA845EAF03}"/>
          </ac:picMkLst>
        </pc:picChg>
        <pc:cxnChg chg="mod">
          <ac:chgData name="Tal R." userId="03e9e69c0e8a7741" providerId="LiveId" clId="{012321CB-D30F-40A1-894C-E46D43B30E68}" dt="2025-11-18T18:54:28.675" v="25467" actId="1036"/>
          <ac:cxnSpMkLst>
            <pc:docMk/>
            <pc:sldMk cId="592810121" sldId="671"/>
            <ac:cxnSpMk id="6" creationId="{7503443B-C288-97B3-F710-B5F937DCD2CB}"/>
          </ac:cxnSpMkLst>
        </pc:cxnChg>
        <pc:cxnChg chg="add del mod">
          <ac:chgData name="Tal R." userId="03e9e69c0e8a7741" providerId="LiveId" clId="{012321CB-D30F-40A1-894C-E46D43B30E68}" dt="2025-11-18T18:54:28.675" v="25467" actId="1036"/>
          <ac:cxnSpMkLst>
            <pc:docMk/>
            <pc:sldMk cId="592810121" sldId="671"/>
            <ac:cxnSpMk id="12" creationId="{07350713-5940-8CF8-E331-5469DB0E1A15}"/>
          </ac:cxnSpMkLst>
        </pc:cxnChg>
      </pc:sldChg>
      <pc:sldChg chg="addSp modSp add mod addAnim delAnim modAnim">
        <pc:chgData name="Tal R." userId="03e9e69c0e8a7741" providerId="LiveId" clId="{012321CB-D30F-40A1-894C-E46D43B30E68}" dt="2025-11-21T19:24:25.967" v="32774"/>
        <pc:sldMkLst>
          <pc:docMk/>
          <pc:sldMk cId="278790652" sldId="716"/>
        </pc:sldMkLst>
        <pc:spChg chg="mod">
          <ac:chgData name="Tal R." userId="03e9e69c0e8a7741" providerId="LiveId" clId="{012321CB-D30F-40A1-894C-E46D43B30E68}" dt="2025-11-18T10:27:38.117" v="23164" actId="20577"/>
          <ac:spMkLst>
            <pc:docMk/>
            <pc:sldMk cId="278790652" sldId="716"/>
            <ac:spMk id="3" creationId="{0F0FEE3C-3828-5559-31E6-489842A7C161}"/>
          </ac:spMkLst>
        </pc:spChg>
        <pc:spChg chg="mod">
          <ac:chgData name="Tal R." userId="03e9e69c0e8a7741" providerId="LiveId" clId="{012321CB-D30F-40A1-894C-E46D43B30E68}" dt="2025-11-18T10:50:35.023" v="23971" actId="20577"/>
          <ac:spMkLst>
            <pc:docMk/>
            <pc:sldMk cId="278790652" sldId="716"/>
            <ac:spMk id="4" creationId="{B0EB179D-D387-AD4B-0BD7-60F1696FCFB5}"/>
          </ac:spMkLst>
        </pc:spChg>
      </pc:sldChg>
      <pc:sldChg chg="modSp add mod modAnim">
        <pc:chgData name="Tal R." userId="03e9e69c0e8a7741" providerId="LiveId" clId="{012321CB-D30F-40A1-894C-E46D43B30E68}" dt="2025-11-18T10:50:55.860" v="23991" actId="20577"/>
        <pc:sldMkLst>
          <pc:docMk/>
          <pc:sldMk cId="1943610600" sldId="717"/>
        </pc:sldMkLst>
        <pc:spChg chg="mod">
          <ac:chgData name="Tal R." userId="03e9e69c0e8a7741" providerId="LiveId" clId="{012321CB-D30F-40A1-894C-E46D43B30E68}" dt="2025-11-18T10:27:45.100" v="23175" actId="20577"/>
          <ac:spMkLst>
            <pc:docMk/>
            <pc:sldMk cId="1943610600" sldId="717"/>
            <ac:spMk id="3" creationId="{AB24B26D-3DC2-CB0D-D065-A40B83CDCB30}"/>
          </ac:spMkLst>
        </pc:spChg>
        <pc:spChg chg="mod">
          <ac:chgData name="Tal R." userId="03e9e69c0e8a7741" providerId="LiveId" clId="{012321CB-D30F-40A1-894C-E46D43B30E68}" dt="2025-11-18T10:50:55.860" v="23991" actId="20577"/>
          <ac:spMkLst>
            <pc:docMk/>
            <pc:sldMk cId="1943610600" sldId="717"/>
            <ac:spMk id="4" creationId="{8530D524-551F-8925-B986-CFB0549F8BB8}"/>
          </ac:spMkLst>
        </pc:spChg>
      </pc:sldChg>
      <pc:sldChg chg="modSp add mod addAnim delAnim modAnim">
        <pc:chgData name="Tal R." userId="03e9e69c0e8a7741" providerId="LiveId" clId="{012321CB-D30F-40A1-894C-E46D43B30E68}" dt="2025-11-21T19:24:50.033" v="32777"/>
        <pc:sldMkLst>
          <pc:docMk/>
          <pc:sldMk cId="1732159384" sldId="718"/>
        </pc:sldMkLst>
        <pc:spChg chg="mod">
          <ac:chgData name="Tal R." userId="03e9e69c0e8a7741" providerId="LiveId" clId="{012321CB-D30F-40A1-894C-E46D43B30E68}" dt="2025-11-18T10:30:53.460" v="23253" actId="20577"/>
          <ac:spMkLst>
            <pc:docMk/>
            <pc:sldMk cId="1732159384" sldId="718"/>
            <ac:spMk id="3" creationId="{1468ADD5-BD65-3954-0EC9-58AA53146997}"/>
          </ac:spMkLst>
        </pc:spChg>
        <pc:spChg chg="mod">
          <ac:chgData name="Tal R." userId="03e9e69c0e8a7741" providerId="LiveId" clId="{012321CB-D30F-40A1-894C-E46D43B30E68}" dt="2025-11-18T10:55:14.483" v="24169" actId="27636"/>
          <ac:spMkLst>
            <pc:docMk/>
            <pc:sldMk cId="1732159384" sldId="718"/>
            <ac:spMk id="4" creationId="{14908E9A-D018-FEFA-4026-6F1B21FA19DC}"/>
          </ac:spMkLst>
        </pc:spChg>
      </pc:sldChg>
      <pc:sldChg chg="modSp add mod addAnim delAnim modAnim">
        <pc:chgData name="Tal R." userId="03e9e69c0e8a7741" providerId="LiveId" clId="{012321CB-D30F-40A1-894C-E46D43B30E68}" dt="2025-11-21T19:25:11.988" v="32782"/>
        <pc:sldMkLst>
          <pc:docMk/>
          <pc:sldMk cId="1994274811" sldId="719"/>
        </pc:sldMkLst>
        <pc:spChg chg="mod">
          <ac:chgData name="Tal R." userId="03e9e69c0e8a7741" providerId="LiveId" clId="{012321CB-D30F-40A1-894C-E46D43B30E68}" dt="2025-11-18T10:30:02.116" v="23222" actId="20577"/>
          <ac:spMkLst>
            <pc:docMk/>
            <pc:sldMk cId="1994274811" sldId="719"/>
            <ac:spMk id="3" creationId="{202513F6-93EE-ACF0-9A63-36B97F378BFB}"/>
          </ac:spMkLst>
        </pc:spChg>
        <pc:spChg chg="mod">
          <ac:chgData name="Tal R." userId="03e9e69c0e8a7741" providerId="LiveId" clId="{012321CB-D30F-40A1-894C-E46D43B30E68}" dt="2025-11-18T11:18:16.232" v="24814" actId="20577"/>
          <ac:spMkLst>
            <pc:docMk/>
            <pc:sldMk cId="1994274811" sldId="719"/>
            <ac:spMk id="4" creationId="{EA3D86C0-644B-3025-C5F5-6A31F9FAB28D}"/>
          </ac:spMkLst>
        </pc:spChg>
      </pc:sldChg>
      <pc:sldChg chg="modSp add mod modAnim">
        <pc:chgData name="Tal R." userId="03e9e69c0e8a7741" providerId="LiveId" clId="{012321CB-D30F-40A1-894C-E46D43B30E68}" dt="2025-11-18T18:27:39.131" v="24942" actId="27636"/>
        <pc:sldMkLst>
          <pc:docMk/>
          <pc:sldMk cId="2095356651" sldId="721"/>
        </pc:sldMkLst>
        <pc:spChg chg="mod">
          <ac:chgData name="Tal R." userId="03e9e69c0e8a7741" providerId="LiveId" clId="{012321CB-D30F-40A1-894C-E46D43B30E68}" dt="2025-11-18T10:30:09.039" v="23225" actId="20577"/>
          <ac:spMkLst>
            <pc:docMk/>
            <pc:sldMk cId="2095356651" sldId="721"/>
            <ac:spMk id="3" creationId="{E22D8747-4948-99C7-3077-A1CF4E977C14}"/>
          </ac:spMkLst>
        </pc:spChg>
        <pc:spChg chg="mod">
          <ac:chgData name="Tal R." userId="03e9e69c0e8a7741" providerId="LiveId" clId="{012321CB-D30F-40A1-894C-E46D43B30E68}" dt="2025-11-18T18:27:39.131" v="24942" actId="27636"/>
          <ac:spMkLst>
            <pc:docMk/>
            <pc:sldMk cId="2095356651" sldId="721"/>
            <ac:spMk id="4" creationId="{C81C2E93-04FF-01FC-0AE9-DB047F351BC0}"/>
          </ac:spMkLst>
        </pc:spChg>
      </pc:sldChg>
      <pc:sldChg chg="modSp mod addAnim delAnim modAnim">
        <pc:chgData name="Tal R." userId="03e9e69c0e8a7741" providerId="LiveId" clId="{012321CB-D30F-40A1-894C-E46D43B30E68}" dt="2025-11-21T19:25:35.003" v="32787"/>
        <pc:sldMkLst>
          <pc:docMk/>
          <pc:sldMk cId="183409994" sldId="722"/>
        </pc:sldMkLst>
        <pc:spChg chg="mod">
          <ac:chgData name="Tal R." userId="03e9e69c0e8a7741" providerId="LiveId" clId="{012321CB-D30F-40A1-894C-E46D43B30E68}" dt="2025-11-18T11:21:21.509" v="24816" actId="20577"/>
          <ac:spMkLst>
            <pc:docMk/>
            <pc:sldMk cId="183409994" sldId="722"/>
            <ac:spMk id="3" creationId="{97C7A0F9-40D3-51B4-E98E-7201C52D650D}"/>
          </ac:spMkLst>
        </pc:spChg>
        <pc:spChg chg="mod">
          <ac:chgData name="Tal R." userId="03e9e69c0e8a7741" providerId="LiveId" clId="{012321CB-D30F-40A1-894C-E46D43B30E68}" dt="2025-11-21T19:25:29.279" v="32785" actId="20577"/>
          <ac:spMkLst>
            <pc:docMk/>
            <pc:sldMk cId="183409994" sldId="722"/>
            <ac:spMk id="4" creationId="{218C6D5B-8488-5ED7-4540-9F37A7D59D32}"/>
          </ac:spMkLst>
        </pc:spChg>
      </pc:sldChg>
      <pc:sldChg chg="modSp modAnim">
        <pc:chgData name="Tal R." userId="03e9e69c0e8a7741" providerId="LiveId" clId="{012321CB-D30F-40A1-894C-E46D43B30E68}" dt="2025-11-18T19:49:43.948" v="27411"/>
        <pc:sldMkLst>
          <pc:docMk/>
          <pc:sldMk cId="184861441" sldId="723"/>
        </pc:sldMkLst>
        <pc:spChg chg="mod">
          <ac:chgData name="Tal R." userId="03e9e69c0e8a7741" providerId="LiveId" clId="{012321CB-D30F-40A1-894C-E46D43B30E68}" dt="2025-11-18T19:49:43.948" v="27411"/>
          <ac:spMkLst>
            <pc:docMk/>
            <pc:sldMk cId="184861441" sldId="723"/>
            <ac:spMk id="3" creationId="{8C2F567B-7B3A-7C02-2E59-2932F71E70B4}"/>
          </ac:spMkLst>
        </pc:spChg>
        <pc:spChg chg="mod">
          <ac:chgData name="Tal R." userId="03e9e69c0e8a7741" providerId="LiveId" clId="{012321CB-D30F-40A1-894C-E46D43B30E68}" dt="2025-11-18T18:58:15.160" v="25660" actId="20577"/>
          <ac:spMkLst>
            <pc:docMk/>
            <pc:sldMk cId="184861441" sldId="723"/>
            <ac:spMk id="4" creationId="{0F563C2E-7BC1-6621-2911-7627A443A488}"/>
          </ac:spMkLst>
        </pc:spChg>
      </pc:sldChg>
      <pc:sldChg chg="modSp mod modAnim">
        <pc:chgData name="Tal R." userId="03e9e69c0e8a7741" providerId="LiveId" clId="{012321CB-D30F-40A1-894C-E46D43B30E68}" dt="2025-11-19T14:28:48.822" v="32229" actId="20577"/>
        <pc:sldMkLst>
          <pc:docMk/>
          <pc:sldMk cId="59935406" sldId="724"/>
        </pc:sldMkLst>
        <pc:spChg chg="mod">
          <ac:chgData name="Tal R." userId="03e9e69c0e8a7741" providerId="LiveId" clId="{012321CB-D30F-40A1-894C-E46D43B30E68}" dt="2025-11-19T14:28:48.822" v="32229" actId="20577"/>
          <ac:spMkLst>
            <pc:docMk/>
            <pc:sldMk cId="59935406" sldId="724"/>
            <ac:spMk id="4" creationId="{66CC3139-8991-D59D-213A-582E3D46D554}"/>
          </ac:spMkLst>
        </pc:spChg>
      </pc:sldChg>
      <pc:sldChg chg="modSp mod addAnim delAnim modAnim">
        <pc:chgData name="Tal R." userId="03e9e69c0e8a7741" providerId="LiveId" clId="{012321CB-D30F-40A1-894C-E46D43B30E68}" dt="2025-11-21T19:28:31.032" v="32838" actId="20577"/>
        <pc:sldMkLst>
          <pc:docMk/>
          <pc:sldMk cId="322252331" sldId="725"/>
        </pc:sldMkLst>
        <pc:spChg chg="mod">
          <ac:chgData name="Tal R." userId="03e9e69c0e8a7741" providerId="LiveId" clId="{012321CB-D30F-40A1-894C-E46D43B30E68}" dt="2025-11-18T10:35:00.756" v="23469" actId="20577"/>
          <ac:spMkLst>
            <pc:docMk/>
            <pc:sldMk cId="322252331" sldId="725"/>
            <ac:spMk id="3" creationId="{74EC50A3-68B7-2203-1B1D-DD5AC99F116E}"/>
          </ac:spMkLst>
        </pc:spChg>
        <pc:spChg chg="mod">
          <ac:chgData name="Tal R." userId="03e9e69c0e8a7741" providerId="LiveId" clId="{012321CB-D30F-40A1-894C-E46D43B30E68}" dt="2025-11-21T19:28:31.032" v="32838" actId="20577"/>
          <ac:spMkLst>
            <pc:docMk/>
            <pc:sldMk cId="322252331" sldId="725"/>
            <ac:spMk id="4" creationId="{29BA1983-242F-A6AC-CB6F-15A413BCFE47}"/>
          </ac:spMkLst>
        </pc:spChg>
      </pc:sldChg>
      <pc:sldChg chg="modSp mod modAnim">
        <pc:chgData name="Tal R." userId="03e9e69c0e8a7741" providerId="LiveId" clId="{012321CB-D30F-40A1-894C-E46D43B30E68}" dt="2025-11-18T19:42:13.670" v="26917" actId="12"/>
        <pc:sldMkLst>
          <pc:docMk/>
          <pc:sldMk cId="1644289332" sldId="726"/>
        </pc:sldMkLst>
        <pc:spChg chg="mod">
          <ac:chgData name="Tal R." userId="03e9e69c0e8a7741" providerId="LiveId" clId="{012321CB-D30F-40A1-894C-E46D43B30E68}" dt="2025-11-18T10:31:53.800" v="23291" actId="20577"/>
          <ac:spMkLst>
            <pc:docMk/>
            <pc:sldMk cId="1644289332" sldId="726"/>
            <ac:spMk id="3" creationId="{71B7CD30-5F8C-7E6E-3D3C-CD9983D6F6E7}"/>
          </ac:spMkLst>
        </pc:spChg>
        <pc:spChg chg="mod">
          <ac:chgData name="Tal R." userId="03e9e69c0e8a7741" providerId="LiveId" clId="{012321CB-D30F-40A1-894C-E46D43B30E68}" dt="2025-11-18T19:42:13.670" v="26917" actId="12"/>
          <ac:spMkLst>
            <pc:docMk/>
            <pc:sldMk cId="1644289332" sldId="726"/>
            <ac:spMk id="4" creationId="{B316E5DF-F428-A234-5C59-AF20B0531416}"/>
          </ac:spMkLst>
        </pc:spChg>
      </pc:sldChg>
      <pc:sldChg chg="modSp mod modAnim">
        <pc:chgData name="Tal R." userId="03e9e69c0e8a7741" providerId="LiveId" clId="{012321CB-D30F-40A1-894C-E46D43B30E68}" dt="2025-11-18T10:35:10.117" v="23475" actId="20577"/>
        <pc:sldMkLst>
          <pc:docMk/>
          <pc:sldMk cId="910506596" sldId="728"/>
        </pc:sldMkLst>
        <pc:spChg chg="mod">
          <ac:chgData name="Tal R." userId="03e9e69c0e8a7741" providerId="LiveId" clId="{012321CB-D30F-40A1-894C-E46D43B30E68}" dt="2025-11-18T10:33:27.108" v="23417" actId="20577"/>
          <ac:spMkLst>
            <pc:docMk/>
            <pc:sldMk cId="910506596" sldId="728"/>
            <ac:spMk id="3" creationId="{957E4784-43E0-364B-2FD5-160187976262}"/>
          </ac:spMkLst>
        </pc:spChg>
        <pc:spChg chg="mod">
          <ac:chgData name="Tal R." userId="03e9e69c0e8a7741" providerId="LiveId" clId="{012321CB-D30F-40A1-894C-E46D43B30E68}" dt="2025-11-18T10:35:10.117" v="23475" actId="20577"/>
          <ac:spMkLst>
            <pc:docMk/>
            <pc:sldMk cId="910506596" sldId="728"/>
            <ac:spMk id="4" creationId="{B8122B66-0175-1FD5-2580-E3BE5555DA51}"/>
          </ac:spMkLst>
        </pc:spChg>
      </pc:sldChg>
      <pc:sldChg chg="addSp modSp add mod modAnim">
        <pc:chgData name="Tal R." userId="03e9e69c0e8a7741" providerId="LiveId" clId="{012321CB-D30F-40A1-894C-E46D43B30E68}" dt="2025-11-18T19:49:43.948" v="27411"/>
        <pc:sldMkLst>
          <pc:docMk/>
          <pc:sldMk cId="3948060389" sldId="729"/>
        </pc:sldMkLst>
        <pc:spChg chg="mod">
          <ac:chgData name="Tal R." userId="03e9e69c0e8a7741" providerId="LiveId" clId="{012321CB-D30F-40A1-894C-E46D43B30E68}" dt="2025-11-18T19:49:43.948" v="27411"/>
          <ac:spMkLst>
            <pc:docMk/>
            <pc:sldMk cId="3948060389" sldId="729"/>
            <ac:spMk id="3" creationId="{C0DBBA36-327C-3F07-2E3C-BE50BB9FB17D}"/>
          </ac:spMkLst>
        </pc:spChg>
        <pc:spChg chg="mod">
          <ac:chgData name="Tal R." userId="03e9e69c0e8a7741" providerId="LiveId" clId="{012321CB-D30F-40A1-894C-E46D43B30E68}" dt="2025-11-18T18:58:38.494" v="25670" actId="20577"/>
          <ac:spMkLst>
            <pc:docMk/>
            <pc:sldMk cId="3948060389" sldId="729"/>
            <ac:spMk id="4" creationId="{2884DFC8-C424-557F-C2E4-158600DDBF4A}"/>
          </ac:spMkLst>
        </pc:spChg>
        <pc:spChg chg="add mod">
          <ac:chgData name="Tal R." userId="03e9e69c0e8a7741" providerId="LiveId" clId="{012321CB-D30F-40A1-894C-E46D43B30E68}" dt="2025-11-18T18:43:50.358" v="25198" actId="1038"/>
          <ac:spMkLst>
            <pc:docMk/>
            <pc:sldMk cId="3948060389" sldId="729"/>
            <ac:spMk id="5" creationId="{667BD5F6-1E3C-569F-2565-315D20883003}"/>
          </ac:spMkLst>
        </pc:spChg>
      </pc:sldChg>
      <pc:sldChg chg="modSp add mod modTransition">
        <pc:chgData name="Tal R." userId="03e9e69c0e8a7741" providerId="LiveId" clId="{012321CB-D30F-40A1-894C-E46D43B30E68}" dt="2025-11-18T19:49:43.948" v="27411"/>
        <pc:sldMkLst>
          <pc:docMk/>
          <pc:sldMk cId="1780728141" sldId="730"/>
        </pc:sldMkLst>
        <pc:spChg chg="mod">
          <ac:chgData name="Tal R." userId="03e9e69c0e8a7741" providerId="LiveId" clId="{012321CB-D30F-40A1-894C-E46D43B30E68}" dt="2025-11-18T19:49:43.948" v="27411"/>
          <ac:spMkLst>
            <pc:docMk/>
            <pc:sldMk cId="1780728141" sldId="730"/>
            <ac:spMk id="3" creationId="{62A2A9B2-E6AF-F700-5578-7F060964C0D1}"/>
          </ac:spMkLst>
        </pc:spChg>
        <pc:spChg chg="mod">
          <ac:chgData name="Tal R." userId="03e9e69c0e8a7741" providerId="LiveId" clId="{012321CB-D30F-40A1-894C-E46D43B30E68}" dt="2025-11-18T18:47:18.761" v="25276" actId="20577"/>
          <ac:spMkLst>
            <pc:docMk/>
            <pc:sldMk cId="1780728141" sldId="730"/>
            <ac:spMk id="4" creationId="{518F17C6-E715-1620-267D-8826CF4A3475}"/>
          </ac:spMkLst>
        </pc:spChg>
        <pc:graphicFrameChg chg="mod">
          <ac:chgData name="Tal R." userId="03e9e69c0e8a7741" providerId="LiveId" clId="{012321CB-D30F-40A1-894C-E46D43B30E68}" dt="2025-11-18T18:54:32.470" v="25471" actId="1036"/>
          <ac:graphicFrameMkLst>
            <pc:docMk/>
            <pc:sldMk cId="1780728141" sldId="730"/>
            <ac:graphicFrameMk id="2" creationId="{3ABD3947-58B9-9206-8AED-AF5DBE74524E}"/>
          </ac:graphicFrameMkLst>
        </pc:graphicFrameChg>
        <pc:graphicFrameChg chg="mod">
          <ac:chgData name="Tal R." userId="03e9e69c0e8a7741" providerId="LiveId" clId="{012321CB-D30F-40A1-894C-E46D43B30E68}" dt="2025-11-18T18:54:32.470" v="25471" actId="1036"/>
          <ac:graphicFrameMkLst>
            <pc:docMk/>
            <pc:sldMk cId="1780728141" sldId="730"/>
            <ac:graphicFrameMk id="11" creationId="{98E6A01C-CC0F-A799-5995-62CEF3F30520}"/>
          </ac:graphicFrameMkLst>
        </pc:graphicFrameChg>
        <pc:picChg chg="mod">
          <ac:chgData name="Tal R." userId="03e9e69c0e8a7741" providerId="LiveId" clId="{012321CB-D30F-40A1-894C-E46D43B30E68}" dt="2025-11-18T18:54:32.470" v="25471" actId="1036"/>
          <ac:picMkLst>
            <pc:docMk/>
            <pc:sldMk cId="1780728141" sldId="730"/>
            <ac:picMk id="1028" creationId="{D4E7629A-A7D1-29FD-3C62-3D4C06B9E4EA}"/>
          </ac:picMkLst>
        </pc:picChg>
        <pc:cxnChg chg="mod">
          <ac:chgData name="Tal R." userId="03e9e69c0e8a7741" providerId="LiveId" clId="{012321CB-D30F-40A1-894C-E46D43B30E68}" dt="2025-11-18T18:54:32.470" v="25471" actId="1036"/>
          <ac:cxnSpMkLst>
            <pc:docMk/>
            <pc:sldMk cId="1780728141" sldId="730"/>
            <ac:cxnSpMk id="6" creationId="{4951EC62-F887-12AA-4E7F-A88AF4033FAC}"/>
          </ac:cxnSpMkLst>
        </pc:cxnChg>
        <pc:cxnChg chg="mod">
          <ac:chgData name="Tal R." userId="03e9e69c0e8a7741" providerId="LiveId" clId="{012321CB-D30F-40A1-894C-E46D43B30E68}" dt="2025-11-18T18:54:32.470" v="25471" actId="1036"/>
          <ac:cxnSpMkLst>
            <pc:docMk/>
            <pc:sldMk cId="1780728141" sldId="730"/>
            <ac:cxnSpMk id="12" creationId="{F238C155-E51E-6118-2EF2-AC4A4DFF938F}"/>
          </ac:cxnSpMkLst>
        </pc:cxnChg>
      </pc:sldChg>
      <pc:sldChg chg="addSp delSp modSp add mod modTransition">
        <pc:chgData name="Tal R." userId="03e9e69c0e8a7741" providerId="LiveId" clId="{012321CB-D30F-40A1-894C-E46D43B30E68}" dt="2025-11-18T19:49:43.948" v="27411"/>
        <pc:sldMkLst>
          <pc:docMk/>
          <pc:sldMk cId="2153336967" sldId="731"/>
        </pc:sldMkLst>
        <pc:spChg chg="mod">
          <ac:chgData name="Tal R." userId="03e9e69c0e8a7741" providerId="LiveId" clId="{012321CB-D30F-40A1-894C-E46D43B30E68}" dt="2025-11-18T19:49:43.948" v="27411"/>
          <ac:spMkLst>
            <pc:docMk/>
            <pc:sldMk cId="2153336967" sldId="731"/>
            <ac:spMk id="3" creationId="{E4F0EE03-AACC-B1EE-E3B1-4D368B971914}"/>
          </ac:spMkLst>
        </pc:spChg>
        <pc:spChg chg="mod">
          <ac:chgData name="Tal R." userId="03e9e69c0e8a7741" providerId="LiveId" clId="{012321CB-D30F-40A1-894C-E46D43B30E68}" dt="2025-11-18T18:47:33.090" v="25302" actId="20577"/>
          <ac:spMkLst>
            <pc:docMk/>
            <pc:sldMk cId="2153336967" sldId="731"/>
            <ac:spMk id="4" creationId="{B9A675F2-0529-F726-C6F1-028058769787}"/>
          </ac:spMkLst>
        </pc:spChg>
        <pc:graphicFrameChg chg="mod">
          <ac:chgData name="Tal R." userId="03e9e69c0e8a7741" providerId="LiveId" clId="{012321CB-D30F-40A1-894C-E46D43B30E68}" dt="2025-11-18T18:54:36.269" v="25475" actId="1036"/>
          <ac:graphicFrameMkLst>
            <pc:docMk/>
            <pc:sldMk cId="2153336967" sldId="731"/>
            <ac:graphicFrameMk id="2" creationId="{89F1929A-6DC3-7BB8-600F-B58FBB277631}"/>
          </ac:graphicFrameMkLst>
        </pc:graphicFrameChg>
        <pc:graphicFrameChg chg="mod modGraphic">
          <ac:chgData name="Tal R." userId="03e9e69c0e8a7741" providerId="LiveId" clId="{012321CB-D30F-40A1-894C-E46D43B30E68}" dt="2025-11-18T18:54:36.269" v="25475" actId="1036"/>
          <ac:graphicFrameMkLst>
            <pc:docMk/>
            <pc:sldMk cId="2153336967" sldId="731"/>
            <ac:graphicFrameMk id="11" creationId="{2E829996-62F8-61CF-3590-F0EB4473A919}"/>
          </ac:graphicFrameMkLst>
        </pc:graphicFrameChg>
        <pc:picChg chg="mod">
          <ac:chgData name="Tal R." userId="03e9e69c0e8a7741" providerId="LiveId" clId="{012321CB-D30F-40A1-894C-E46D43B30E68}" dt="2025-11-18T18:54:36.269" v="25475" actId="1036"/>
          <ac:picMkLst>
            <pc:docMk/>
            <pc:sldMk cId="2153336967" sldId="731"/>
            <ac:picMk id="1028" creationId="{0740E9CC-69A6-0ECE-0EC3-893D04DD276B}"/>
          </ac:picMkLst>
        </pc:picChg>
        <pc:cxnChg chg="mod">
          <ac:chgData name="Tal R." userId="03e9e69c0e8a7741" providerId="LiveId" clId="{012321CB-D30F-40A1-894C-E46D43B30E68}" dt="2025-11-18T18:54:36.269" v="25475" actId="1036"/>
          <ac:cxnSpMkLst>
            <pc:docMk/>
            <pc:sldMk cId="2153336967" sldId="731"/>
            <ac:cxnSpMk id="6" creationId="{FD2CDADD-66FB-504F-9E44-8424598EF154}"/>
          </ac:cxnSpMkLst>
        </pc:cxnChg>
      </pc:sldChg>
      <pc:sldChg chg="addSp modSp add mod modTransition">
        <pc:chgData name="Tal R." userId="03e9e69c0e8a7741" providerId="LiveId" clId="{012321CB-D30F-40A1-894C-E46D43B30E68}" dt="2025-11-18T19:49:43.948" v="27411"/>
        <pc:sldMkLst>
          <pc:docMk/>
          <pc:sldMk cId="2620705528" sldId="732"/>
        </pc:sldMkLst>
        <pc:spChg chg="mod">
          <ac:chgData name="Tal R." userId="03e9e69c0e8a7741" providerId="LiveId" clId="{012321CB-D30F-40A1-894C-E46D43B30E68}" dt="2025-11-18T19:49:43.948" v="27411"/>
          <ac:spMkLst>
            <pc:docMk/>
            <pc:sldMk cId="2620705528" sldId="732"/>
            <ac:spMk id="3" creationId="{3F05E76F-3DEE-B521-F03F-9F2C39A69D2B}"/>
          </ac:spMkLst>
        </pc:spChg>
        <pc:spChg chg="mod">
          <ac:chgData name="Tal R." userId="03e9e69c0e8a7741" providerId="LiveId" clId="{012321CB-D30F-40A1-894C-E46D43B30E68}" dt="2025-11-18T18:53:19.518" v="25388" actId="20577"/>
          <ac:spMkLst>
            <pc:docMk/>
            <pc:sldMk cId="2620705528" sldId="732"/>
            <ac:spMk id="4" creationId="{05AF5B8F-DC97-477B-C3CF-2C427C24C905}"/>
          </ac:spMkLst>
        </pc:spChg>
        <pc:graphicFrameChg chg="mod">
          <ac:chgData name="Tal R." userId="03e9e69c0e8a7741" providerId="LiveId" clId="{012321CB-D30F-40A1-894C-E46D43B30E68}" dt="2025-11-18T18:54:39.452" v="25479" actId="1036"/>
          <ac:graphicFrameMkLst>
            <pc:docMk/>
            <pc:sldMk cId="2620705528" sldId="732"/>
            <ac:graphicFrameMk id="2" creationId="{04D530B0-0AD6-7B68-96D0-FFB4980BE965}"/>
          </ac:graphicFrameMkLst>
        </pc:graphicFrameChg>
        <pc:graphicFrameChg chg="mod">
          <ac:chgData name="Tal R." userId="03e9e69c0e8a7741" providerId="LiveId" clId="{012321CB-D30F-40A1-894C-E46D43B30E68}" dt="2025-11-18T18:54:39.452" v="25479" actId="1036"/>
          <ac:graphicFrameMkLst>
            <pc:docMk/>
            <pc:sldMk cId="2620705528" sldId="732"/>
            <ac:graphicFrameMk id="11" creationId="{146169BC-40C9-3739-5AD5-B2DC643D8DDC}"/>
          </ac:graphicFrameMkLst>
        </pc:graphicFrameChg>
        <pc:picChg chg="mod">
          <ac:chgData name="Tal R." userId="03e9e69c0e8a7741" providerId="LiveId" clId="{012321CB-D30F-40A1-894C-E46D43B30E68}" dt="2025-11-18T18:54:39.452" v="25479" actId="1036"/>
          <ac:picMkLst>
            <pc:docMk/>
            <pc:sldMk cId="2620705528" sldId="732"/>
            <ac:picMk id="1028" creationId="{2657075F-03CC-7A9A-5A45-A397BCE70BCC}"/>
          </ac:picMkLst>
        </pc:picChg>
        <pc:cxnChg chg="add mod">
          <ac:chgData name="Tal R." userId="03e9e69c0e8a7741" providerId="LiveId" clId="{012321CB-D30F-40A1-894C-E46D43B30E68}" dt="2025-11-18T18:54:39.452" v="25479" actId="1036"/>
          <ac:cxnSpMkLst>
            <pc:docMk/>
            <pc:sldMk cId="2620705528" sldId="732"/>
            <ac:cxnSpMk id="5" creationId="{705C1CEB-9F72-AAFE-DC7F-9497094B9A5F}"/>
          </ac:cxnSpMkLst>
        </pc:cxnChg>
        <pc:cxnChg chg="mod">
          <ac:chgData name="Tal R." userId="03e9e69c0e8a7741" providerId="LiveId" clId="{012321CB-D30F-40A1-894C-E46D43B30E68}" dt="2025-11-18T18:54:39.452" v="25479" actId="1036"/>
          <ac:cxnSpMkLst>
            <pc:docMk/>
            <pc:sldMk cId="2620705528" sldId="732"/>
            <ac:cxnSpMk id="6" creationId="{FB0A3E48-F13D-5CAC-F7DC-B9A682794EE1}"/>
          </ac:cxnSpMkLst>
        </pc:cxnChg>
        <pc:cxnChg chg="add mod">
          <ac:chgData name="Tal R." userId="03e9e69c0e8a7741" providerId="LiveId" clId="{012321CB-D30F-40A1-894C-E46D43B30E68}" dt="2025-11-18T18:54:39.452" v="25479" actId="1036"/>
          <ac:cxnSpMkLst>
            <pc:docMk/>
            <pc:sldMk cId="2620705528" sldId="732"/>
            <ac:cxnSpMk id="7" creationId="{917A64EA-18FB-AA5F-9A19-450AEC7AA7D8}"/>
          </ac:cxnSpMkLst>
        </pc:cxnChg>
      </pc:sldChg>
      <pc:sldChg chg="addSp modSp add mod modTransition">
        <pc:chgData name="Tal R." userId="03e9e69c0e8a7741" providerId="LiveId" clId="{012321CB-D30F-40A1-894C-E46D43B30E68}" dt="2025-11-18T19:49:43.948" v="27411"/>
        <pc:sldMkLst>
          <pc:docMk/>
          <pc:sldMk cId="3995275054" sldId="733"/>
        </pc:sldMkLst>
        <pc:spChg chg="mod">
          <ac:chgData name="Tal R." userId="03e9e69c0e8a7741" providerId="LiveId" clId="{012321CB-D30F-40A1-894C-E46D43B30E68}" dt="2025-11-18T19:49:43.948" v="27411"/>
          <ac:spMkLst>
            <pc:docMk/>
            <pc:sldMk cId="3995275054" sldId="733"/>
            <ac:spMk id="3" creationId="{9DE6497F-E875-206B-CFF2-45288D4AF6E5}"/>
          </ac:spMkLst>
        </pc:spChg>
        <pc:spChg chg="mod">
          <ac:chgData name="Tal R." userId="03e9e69c0e8a7741" providerId="LiveId" clId="{012321CB-D30F-40A1-894C-E46D43B30E68}" dt="2025-11-18T18:54:45.619" v="25485" actId="6549"/>
          <ac:spMkLst>
            <pc:docMk/>
            <pc:sldMk cId="3995275054" sldId="733"/>
            <ac:spMk id="4" creationId="{0B08B6B9-1B45-95BE-6793-F016FE6DA452}"/>
          </ac:spMkLst>
        </pc:spChg>
        <pc:graphicFrameChg chg="mod">
          <ac:chgData name="Tal R." userId="03e9e69c0e8a7741" providerId="LiveId" clId="{012321CB-D30F-40A1-894C-E46D43B30E68}" dt="2025-11-18T18:54:42.881" v="25483" actId="1036"/>
          <ac:graphicFrameMkLst>
            <pc:docMk/>
            <pc:sldMk cId="3995275054" sldId="733"/>
            <ac:graphicFrameMk id="2" creationId="{D8A377E5-BBDD-480D-E54C-932F4D8A8847}"/>
          </ac:graphicFrameMkLst>
        </pc:graphicFrameChg>
        <pc:graphicFrameChg chg="mod">
          <ac:chgData name="Tal R." userId="03e9e69c0e8a7741" providerId="LiveId" clId="{012321CB-D30F-40A1-894C-E46D43B30E68}" dt="2025-11-18T18:54:42.881" v="25483" actId="1036"/>
          <ac:graphicFrameMkLst>
            <pc:docMk/>
            <pc:sldMk cId="3995275054" sldId="733"/>
            <ac:graphicFrameMk id="11" creationId="{10D7CD05-AF5A-FFE7-6C8B-5737946D468B}"/>
          </ac:graphicFrameMkLst>
        </pc:graphicFrameChg>
        <pc:picChg chg="mod">
          <ac:chgData name="Tal R." userId="03e9e69c0e8a7741" providerId="LiveId" clId="{012321CB-D30F-40A1-894C-E46D43B30E68}" dt="2025-11-18T18:54:42.881" v="25483" actId="1036"/>
          <ac:picMkLst>
            <pc:docMk/>
            <pc:sldMk cId="3995275054" sldId="733"/>
            <ac:picMk id="1028" creationId="{8902F3DE-A279-4410-C21B-FC647921D6BA}"/>
          </ac:picMkLst>
        </pc:picChg>
        <pc:cxnChg chg="mod">
          <ac:chgData name="Tal R." userId="03e9e69c0e8a7741" providerId="LiveId" clId="{012321CB-D30F-40A1-894C-E46D43B30E68}" dt="2025-11-18T18:54:42.881" v="25483" actId="1036"/>
          <ac:cxnSpMkLst>
            <pc:docMk/>
            <pc:sldMk cId="3995275054" sldId="733"/>
            <ac:cxnSpMk id="5" creationId="{0829050F-7875-EC20-6D7B-7D8E8812C3D7}"/>
          </ac:cxnSpMkLst>
        </pc:cxnChg>
        <pc:cxnChg chg="mod">
          <ac:chgData name="Tal R." userId="03e9e69c0e8a7741" providerId="LiveId" clId="{012321CB-D30F-40A1-894C-E46D43B30E68}" dt="2025-11-18T18:54:42.881" v="25483" actId="1036"/>
          <ac:cxnSpMkLst>
            <pc:docMk/>
            <pc:sldMk cId="3995275054" sldId="733"/>
            <ac:cxnSpMk id="6" creationId="{D83107EC-053B-AD7D-5195-D7EA85957769}"/>
          </ac:cxnSpMkLst>
        </pc:cxnChg>
        <pc:cxnChg chg="mod">
          <ac:chgData name="Tal R." userId="03e9e69c0e8a7741" providerId="LiveId" clId="{012321CB-D30F-40A1-894C-E46D43B30E68}" dt="2025-11-18T18:54:42.881" v="25483" actId="1036"/>
          <ac:cxnSpMkLst>
            <pc:docMk/>
            <pc:sldMk cId="3995275054" sldId="733"/>
            <ac:cxnSpMk id="7" creationId="{6966A8A8-8BEC-3B64-CF25-3056FD309C3C}"/>
          </ac:cxnSpMkLst>
        </pc:cxnChg>
        <pc:cxnChg chg="add mod">
          <ac:chgData name="Tal R." userId="03e9e69c0e8a7741" providerId="LiveId" clId="{012321CB-D30F-40A1-894C-E46D43B30E68}" dt="2025-11-18T18:55:17.952" v="25489" actId="1076"/>
          <ac:cxnSpMkLst>
            <pc:docMk/>
            <pc:sldMk cId="3995275054" sldId="733"/>
            <ac:cxnSpMk id="8" creationId="{D8A5E465-E732-2121-5FB8-27870D34660A}"/>
          </ac:cxnSpMkLst>
        </pc:cxnChg>
        <pc:cxnChg chg="add mod">
          <ac:chgData name="Tal R." userId="03e9e69c0e8a7741" providerId="LiveId" clId="{012321CB-D30F-40A1-894C-E46D43B30E68}" dt="2025-11-18T18:55:17.952" v="25489" actId="1076"/>
          <ac:cxnSpMkLst>
            <pc:docMk/>
            <pc:sldMk cId="3995275054" sldId="733"/>
            <ac:cxnSpMk id="9" creationId="{1C75F36C-A31E-5F5C-FAB8-4300BD160673}"/>
          </ac:cxnSpMkLst>
        </pc:cxnChg>
        <pc:cxnChg chg="add mod">
          <ac:chgData name="Tal R." userId="03e9e69c0e8a7741" providerId="LiveId" clId="{012321CB-D30F-40A1-894C-E46D43B30E68}" dt="2025-11-18T18:55:11.053" v="25488" actId="1076"/>
          <ac:cxnSpMkLst>
            <pc:docMk/>
            <pc:sldMk cId="3995275054" sldId="733"/>
            <ac:cxnSpMk id="10" creationId="{CFE5A64A-F448-9806-6359-9C0B327801F3}"/>
          </ac:cxnSpMkLst>
        </pc:cxnChg>
        <pc:cxnChg chg="add mod">
          <ac:chgData name="Tal R." userId="03e9e69c0e8a7741" providerId="LiveId" clId="{012321CB-D30F-40A1-894C-E46D43B30E68}" dt="2025-11-18T18:55:11.053" v="25488" actId="1076"/>
          <ac:cxnSpMkLst>
            <pc:docMk/>
            <pc:sldMk cId="3995275054" sldId="733"/>
            <ac:cxnSpMk id="12" creationId="{BD4C7A63-7CC7-A621-C94C-341D9C8B2728}"/>
          </ac:cxnSpMkLst>
        </pc:cxnChg>
      </pc:sldChg>
      <pc:sldChg chg="modSp add mod addAnim delAnim modAnim">
        <pc:chgData name="Tal R." userId="03e9e69c0e8a7741" providerId="LiveId" clId="{012321CB-D30F-40A1-894C-E46D43B30E68}" dt="2025-11-21T19:26:08.002" v="32790"/>
        <pc:sldMkLst>
          <pc:docMk/>
          <pc:sldMk cId="3392210530" sldId="734"/>
        </pc:sldMkLst>
        <pc:spChg chg="mod">
          <ac:chgData name="Tal R." userId="03e9e69c0e8a7741" providerId="LiveId" clId="{012321CB-D30F-40A1-894C-E46D43B30E68}" dt="2025-11-18T19:07:00.849" v="25936" actId="20577"/>
          <ac:spMkLst>
            <pc:docMk/>
            <pc:sldMk cId="3392210530" sldId="734"/>
            <ac:spMk id="4" creationId="{59DB293A-5C97-165F-DCEB-9ABBBE78C4FC}"/>
          </ac:spMkLst>
        </pc:spChg>
      </pc:sldChg>
      <pc:sldChg chg="modSp add">
        <pc:chgData name="Tal R." userId="03e9e69c0e8a7741" providerId="LiveId" clId="{012321CB-D30F-40A1-894C-E46D43B30E68}" dt="2025-11-18T19:49:43.948" v="27411"/>
        <pc:sldMkLst>
          <pc:docMk/>
          <pc:sldMk cId="1785578912" sldId="735"/>
        </pc:sldMkLst>
        <pc:spChg chg="mod">
          <ac:chgData name="Tal R." userId="03e9e69c0e8a7741" providerId="LiveId" clId="{012321CB-D30F-40A1-894C-E46D43B30E68}" dt="2025-11-18T19:49:43.948" v="27411"/>
          <ac:spMkLst>
            <pc:docMk/>
            <pc:sldMk cId="1785578912" sldId="735"/>
            <ac:spMk id="4" creationId="{52925EBE-698B-007C-70A8-9289313065F9}"/>
          </ac:spMkLst>
        </pc:spChg>
      </pc:sldChg>
      <pc:sldChg chg="modSp add mod modAnim">
        <pc:chgData name="Tal R." userId="03e9e69c0e8a7741" providerId="LiveId" clId="{012321CB-D30F-40A1-894C-E46D43B30E68}" dt="2025-11-19T14:30:17.016" v="32242" actId="6549"/>
        <pc:sldMkLst>
          <pc:docMk/>
          <pc:sldMk cId="137435901" sldId="736"/>
        </pc:sldMkLst>
        <pc:spChg chg="mod">
          <ac:chgData name="Tal R." userId="03e9e69c0e8a7741" providerId="LiveId" clId="{012321CB-D30F-40A1-894C-E46D43B30E68}" dt="2025-11-18T19:38:09.942" v="26800" actId="20577"/>
          <ac:spMkLst>
            <pc:docMk/>
            <pc:sldMk cId="137435901" sldId="736"/>
            <ac:spMk id="3" creationId="{9EB7793B-F91B-E4BB-FAF7-90A1657EEE52}"/>
          </ac:spMkLst>
        </pc:spChg>
        <pc:spChg chg="mod">
          <ac:chgData name="Tal R." userId="03e9e69c0e8a7741" providerId="LiveId" clId="{012321CB-D30F-40A1-894C-E46D43B30E68}" dt="2025-11-19T14:30:17.016" v="32242" actId="6549"/>
          <ac:spMkLst>
            <pc:docMk/>
            <pc:sldMk cId="137435901" sldId="736"/>
            <ac:spMk id="4" creationId="{E3BE8341-87D0-5953-1866-B77498275D81}"/>
          </ac:spMkLst>
        </pc:spChg>
      </pc:sldChg>
      <pc:sldChg chg="modSp add mod modAnim">
        <pc:chgData name="Tal R." userId="03e9e69c0e8a7741" providerId="LiveId" clId="{012321CB-D30F-40A1-894C-E46D43B30E68}" dt="2025-11-18T19:49:09.548" v="27410" actId="20577"/>
        <pc:sldMkLst>
          <pc:docMk/>
          <pc:sldMk cId="2344819550" sldId="737"/>
        </pc:sldMkLst>
        <pc:spChg chg="mod">
          <ac:chgData name="Tal R." userId="03e9e69c0e8a7741" providerId="LiveId" clId="{012321CB-D30F-40A1-894C-E46D43B30E68}" dt="2025-11-18T19:49:09.548" v="27410" actId="20577"/>
          <ac:spMkLst>
            <pc:docMk/>
            <pc:sldMk cId="2344819550" sldId="737"/>
            <ac:spMk id="4" creationId="{43D91B18-A8A4-3BB1-6544-9007A1F06AB0}"/>
          </ac:spMkLst>
        </pc:spChg>
      </pc:sldChg>
      <pc:sldChg chg="modSp add mod addAnim delAnim modAnim">
        <pc:chgData name="Tal R." userId="03e9e69c0e8a7741" providerId="LiveId" clId="{012321CB-D30F-40A1-894C-E46D43B30E68}" dt="2025-11-18T20:15:05.068" v="28478" actId="6549"/>
        <pc:sldMkLst>
          <pc:docMk/>
          <pc:sldMk cId="3815328367" sldId="738"/>
        </pc:sldMkLst>
        <pc:spChg chg="mod">
          <ac:chgData name="Tal R." userId="03e9e69c0e8a7741" providerId="LiveId" clId="{012321CB-D30F-40A1-894C-E46D43B30E68}" dt="2025-11-18T20:15:05.068" v="28478" actId="6549"/>
          <ac:spMkLst>
            <pc:docMk/>
            <pc:sldMk cId="3815328367" sldId="738"/>
            <ac:spMk id="4" creationId="{89492F86-B5FD-5F06-F0D6-F90C047F0FE4}"/>
          </ac:spMkLst>
        </pc:spChg>
      </pc:sldChg>
      <pc:sldChg chg="modSp add mod modAnim">
        <pc:chgData name="Tal R." userId="03e9e69c0e8a7741" providerId="LiveId" clId="{012321CB-D30F-40A1-894C-E46D43B30E68}" dt="2025-11-18T20:10:20.600" v="28278" actId="20577"/>
        <pc:sldMkLst>
          <pc:docMk/>
          <pc:sldMk cId="3621487664" sldId="739"/>
        </pc:sldMkLst>
        <pc:spChg chg="mod">
          <ac:chgData name="Tal R." userId="03e9e69c0e8a7741" providerId="LiveId" clId="{012321CB-D30F-40A1-894C-E46D43B30E68}" dt="2025-11-18T20:10:20.600" v="28278" actId="20577"/>
          <ac:spMkLst>
            <pc:docMk/>
            <pc:sldMk cId="3621487664" sldId="739"/>
            <ac:spMk id="4" creationId="{5B5318F7-B24F-8EB1-57D1-DB9D3505DF86}"/>
          </ac:spMkLst>
        </pc:spChg>
      </pc:sldChg>
      <pc:sldChg chg="modSp add mod ord modAnim">
        <pc:chgData name="Tal R." userId="03e9e69c0e8a7741" providerId="LiveId" clId="{012321CB-D30F-40A1-894C-E46D43B30E68}" dt="2025-11-18T20:08:54.272" v="28206"/>
        <pc:sldMkLst>
          <pc:docMk/>
          <pc:sldMk cId="476729700" sldId="740"/>
        </pc:sldMkLst>
        <pc:spChg chg="mod">
          <ac:chgData name="Tal R." userId="03e9e69c0e8a7741" providerId="LiveId" clId="{012321CB-D30F-40A1-894C-E46D43B30E68}" dt="2025-11-18T20:08:41.185" v="28204" actId="27636"/>
          <ac:spMkLst>
            <pc:docMk/>
            <pc:sldMk cId="476729700" sldId="740"/>
            <ac:spMk id="4" creationId="{FCA6E740-A18C-5085-312B-076C72A5A489}"/>
          </ac:spMkLst>
        </pc:spChg>
      </pc:sldChg>
      <pc:sldChg chg="modSp add mod modAnim">
        <pc:chgData name="Tal R." userId="03e9e69c0e8a7741" providerId="LiveId" clId="{012321CB-D30F-40A1-894C-E46D43B30E68}" dt="2025-11-18T20:28:26.892" v="28974" actId="20577"/>
        <pc:sldMkLst>
          <pc:docMk/>
          <pc:sldMk cId="2970074728" sldId="741"/>
        </pc:sldMkLst>
        <pc:spChg chg="mod">
          <ac:chgData name="Tal R." userId="03e9e69c0e8a7741" providerId="LiveId" clId="{012321CB-D30F-40A1-894C-E46D43B30E68}" dt="2025-11-18T20:28:26.892" v="28974" actId="20577"/>
          <ac:spMkLst>
            <pc:docMk/>
            <pc:sldMk cId="2970074728" sldId="741"/>
            <ac:spMk id="4" creationId="{2A68A748-A88C-98CD-EB5F-7598AFBABF0D}"/>
          </ac:spMkLst>
        </pc:spChg>
      </pc:sldChg>
      <pc:sldChg chg="add del">
        <pc:chgData name="Tal R." userId="03e9e69c0e8a7741" providerId="LiveId" clId="{012321CB-D30F-40A1-894C-E46D43B30E68}" dt="2025-11-21T19:29:51.171" v="32848" actId="47"/>
        <pc:sldMkLst>
          <pc:docMk/>
          <pc:sldMk cId="1620629810" sldId="742"/>
        </pc:sldMkLst>
      </pc:sldChg>
      <pc:sldChg chg="modSp add mod modAnim">
        <pc:chgData name="Tal R." userId="03e9e69c0e8a7741" providerId="LiveId" clId="{012321CB-D30F-40A1-894C-E46D43B30E68}" dt="2025-11-21T19:29:32.273" v="32847" actId="20577"/>
        <pc:sldMkLst>
          <pc:docMk/>
          <pc:sldMk cId="3321742370" sldId="743"/>
        </pc:sldMkLst>
        <pc:spChg chg="mod">
          <ac:chgData name="Tal R." userId="03e9e69c0e8a7741" providerId="LiveId" clId="{012321CB-D30F-40A1-894C-E46D43B30E68}" dt="2025-11-21T19:29:32.273" v="32847" actId="20577"/>
          <ac:spMkLst>
            <pc:docMk/>
            <pc:sldMk cId="3321742370" sldId="743"/>
            <ac:spMk id="4" creationId="{D37E7D88-6BC8-600F-9A2F-5B4B3C8D80CE}"/>
          </ac:spMkLst>
        </pc:spChg>
      </pc:sldChg>
      <pc:sldChg chg="modSp add mod modAnim">
        <pc:chgData name="Tal R." userId="03e9e69c0e8a7741" providerId="LiveId" clId="{012321CB-D30F-40A1-894C-E46D43B30E68}" dt="2025-11-19T14:34:07.623" v="32320" actId="20577"/>
        <pc:sldMkLst>
          <pc:docMk/>
          <pc:sldMk cId="1468062142" sldId="744"/>
        </pc:sldMkLst>
        <pc:spChg chg="mod">
          <ac:chgData name="Tal R." userId="03e9e69c0e8a7741" providerId="LiveId" clId="{012321CB-D30F-40A1-894C-E46D43B30E68}" dt="2025-11-19T14:33:13.741" v="32295" actId="20577"/>
          <ac:spMkLst>
            <pc:docMk/>
            <pc:sldMk cId="1468062142" sldId="744"/>
            <ac:spMk id="3" creationId="{F5C6857C-2F3E-7E25-8E5E-5379A396CFDA}"/>
          </ac:spMkLst>
        </pc:spChg>
        <pc:spChg chg="mod">
          <ac:chgData name="Tal R." userId="03e9e69c0e8a7741" providerId="LiveId" clId="{012321CB-D30F-40A1-894C-E46D43B30E68}" dt="2025-11-19T14:34:07.623" v="32320" actId="20577"/>
          <ac:spMkLst>
            <pc:docMk/>
            <pc:sldMk cId="1468062142" sldId="744"/>
            <ac:spMk id="4" creationId="{8EA00681-883E-32CD-ADD8-749C32ECB8AE}"/>
          </ac:spMkLst>
        </pc:spChg>
      </pc:sldChg>
      <pc:sldChg chg="modSp add mod modAnim">
        <pc:chgData name="Tal R." userId="03e9e69c0e8a7741" providerId="LiveId" clId="{012321CB-D30F-40A1-894C-E46D43B30E68}" dt="2025-11-19T14:34:39.134" v="32328" actId="20577"/>
        <pc:sldMkLst>
          <pc:docMk/>
          <pc:sldMk cId="1507277575" sldId="746"/>
        </pc:sldMkLst>
        <pc:spChg chg="mod">
          <ac:chgData name="Tal R." userId="03e9e69c0e8a7741" providerId="LiveId" clId="{012321CB-D30F-40A1-894C-E46D43B30E68}" dt="2025-11-19T14:33:17.992" v="32296"/>
          <ac:spMkLst>
            <pc:docMk/>
            <pc:sldMk cId="1507277575" sldId="746"/>
            <ac:spMk id="3" creationId="{D0567B88-BE28-E865-652E-E1B726A1AEF1}"/>
          </ac:spMkLst>
        </pc:spChg>
        <pc:spChg chg="mod">
          <ac:chgData name="Tal R." userId="03e9e69c0e8a7741" providerId="LiveId" clId="{012321CB-D30F-40A1-894C-E46D43B30E68}" dt="2025-11-19T14:34:39.134" v="32328" actId="20577"/>
          <ac:spMkLst>
            <pc:docMk/>
            <pc:sldMk cId="1507277575" sldId="746"/>
            <ac:spMk id="4" creationId="{ABB43F21-FC77-1E79-7779-086D0D93189F}"/>
          </ac:spMkLst>
        </pc:spChg>
      </pc:sldChg>
      <pc:sldChg chg="modSp add modAnim">
        <pc:chgData name="Tal R." userId="03e9e69c0e8a7741" providerId="LiveId" clId="{012321CB-D30F-40A1-894C-E46D43B30E68}" dt="2025-11-19T14:35:09.008" v="32334" actId="20577"/>
        <pc:sldMkLst>
          <pc:docMk/>
          <pc:sldMk cId="3901756464" sldId="747"/>
        </pc:sldMkLst>
        <pc:spChg chg="mod">
          <ac:chgData name="Tal R." userId="03e9e69c0e8a7741" providerId="LiveId" clId="{012321CB-D30F-40A1-894C-E46D43B30E68}" dt="2025-11-19T14:33:20.056" v="32297"/>
          <ac:spMkLst>
            <pc:docMk/>
            <pc:sldMk cId="3901756464" sldId="747"/>
            <ac:spMk id="3" creationId="{F7E9A55E-F6E9-28D8-C383-0292ADD2E4F7}"/>
          </ac:spMkLst>
        </pc:spChg>
        <pc:spChg chg="mod">
          <ac:chgData name="Tal R." userId="03e9e69c0e8a7741" providerId="LiveId" clId="{012321CB-D30F-40A1-894C-E46D43B30E68}" dt="2025-11-19T14:35:09.008" v="32334" actId="20577"/>
          <ac:spMkLst>
            <pc:docMk/>
            <pc:sldMk cId="3901756464" sldId="747"/>
            <ac:spMk id="4" creationId="{61D556E7-6EA7-AF4C-9FAF-75FF5B98B47B}"/>
          </ac:spMkLst>
        </pc:spChg>
      </pc:sldChg>
      <pc:sldChg chg="modSp add mod modAnim">
        <pc:chgData name="Tal R." userId="03e9e69c0e8a7741" providerId="LiveId" clId="{012321CB-D30F-40A1-894C-E46D43B30E68}" dt="2025-11-21T19:59:22.334" v="33571"/>
        <pc:sldMkLst>
          <pc:docMk/>
          <pc:sldMk cId="4038912094" sldId="748"/>
        </pc:sldMkLst>
        <pc:spChg chg="mod">
          <ac:chgData name="Tal R." userId="03e9e69c0e8a7741" providerId="LiveId" clId="{012321CB-D30F-40A1-894C-E46D43B30E68}" dt="2025-11-18T21:01:11.219" v="31080" actId="20577"/>
          <ac:spMkLst>
            <pc:docMk/>
            <pc:sldMk cId="4038912094" sldId="748"/>
            <ac:spMk id="3" creationId="{8B6B83DC-ECF0-F317-2C0F-5B1E1D6A0C47}"/>
          </ac:spMkLst>
        </pc:spChg>
        <pc:spChg chg="mod">
          <ac:chgData name="Tal R." userId="03e9e69c0e8a7741" providerId="LiveId" clId="{012321CB-D30F-40A1-894C-E46D43B30E68}" dt="2025-11-19T14:37:20.460" v="32401" actId="20577"/>
          <ac:spMkLst>
            <pc:docMk/>
            <pc:sldMk cId="4038912094" sldId="748"/>
            <ac:spMk id="4" creationId="{064AB0A7-9E43-0BB3-AD53-EDC226451C37}"/>
          </ac:spMkLst>
        </pc:spChg>
      </pc:sldChg>
      <pc:sldChg chg="modSp add mod modAnim">
        <pc:chgData name="Tal R." userId="03e9e69c0e8a7741" providerId="LiveId" clId="{012321CB-D30F-40A1-894C-E46D43B30E68}" dt="2025-11-21T19:59:29.290" v="33572"/>
        <pc:sldMkLst>
          <pc:docMk/>
          <pc:sldMk cId="3051613932" sldId="749"/>
        </pc:sldMkLst>
        <pc:spChg chg="mod">
          <ac:chgData name="Tal R." userId="03e9e69c0e8a7741" providerId="LiveId" clId="{012321CB-D30F-40A1-894C-E46D43B30E68}" dt="2025-11-19T14:47:09.384" v="32662" actId="20577"/>
          <ac:spMkLst>
            <pc:docMk/>
            <pc:sldMk cId="3051613932" sldId="749"/>
            <ac:spMk id="4" creationId="{9084A5A9-48E7-0528-5EDE-F9F969EA01B7}"/>
          </ac:spMkLst>
        </pc:spChg>
      </pc:sldChg>
      <pc:sldChg chg="modSp add mod modAnim">
        <pc:chgData name="Tal R." userId="03e9e69c0e8a7741" providerId="LiveId" clId="{012321CB-D30F-40A1-894C-E46D43B30E68}" dt="2025-11-21T19:59:58.436" v="33574"/>
        <pc:sldMkLst>
          <pc:docMk/>
          <pc:sldMk cId="2761929177" sldId="750"/>
        </pc:sldMkLst>
        <pc:spChg chg="mod">
          <ac:chgData name="Tal R." userId="03e9e69c0e8a7741" providerId="LiveId" clId="{012321CB-D30F-40A1-894C-E46D43B30E68}" dt="2025-11-19T14:57:20.721" v="32771" actId="20577"/>
          <ac:spMkLst>
            <pc:docMk/>
            <pc:sldMk cId="2761929177" sldId="750"/>
            <ac:spMk id="4" creationId="{F1369151-B0DC-668F-E4D8-64C7FF76FB92}"/>
          </ac:spMkLst>
        </pc:spChg>
      </pc:sldChg>
      <pc:sldChg chg="addSp delSp modSp add mod addAnim delAnim modAnim">
        <pc:chgData name="Tal R." userId="03e9e69c0e8a7741" providerId="LiveId" clId="{012321CB-D30F-40A1-894C-E46D43B30E68}" dt="2025-11-21T19:58:36.065" v="33570"/>
        <pc:sldMkLst>
          <pc:docMk/>
          <pc:sldMk cId="1038329008" sldId="751"/>
        </pc:sldMkLst>
        <pc:spChg chg="add del mod">
          <ac:chgData name="Tal R." userId="03e9e69c0e8a7741" providerId="LiveId" clId="{012321CB-D30F-40A1-894C-E46D43B30E68}" dt="2025-11-21T19:51:38.168" v="32894" actId="478"/>
          <ac:spMkLst>
            <pc:docMk/>
            <pc:sldMk cId="1038329008" sldId="751"/>
            <ac:spMk id="2" creationId="{32D940A7-23AE-7B74-1D4A-EB9A10246E58}"/>
          </ac:spMkLst>
        </pc:spChg>
        <pc:spChg chg="mod">
          <ac:chgData name="Tal R." userId="03e9e69c0e8a7741" providerId="LiveId" clId="{012321CB-D30F-40A1-894C-E46D43B30E68}" dt="2025-11-21T19:48:48.839" v="32880" actId="20577"/>
          <ac:spMkLst>
            <pc:docMk/>
            <pc:sldMk cId="1038329008" sldId="751"/>
            <ac:spMk id="3" creationId="{9A737D2F-F9DD-1188-0A24-036ACEFB808A}"/>
          </ac:spMkLst>
        </pc:spChg>
        <pc:spChg chg="del">
          <ac:chgData name="Tal R." userId="03e9e69c0e8a7741" providerId="LiveId" clId="{012321CB-D30F-40A1-894C-E46D43B30E68}" dt="2025-11-21T19:47:18.172" v="32850" actId="478"/>
          <ac:spMkLst>
            <pc:docMk/>
            <pc:sldMk cId="1038329008" sldId="751"/>
            <ac:spMk id="4" creationId="{2BA93A1C-F0A4-A409-3172-6D3B0DAC4981}"/>
          </ac:spMkLst>
        </pc:spChg>
        <pc:spChg chg="add del mod">
          <ac:chgData name="Tal R." userId="03e9e69c0e8a7741" providerId="LiveId" clId="{012321CB-D30F-40A1-894C-E46D43B30E68}" dt="2025-11-21T19:51:38.168" v="32894" actId="478"/>
          <ac:spMkLst>
            <pc:docMk/>
            <pc:sldMk cId="1038329008" sldId="751"/>
            <ac:spMk id="4" creationId="{AA4E3F9B-45ED-F562-59B0-5DFDC90872FC}"/>
          </ac:spMkLst>
        </pc:spChg>
        <pc:spChg chg="add mod">
          <ac:chgData name="Tal R." userId="03e9e69c0e8a7741" providerId="LiveId" clId="{012321CB-D30F-40A1-894C-E46D43B30E68}" dt="2025-11-21T19:58:24.714" v="33568" actId="1076"/>
          <ac:spMkLst>
            <pc:docMk/>
            <pc:sldMk cId="1038329008" sldId="751"/>
            <ac:spMk id="5" creationId="{1E692005-BE89-CA5B-ABFE-1AF59A361F17}"/>
          </ac:spMkLst>
        </pc:spChg>
        <pc:spChg chg="add del mod">
          <ac:chgData name="Tal R." userId="03e9e69c0e8a7741" providerId="LiveId" clId="{012321CB-D30F-40A1-894C-E46D43B30E68}" dt="2025-11-21T19:51:38.168" v="32894" actId="478"/>
          <ac:spMkLst>
            <pc:docMk/>
            <pc:sldMk cId="1038329008" sldId="751"/>
            <ac:spMk id="6" creationId="{1A764683-8A08-33F0-93FB-4635233EA9CD}"/>
          </ac:spMkLst>
        </pc:spChg>
        <pc:spChg chg="add del mod">
          <ac:chgData name="Tal R." userId="03e9e69c0e8a7741" providerId="LiveId" clId="{012321CB-D30F-40A1-894C-E46D43B30E68}" dt="2025-11-21T19:51:38.168" v="32894" actId="478"/>
          <ac:spMkLst>
            <pc:docMk/>
            <pc:sldMk cId="1038329008" sldId="751"/>
            <ac:spMk id="7" creationId="{CE94DEFA-5687-CAE8-161A-312533E25C59}"/>
          </ac:spMkLst>
        </pc:spChg>
        <pc:spChg chg="add del mod">
          <ac:chgData name="Tal R." userId="03e9e69c0e8a7741" providerId="LiveId" clId="{012321CB-D30F-40A1-894C-E46D43B30E68}" dt="2025-11-21T19:48:42.652" v="32865" actId="478"/>
          <ac:spMkLst>
            <pc:docMk/>
            <pc:sldMk cId="1038329008" sldId="751"/>
            <ac:spMk id="10" creationId="{31F249E8-178B-B549-DFEE-2658185DCB7B}"/>
          </ac:spMkLst>
        </pc:spChg>
        <pc:spChg chg="add del mod">
          <ac:chgData name="Tal R." userId="03e9e69c0e8a7741" providerId="LiveId" clId="{012321CB-D30F-40A1-894C-E46D43B30E68}" dt="2025-11-21T19:48:42.652" v="32865" actId="478"/>
          <ac:spMkLst>
            <pc:docMk/>
            <pc:sldMk cId="1038329008" sldId="751"/>
            <ac:spMk id="11" creationId="{747E9033-1BF6-E475-22A4-1A5818A57A68}"/>
          </ac:spMkLst>
        </pc:spChg>
        <pc:spChg chg="add del mod">
          <ac:chgData name="Tal R." userId="03e9e69c0e8a7741" providerId="LiveId" clId="{012321CB-D30F-40A1-894C-E46D43B30E68}" dt="2025-11-21T19:48:42.652" v="32865" actId="478"/>
          <ac:spMkLst>
            <pc:docMk/>
            <pc:sldMk cId="1038329008" sldId="751"/>
            <ac:spMk id="13" creationId="{4443281F-570D-1E86-8CAC-E629ED2A20D8}"/>
          </ac:spMkLst>
        </pc:spChg>
        <pc:spChg chg="add del mod">
          <ac:chgData name="Tal R." userId="03e9e69c0e8a7741" providerId="LiveId" clId="{012321CB-D30F-40A1-894C-E46D43B30E68}" dt="2025-11-21T19:48:42.652" v="32865" actId="478"/>
          <ac:spMkLst>
            <pc:docMk/>
            <pc:sldMk cId="1038329008" sldId="751"/>
            <ac:spMk id="14" creationId="{D95BA136-E097-C5C2-6887-06E9CDD3901A}"/>
          </ac:spMkLst>
        </pc:spChg>
        <pc:spChg chg="add del mod">
          <ac:chgData name="Tal R." userId="03e9e69c0e8a7741" providerId="LiveId" clId="{012321CB-D30F-40A1-894C-E46D43B30E68}" dt="2025-11-21T19:48:42.652" v="32865" actId="478"/>
          <ac:spMkLst>
            <pc:docMk/>
            <pc:sldMk cId="1038329008" sldId="751"/>
            <ac:spMk id="16" creationId="{90D63912-0F58-DA3B-769D-C089A225DD23}"/>
          </ac:spMkLst>
        </pc:spChg>
        <pc:spChg chg="add del mod">
          <ac:chgData name="Tal R." userId="03e9e69c0e8a7741" providerId="LiveId" clId="{012321CB-D30F-40A1-894C-E46D43B30E68}" dt="2025-11-21T19:48:42.652" v="32865" actId="478"/>
          <ac:spMkLst>
            <pc:docMk/>
            <pc:sldMk cId="1038329008" sldId="751"/>
            <ac:spMk id="17" creationId="{AEA8A21A-EC10-2936-7F0F-39ED7E0750A1}"/>
          </ac:spMkLst>
        </pc:spChg>
        <pc:picChg chg="add del mod">
          <ac:chgData name="Tal R." userId="03e9e69c0e8a7741" providerId="LiveId" clId="{012321CB-D30F-40A1-894C-E46D43B30E68}" dt="2025-11-21T19:48:42.652" v="32865" actId="478"/>
          <ac:picMkLst>
            <pc:docMk/>
            <pc:sldMk cId="1038329008" sldId="751"/>
            <ac:picMk id="6" creationId="{BBD1C577-FFC3-72B6-02C7-28F07B23ED8D}"/>
          </ac:picMkLst>
        </pc:picChg>
        <pc:picChg chg="add del mod">
          <ac:chgData name="Tal R." userId="03e9e69c0e8a7741" providerId="LiveId" clId="{012321CB-D30F-40A1-894C-E46D43B30E68}" dt="2025-11-21T19:51:38.168" v="32894" actId="478"/>
          <ac:picMkLst>
            <pc:docMk/>
            <pc:sldMk cId="1038329008" sldId="751"/>
            <ac:picMk id="8" creationId="{843F88E5-4D5F-2496-30C0-9286F2297DDC}"/>
          </ac:picMkLst>
        </pc:picChg>
        <pc:picChg chg="add del mod">
          <ac:chgData name="Tal R." userId="03e9e69c0e8a7741" providerId="LiveId" clId="{012321CB-D30F-40A1-894C-E46D43B30E68}" dt="2025-11-21T19:48:42.652" v="32865" actId="478"/>
          <ac:picMkLst>
            <pc:docMk/>
            <pc:sldMk cId="1038329008" sldId="751"/>
            <ac:picMk id="8" creationId="{F190FB57-24F3-947A-F36C-286CD2473172}"/>
          </ac:picMkLst>
        </pc:picChg>
        <pc:picChg chg="add del mod">
          <ac:chgData name="Tal R." userId="03e9e69c0e8a7741" providerId="LiveId" clId="{012321CB-D30F-40A1-894C-E46D43B30E68}" dt="2025-11-21T19:51:38.168" v="32894" actId="478"/>
          <ac:picMkLst>
            <pc:docMk/>
            <pc:sldMk cId="1038329008" sldId="751"/>
            <ac:picMk id="9" creationId="{4820D4B8-A696-294E-0F18-108AEE5BBD39}"/>
          </ac:picMkLst>
        </pc:picChg>
        <pc:picChg chg="add del mod">
          <ac:chgData name="Tal R." userId="03e9e69c0e8a7741" providerId="LiveId" clId="{012321CB-D30F-40A1-894C-E46D43B30E68}" dt="2025-11-21T19:51:38.168" v="32894" actId="478"/>
          <ac:picMkLst>
            <pc:docMk/>
            <pc:sldMk cId="1038329008" sldId="751"/>
            <ac:picMk id="10" creationId="{39B728F8-1CE8-704D-4F70-5F695CA6D05E}"/>
          </ac:picMkLst>
        </pc:picChg>
        <pc:picChg chg="add del mod">
          <ac:chgData name="Tal R." userId="03e9e69c0e8a7741" providerId="LiveId" clId="{012321CB-D30F-40A1-894C-E46D43B30E68}" dt="2025-11-21T19:51:38.168" v="32894" actId="478"/>
          <ac:picMkLst>
            <pc:docMk/>
            <pc:sldMk cId="1038329008" sldId="751"/>
            <ac:picMk id="11" creationId="{F389AF6E-E2CE-FDF9-1A3E-0D5D2902297C}"/>
          </ac:picMkLst>
        </pc:picChg>
        <pc:picChg chg="add del mod">
          <ac:chgData name="Tal R." userId="03e9e69c0e8a7741" providerId="LiveId" clId="{012321CB-D30F-40A1-894C-E46D43B30E68}" dt="2025-11-21T19:48:42.652" v="32865" actId="478"/>
          <ac:picMkLst>
            <pc:docMk/>
            <pc:sldMk cId="1038329008" sldId="751"/>
            <ac:picMk id="18" creationId="{F3998C12-5C1A-F772-D17C-BD34A057409A}"/>
          </ac:picMkLst>
        </pc:picChg>
        <pc:picChg chg="add del mod">
          <ac:chgData name="Tal R." userId="03e9e69c0e8a7741" providerId="LiveId" clId="{012321CB-D30F-40A1-894C-E46D43B30E68}" dt="2025-11-21T19:48:42.652" v="32865" actId="478"/>
          <ac:picMkLst>
            <pc:docMk/>
            <pc:sldMk cId="1038329008" sldId="751"/>
            <ac:picMk id="19" creationId="{02D37D81-52CA-86E8-3ECE-AAD91D421270}"/>
          </ac:picMkLst>
        </pc:picChg>
        <pc:inkChg chg="add del">
          <ac:chgData name="Tal R." userId="03e9e69c0e8a7741" providerId="LiveId" clId="{012321CB-D30F-40A1-894C-E46D43B30E68}" dt="2025-11-21T19:50:19.670" v="32884" actId="9405"/>
          <ac:inkMkLst>
            <pc:docMk/>
            <pc:sldMk cId="1038329008" sldId="751"/>
            <ac:inkMk id="12" creationId="{30E83F53-C2AD-126E-76F1-F5296480F43C}"/>
          </ac:inkMkLst>
        </pc:inkChg>
        <pc:inkChg chg="add del mod">
          <ac:chgData name="Tal R." userId="03e9e69c0e8a7741" providerId="LiveId" clId="{012321CB-D30F-40A1-894C-E46D43B30E68}" dt="2025-11-21T19:51:38.168" v="32894" actId="478"/>
          <ac:inkMkLst>
            <pc:docMk/>
            <pc:sldMk cId="1038329008" sldId="751"/>
            <ac:inkMk id="13" creationId="{FB419D1E-136F-7121-5295-455CEB5BA33B}"/>
          </ac:inkMkLst>
        </pc:inkChg>
      </pc:sldChg>
      <pc:sldMasterChg chg="delSp modSp mod addSldLayout delSldLayout modSldLayout">
        <pc:chgData name="Tal R." userId="03e9e69c0e8a7741" providerId="LiveId" clId="{012321CB-D30F-40A1-894C-E46D43B30E68}" dt="2025-11-15T21:51:23.458" v="20279" actId="1036"/>
        <pc:sldMasterMkLst>
          <pc:docMk/>
          <pc:sldMasterMk cId="443307082" sldId="2147483648"/>
        </pc:sldMasterMkLst>
        <pc:spChg chg="mod">
          <ac:chgData name="Tal R." userId="03e9e69c0e8a7741" providerId="LiveId" clId="{012321CB-D30F-40A1-894C-E46D43B30E68}" dt="2025-11-01T20:34:14.649" v="138" actId="1076"/>
          <ac:spMkLst>
            <pc:docMk/>
            <pc:sldMasterMk cId="443307082" sldId="2147483648"/>
            <ac:spMk id="2" creationId="{2175CC09-1E32-D0CD-29D9-E2E1C1E1E15D}"/>
          </ac:spMkLst>
        </pc:spChg>
        <pc:sldLayoutChg chg="addSp delSp modSp mod">
          <pc:chgData name="Tal R." userId="03e9e69c0e8a7741" providerId="LiveId" clId="{012321CB-D30F-40A1-894C-E46D43B30E68}" dt="2025-11-15T21:51:23.458" v="20279" actId="1036"/>
          <pc:sldLayoutMkLst>
            <pc:docMk/>
            <pc:sldMasterMk cId="443307082" sldId="2147483648"/>
            <pc:sldLayoutMk cId="197145588" sldId="2147483649"/>
          </pc:sldLayoutMkLst>
          <pc:spChg chg="add mod">
            <ac:chgData name="Tal R." userId="03e9e69c0e8a7741" providerId="LiveId" clId="{012321CB-D30F-40A1-894C-E46D43B30E68}" dt="2025-11-15T21:51:23.458" v="20279" actId="1036"/>
            <ac:spMkLst>
              <pc:docMk/>
              <pc:sldMasterMk cId="443307082" sldId="2147483648"/>
              <pc:sldLayoutMk cId="197145588" sldId="2147483649"/>
              <ac:spMk id="2" creationId="{C63AC67B-A509-166B-C5CC-2EF767155503}"/>
            </ac:spMkLst>
          </pc:spChg>
          <pc:spChg chg="add mod">
            <ac:chgData name="Tal R." userId="03e9e69c0e8a7741" providerId="LiveId" clId="{012321CB-D30F-40A1-894C-E46D43B30E68}" dt="2025-11-03T18:56:04.852" v="2619" actId="21"/>
            <ac:spMkLst>
              <pc:docMk/>
              <pc:sldMasterMk cId="443307082" sldId="2147483648"/>
              <pc:sldLayoutMk cId="197145588" sldId="2147483649"/>
              <ac:spMk id="4" creationId="{75400D95-AE9F-826B-7C3A-A9F2F1391648}"/>
            </ac:spMkLst>
          </pc:spChg>
        </pc:sldLayoutChg>
        <pc:sldLayoutChg chg="addSp delSp mod">
          <pc:chgData name="Tal R." userId="03e9e69c0e8a7741" providerId="LiveId" clId="{012321CB-D30F-40A1-894C-E46D43B30E68}" dt="2025-11-01T20:32:49.183" v="131" actId="478"/>
          <pc:sldLayoutMkLst>
            <pc:docMk/>
            <pc:sldMasterMk cId="443307082" sldId="2147483648"/>
            <pc:sldLayoutMk cId="2285841394" sldId="2147483650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86FBB33-3A7B-FD1A-B843-871C484E727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A011B8-0A54-70FB-27EE-859898B6D4D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F6DF34-C585-4C12-B178-D0C47CBC4446}" type="datetimeFigureOut">
              <a:rPr lang="en-IL" smtClean="0"/>
              <a:t>11/21/2025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2E307D-D58C-B4B0-EA84-20C9CE18753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E60314-03A1-2682-2FD8-AF8F93F3211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F66A7A-8D44-413F-979F-54C810EDD79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291194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E4470E-428A-49A2-9F21-2FC2656C022F}" type="datetimeFigureOut">
              <a:rPr lang="LID4096" smtClean="0"/>
              <a:t>11/21/2025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455DA9-2505-44F6-AA4C-A32366DA151B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44179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63AC67B-A509-166B-C5CC-2EF767155503}"/>
              </a:ext>
            </a:extLst>
          </p:cNvPr>
          <p:cNvSpPr/>
          <p:nvPr userDrawn="1"/>
        </p:nvSpPr>
        <p:spPr>
          <a:xfrm>
            <a:off x="3304148" y="4845696"/>
            <a:ext cx="524534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5400" b="0" i="1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Calibri" panose="020F0502020204030204" pitchFamily="34" charset="0"/>
              </a:rPr>
              <a:t>קורס תכנות מערכות</a:t>
            </a:r>
            <a:endParaRPr lang="LID4096" sz="5400" b="0" cap="none" spc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CourseTitle" descr="Slide title in Hebrew">
            <a:extLst>
              <a:ext uri="{FF2B5EF4-FFF2-40B4-BE49-F238E27FC236}">
                <a16:creationId xmlns:a16="http://schemas.microsoft.com/office/drawing/2014/main" id="{75400D95-AE9F-826B-7C3A-A9F2F1391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959" y="549275"/>
            <a:ext cx="7830241" cy="2789724"/>
          </a:xfrm>
          <a:prstGeom prst="rect">
            <a:avLst/>
          </a:prstGeom>
        </p:spPr>
        <p:txBody>
          <a:bodyPr wrap="none" tIns="0" bIns="0">
            <a:normAutofit/>
          </a:bodyPr>
          <a:lstStyle>
            <a:lvl1pPr algn="r" rtl="1">
              <a:defRPr lang="he-IL" sz="9600" b="1" kern="1200" dirty="0">
                <a:ln w="12700">
                  <a:solidFill>
                    <a:srgbClr val="525252">
                      <a:alpha val="99000"/>
                    </a:srgbClr>
                  </a:solidFill>
                  <a:prstDash val="solid"/>
                </a:ln>
                <a:pattFill prst="narHorz">
                  <a:fgClr>
                    <a:schemeClr val="accent1"/>
                  </a:fgClr>
                  <a:bgClr>
                    <a:srgbClr val="DBDBDB"/>
                  </a:bgClr>
                </a:pattFill>
                <a:effectLst>
                  <a:innerShdw blurRad="177800">
                    <a:schemeClr val="bg1">
                      <a:lumMod val="50000"/>
                    </a:schemeClr>
                  </a:innerShdw>
                </a:effectLst>
                <a:latin typeface="Calibri" panose="020F0502020204030204" pitchFamily="34" charset="0"/>
                <a:ea typeface="Calibri" panose="020F0502020204030204" pitchFamily="34" charset="0"/>
                <a:cs typeface="Rubik" pitchFamily="2" charset="-79"/>
              </a:defRPr>
            </a:lvl1pPr>
          </a:lstStyle>
          <a:p>
            <a:pPr lvl="0" algn="r" rtl="1"/>
            <a:endParaRPr lang="he-IL" sz="6000" b="1" cap="none" spc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97145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HebrewTitle" descr="Slide title in Hebrew">
            <a:extLst>
              <a:ext uri="{FF2B5EF4-FFF2-40B4-BE49-F238E27FC236}">
                <a16:creationId xmlns:a16="http://schemas.microsoft.com/office/drawing/2014/main" id="{36E91B60-7897-7630-1583-F7AB58541E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1394" y="458966"/>
            <a:ext cx="7830241" cy="720009"/>
          </a:xfrm>
          <a:prstGeom prst="rect">
            <a:avLst/>
          </a:prstGeom>
        </p:spPr>
        <p:txBody>
          <a:bodyPr wrap="none" tIns="0" bIns="0">
            <a:normAutofit/>
          </a:bodyPr>
          <a:lstStyle>
            <a:lvl1pPr algn="r" rtl="1">
              <a:defRPr lang="he-IL" sz="6000" b="1" kern="1200" dirty="0">
                <a:ln w="12700">
                  <a:solidFill>
                    <a:srgbClr val="525252">
                      <a:alpha val="99000"/>
                    </a:srgbClr>
                  </a:solidFill>
                  <a:prstDash val="solid"/>
                </a:ln>
                <a:pattFill prst="narHorz">
                  <a:fgClr>
                    <a:schemeClr val="accent1"/>
                  </a:fgClr>
                  <a:bgClr>
                    <a:srgbClr val="DBDBDB"/>
                  </a:bgClr>
                </a:pattFill>
                <a:effectLst>
                  <a:innerShdw blurRad="177800">
                    <a:schemeClr val="bg1">
                      <a:lumMod val="50000"/>
                    </a:schemeClr>
                  </a:innerShdw>
                </a:effectLst>
                <a:latin typeface="Calibri" panose="020F0502020204030204" pitchFamily="34" charset="0"/>
                <a:ea typeface="Calibri" panose="020F0502020204030204" pitchFamily="34" charset="0"/>
                <a:cs typeface="Rubik" pitchFamily="2" charset="-79"/>
              </a:defRPr>
            </a:lvl1pPr>
          </a:lstStyle>
          <a:p>
            <a:pPr marL="0" lvl="0" indent="0" algn="r" rtl="1">
              <a:spcBef>
                <a:spcPts val="0"/>
              </a:spcBef>
              <a:buNone/>
            </a:pPr>
            <a:r>
              <a:rPr lang="he-IL"/>
              <a:t>נושא השקופית</a:t>
            </a:r>
          </a:p>
        </p:txBody>
      </p:sp>
      <p:sp>
        <p:nvSpPr>
          <p:cNvPr id="5" name="!!Content">
            <a:extLst>
              <a:ext uri="{FF2B5EF4-FFF2-40B4-BE49-F238E27FC236}">
                <a16:creationId xmlns:a16="http://schemas.microsoft.com/office/drawing/2014/main" id="{A5F67D86-B813-2EB6-2AD8-530BF918B2A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81063" y="1719263"/>
            <a:ext cx="7831137" cy="485933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 rtl="1">
              <a:buFont typeface="Arial" panose="020B0604020202020204" pitchFamily="34" charset="0"/>
              <a:buNone/>
              <a:defRPr>
                <a:latin typeface="Calibri" panose="020F0502020204030204" pitchFamily="34" charset="0"/>
                <a:cs typeface="Rubik" pitchFamily="2" charset="-79"/>
              </a:defRPr>
            </a:lvl1pPr>
          </a:lstStyle>
          <a:p>
            <a:pPr lvl="0"/>
            <a:r>
              <a:rPr lang="he-IL"/>
              <a:t>תוכן</a:t>
            </a:r>
            <a:endParaRPr lang="en-US"/>
          </a:p>
          <a:p>
            <a:pPr lvl="0"/>
            <a:r>
              <a:rPr lang="en-US"/>
              <a:t>content</a:t>
            </a:r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85841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ightBlueRectangle">
            <a:extLst>
              <a:ext uri="{FF2B5EF4-FFF2-40B4-BE49-F238E27FC236}">
                <a16:creationId xmlns:a16="http://schemas.microsoft.com/office/drawing/2014/main" id="{C2DBB14B-EEC3-2DB0-F986-1D4CB3A9C521}"/>
              </a:ext>
            </a:extLst>
          </p:cNvPr>
          <p:cNvSpPr/>
          <p:nvPr userDrawn="1"/>
        </p:nvSpPr>
        <p:spPr bwMode="gray">
          <a:xfrm>
            <a:off x="8892048" y="0"/>
            <a:ext cx="251952" cy="6858000"/>
          </a:xfrm>
          <a:prstGeom prst="rect">
            <a:avLst/>
          </a:pr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 sz="1800">
              <a:latin typeface="Calibri" panose="020F0502020204030204" pitchFamily="34" charset="0"/>
            </a:endParaRPr>
          </a:p>
        </p:txBody>
      </p:sp>
      <p:sp>
        <p:nvSpPr>
          <p:cNvPr id="8" name="LeftLightBlueRectangle">
            <a:extLst>
              <a:ext uri="{FF2B5EF4-FFF2-40B4-BE49-F238E27FC236}">
                <a16:creationId xmlns:a16="http://schemas.microsoft.com/office/drawing/2014/main" id="{36A35963-74BA-CFBC-ECAA-C9D962DD03BB}"/>
              </a:ext>
            </a:extLst>
          </p:cNvPr>
          <p:cNvSpPr/>
          <p:nvPr userDrawn="1"/>
        </p:nvSpPr>
        <p:spPr bwMode="ltGray">
          <a:xfrm>
            <a:off x="341950" y="0"/>
            <a:ext cx="36000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 sz="1800">
              <a:latin typeface="Calibri" panose="020F0502020204030204" pitchFamily="34" charset="0"/>
            </a:endParaRPr>
          </a:p>
        </p:txBody>
      </p:sp>
      <p:sp>
        <p:nvSpPr>
          <p:cNvPr id="9" name="LeftBlueRectangle">
            <a:extLst>
              <a:ext uri="{FF2B5EF4-FFF2-40B4-BE49-F238E27FC236}">
                <a16:creationId xmlns:a16="http://schemas.microsoft.com/office/drawing/2014/main" id="{4F015265-AF27-200C-4895-6752E9BFE9A5}"/>
              </a:ext>
            </a:extLst>
          </p:cNvPr>
          <p:cNvSpPr/>
          <p:nvPr userDrawn="1"/>
        </p:nvSpPr>
        <p:spPr bwMode="gray">
          <a:xfrm>
            <a:off x="-4334" y="0"/>
            <a:ext cx="346287" cy="6858000"/>
          </a:xfrm>
          <a:prstGeom prst="rect">
            <a:avLst/>
          </a:prstGeom>
          <a:solidFill>
            <a:schemeClr val="accent1">
              <a:lumMod val="75000"/>
              <a:alpha val="8784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 sz="1800">
              <a:latin typeface="Calibri" panose="020F0502020204030204" pitchFamily="34" charset="0"/>
            </a:endParaRPr>
          </a:p>
        </p:txBody>
      </p:sp>
      <p:cxnSp>
        <p:nvCxnSpPr>
          <p:cNvPr id="10" name="VerticalLineMidLogo">
            <a:extLst>
              <a:ext uri="{FF2B5EF4-FFF2-40B4-BE49-F238E27FC236}">
                <a16:creationId xmlns:a16="http://schemas.microsoft.com/office/drawing/2014/main" id="{656F6BDD-33C7-67F9-B411-2DDC5AA97049}"/>
              </a:ext>
            </a:extLst>
          </p:cNvPr>
          <p:cNvCxnSpPr>
            <a:cxnSpLocks/>
          </p:cNvCxnSpPr>
          <p:nvPr userDrawn="1"/>
        </p:nvCxnSpPr>
        <p:spPr bwMode="white">
          <a:xfrm>
            <a:off x="341953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HorizontalLineAboveLogo">
            <a:extLst>
              <a:ext uri="{FF2B5EF4-FFF2-40B4-BE49-F238E27FC236}">
                <a16:creationId xmlns:a16="http://schemas.microsoft.com/office/drawing/2014/main" id="{8B92081E-31C5-CAF2-9A81-0FF4B3064B25}"/>
              </a:ext>
            </a:extLst>
          </p:cNvPr>
          <p:cNvCxnSpPr>
            <a:cxnSpLocks/>
          </p:cNvCxnSpPr>
          <p:nvPr userDrawn="1"/>
        </p:nvCxnSpPr>
        <p:spPr bwMode="white">
          <a:xfrm>
            <a:off x="-4774" y="548968"/>
            <a:ext cx="706729" cy="0"/>
          </a:xfrm>
          <a:prstGeom prst="line">
            <a:avLst/>
          </a:prstGeom>
          <a:blipFill>
            <a:blip r:embed="rId4"/>
            <a:stretch>
              <a:fillRect/>
            </a:stretch>
          </a:blipFill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HorizontalLineBelowLogo">
            <a:extLst>
              <a:ext uri="{FF2B5EF4-FFF2-40B4-BE49-F238E27FC236}">
                <a16:creationId xmlns:a16="http://schemas.microsoft.com/office/drawing/2014/main" id="{37FEAC9E-A90B-0495-D4E9-530C0C874AA0}"/>
              </a:ext>
            </a:extLst>
          </p:cNvPr>
          <p:cNvCxnSpPr>
            <a:cxnSpLocks/>
          </p:cNvCxnSpPr>
          <p:nvPr userDrawn="1"/>
        </p:nvCxnSpPr>
        <p:spPr bwMode="white">
          <a:xfrm>
            <a:off x="-4774" y="1549232"/>
            <a:ext cx="706729" cy="0"/>
          </a:xfrm>
          <a:prstGeom prst="line">
            <a:avLst/>
          </a:prstGeom>
          <a:blipFill>
            <a:blip r:embed="rId4"/>
            <a:stretch>
              <a:fillRect/>
            </a:stretch>
          </a:blipFill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2175CC09-1E32-D0CD-29D9-E2E1C1E1E15D}"/>
              </a:ext>
            </a:extLst>
          </p:cNvPr>
          <p:cNvSpPr txBox="1"/>
          <p:nvPr userDrawn="1"/>
        </p:nvSpPr>
        <p:spPr>
          <a:xfrm>
            <a:off x="701955" y="6550223"/>
            <a:ext cx="8858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/>
              <a:t>Tal Raveh</a:t>
            </a:r>
            <a:endParaRPr lang="en-IL" sz="1400"/>
          </a:p>
        </p:txBody>
      </p:sp>
    </p:spTree>
    <p:extLst>
      <p:ext uri="{BB962C8B-B14F-4D97-AF65-F5344CB8AC3E}">
        <p14:creationId xmlns:p14="http://schemas.microsoft.com/office/powerpoint/2010/main" val="443307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98D00-06F6-E602-6C47-76C2BA233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פרק </a:t>
            </a:r>
            <a:r>
              <a:rPr lang="en-US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5</a:t>
            </a:r>
            <a:br>
              <a:rPr lang="he-IL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</a:br>
            <a:r>
              <a:rPr lang="he-IL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חוק החמישה </a:t>
            </a:r>
            <a:br>
              <a:rPr lang="he-IL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</a:br>
            <a:r>
              <a:rPr lang="he-IL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וחוק האפס</a:t>
            </a:r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679814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E1A6A7-BE1D-68D1-3909-0A7F443FA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F0FEE3C-3828-5559-31E6-489842A7C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he-IL">
                <a:effectLst/>
              </a:rPr>
              <a:t>ערך מיקום (</a:t>
            </a:r>
            <a:r>
              <a:rPr lang="en-US">
                <a:effectLst/>
              </a:rPr>
              <a:t>lvalue</a:t>
            </a:r>
            <a:r>
              <a:rPr lang="he-IL">
                <a:effectLst/>
              </a:rPr>
              <a:t>)</a:t>
            </a:r>
            <a:endParaRPr lang="en-US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B0EB179D-D387-AD4B-0BD7-60F1696FCFB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063" y="1628980"/>
            <a:ext cx="7831137" cy="4770054"/>
          </a:xfrm>
        </p:spPr>
        <p:txBody>
          <a:bodyPr>
            <a:normAutofit fontScale="92500"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e-IL" sz="2400" dirty="0"/>
              <a:t>היסטורית השם: </a:t>
            </a:r>
            <a:r>
              <a:rPr lang="en-US" sz="2400" dirty="0"/>
              <a:t>left-hand-side value</a:t>
            </a:r>
            <a:endParaRPr lang="he-IL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e-IL" sz="2400" dirty="0"/>
              <a:t>הגדרה מעודכנת: </a:t>
            </a:r>
            <a:r>
              <a:rPr lang="en-US" sz="2400" dirty="0"/>
              <a:t>locator value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e-IL" sz="2400" dirty="0"/>
              <a:t>ערך/אובייקט עם כתובת קבועה בזמן ריצה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e-IL" sz="2400" dirty="0"/>
              <a:t>מאפשר השמה, קישור, והעברת הערך/האובייקט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e-IL" sz="2400" dirty="0"/>
              <a:t>ניתן להתייחס אליו בשם (המשתנה)</a:t>
            </a:r>
            <a:endParaRPr lang="en-US" sz="2400" spc="-70" dirty="0">
              <a:latin typeface="Consolas" panose="020B0609020204030204" pitchFamily="49" charset="0"/>
            </a:endParaRPr>
          </a:p>
          <a:p>
            <a:pPr algn="l" rtl="0" fontAlgn="base"/>
            <a:r>
              <a:rPr lang="en-US" sz="2400" spc="-70" dirty="0">
                <a:latin typeface="Consolas" panose="020B0609020204030204" pitchFamily="49" charset="0"/>
              </a:rPr>
              <a:t>int x = 5;</a:t>
            </a:r>
          </a:p>
          <a:p>
            <a:pPr algn="l" rtl="0" fontAlgn="base"/>
            <a:r>
              <a:rPr lang="en-US" sz="2400" spc="-70" dirty="0">
                <a:latin typeface="Consolas" panose="020B0609020204030204" pitchFamily="49" charset="0"/>
              </a:rPr>
              <a:t>int* p = &amp;x; // x, p are lvalue</a:t>
            </a:r>
            <a:endParaRPr lang="he-IL" sz="2400" spc="-70" dirty="0">
              <a:latin typeface="Consolas" panose="020B0609020204030204" pitchFamily="49" charset="0"/>
            </a:endParaRPr>
          </a:p>
          <a:p>
            <a:pPr algn="l" rtl="0" fontAlgn="base"/>
            <a:r>
              <a:rPr lang="en-US" sz="2400" spc="-70" dirty="0">
                <a:latin typeface="Consolas" panose="020B0609020204030204" pitchFamily="49" charset="0"/>
              </a:rPr>
              <a:t>Image avi, benni;</a:t>
            </a:r>
          </a:p>
          <a:p>
            <a:pPr algn="l" rtl="0" fontAlgn="base"/>
            <a:r>
              <a:rPr lang="en-US" sz="2400" spc="-70" dirty="0">
                <a:latin typeface="Consolas" panose="020B0609020204030204" pitchFamily="49" charset="0"/>
              </a:rPr>
              <a:t>avi = benni; // avi, benni are lvalue</a:t>
            </a:r>
            <a:endParaRPr lang="he-IL" sz="2400" spc="-70" dirty="0">
              <a:latin typeface="Consolas" panose="020B0609020204030204" pitchFamily="49" charset="0"/>
            </a:endParaRPr>
          </a:p>
          <a:p>
            <a:pPr fontAlgn="base"/>
            <a:endParaRPr lang="he-IL" sz="2400" spc="-70" dirty="0">
              <a:latin typeface="Consolas" panose="020B0609020204030204" pitchFamily="49" charset="0"/>
            </a:endParaRP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he-IL" sz="2400" dirty="0"/>
              <a:t>אובייקט שמוגדר עם </a:t>
            </a:r>
            <a:r>
              <a:rPr lang="en-US" sz="2400" dirty="0"/>
              <a:t>const</a:t>
            </a:r>
            <a:r>
              <a:rPr lang="he-IL" sz="2400" dirty="0"/>
              <a:t> הוא </a:t>
            </a:r>
            <a:r>
              <a:rPr lang="en-US" sz="2400" dirty="0"/>
              <a:t>non-modifiable lvalue</a:t>
            </a:r>
            <a:br>
              <a:rPr lang="en-US" sz="2400" dirty="0"/>
            </a:br>
            <a:r>
              <a:rPr lang="he-IL" sz="2400" dirty="0"/>
              <a:t>(לכן </a:t>
            </a:r>
            <a:r>
              <a:rPr lang="en-US" sz="2400" dirty="0"/>
              <a:t>left-hand-side value</a:t>
            </a:r>
            <a:r>
              <a:rPr lang="he-IL" sz="2400" dirty="0"/>
              <a:t> לא מדויק)</a:t>
            </a:r>
          </a:p>
        </p:txBody>
      </p:sp>
    </p:spTree>
    <p:extLst>
      <p:ext uri="{BB962C8B-B14F-4D97-AF65-F5344CB8AC3E}">
        <p14:creationId xmlns:p14="http://schemas.microsoft.com/office/powerpoint/2010/main" val="278790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E832C-7B24-7C91-DC32-5FB1F58E7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B24B26D-3DC2-CB0D-D065-A40B83CDC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he-IL">
                <a:effectLst/>
              </a:rPr>
              <a:t>ערך זמני (</a:t>
            </a:r>
            <a:r>
              <a:rPr lang="en-US" err="1">
                <a:effectLst/>
              </a:rPr>
              <a:t>rvalue</a:t>
            </a:r>
            <a:r>
              <a:rPr lang="he-IL">
                <a:effectLst/>
              </a:rPr>
              <a:t>)</a:t>
            </a:r>
            <a:endParaRPr lang="en-US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8530D524-551F-8925-B986-CFB0549F8BB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063" y="1628980"/>
            <a:ext cx="7831137" cy="4770054"/>
          </a:xfrm>
        </p:spPr>
        <p:txBody>
          <a:bodyPr>
            <a:normAutofit fontScale="92500" lnSpcReduction="2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e-IL" sz="2400" dirty="0"/>
              <a:t>היסטורית השם: </a:t>
            </a:r>
            <a:r>
              <a:rPr lang="en-US" sz="2400" dirty="0"/>
              <a:t>right-hand-side value</a:t>
            </a:r>
            <a:endParaRPr lang="he-IL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e-IL" sz="2400" dirty="0"/>
              <a:t>הגדרה מעודכנת: </a:t>
            </a:r>
            <a:r>
              <a:rPr lang="en-US" sz="2400" dirty="0"/>
              <a:t>temporary value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e-IL" sz="2400" dirty="0"/>
              <a:t>ערך/אובייקט זמני, שאין גישה קבועה אליו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e-IL" sz="2400" dirty="0"/>
              <a:t>יכול להופיע רק בצד ימין של השמה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e-IL" sz="2400" dirty="0"/>
              <a:t>לרוב נעלם מיד אחרי השימוש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e-IL" sz="2400" dirty="0"/>
              <a:t>למשל: תוצאה של חישוב, ערך/אובייקט מוחזר מפונקציה</a:t>
            </a:r>
            <a:endParaRPr lang="en-US" sz="2400" dirty="0"/>
          </a:p>
          <a:p>
            <a:pPr algn="l" rtl="0" fontAlgn="base"/>
            <a:r>
              <a:rPr lang="en-US" sz="2400" spc="-70" dirty="0">
                <a:latin typeface="Consolas" panose="020B0609020204030204" pitchFamily="49" charset="0"/>
              </a:rPr>
              <a:t>int x, y = 3;</a:t>
            </a:r>
          </a:p>
          <a:p>
            <a:pPr algn="l" rtl="0" fontAlgn="base"/>
            <a:r>
              <a:rPr lang="en-US" sz="2400" spc="-70" dirty="0">
                <a:latin typeface="Consolas" panose="020B0609020204030204" pitchFamily="49" charset="0"/>
              </a:rPr>
              <a:t>x = y + 2; // (y+2) is an </a:t>
            </a:r>
            <a:r>
              <a:rPr lang="en-US" sz="2400" spc="-70" dirty="0" err="1">
                <a:latin typeface="Consolas" panose="020B0609020204030204" pitchFamily="49" charset="0"/>
              </a:rPr>
              <a:t>rvalue</a:t>
            </a:r>
            <a:endParaRPr lang="he-IL" sz="2400" spc="-70" dirty="0">
              <a:latin typeface="Consolas" panose="020B0609020204030204" pitchFamily="49" charset="0"/>
            </a:endParaRPr>
          </a:p>
          <a:p>
            <a:pPr algn="l" rtl="0" fontAlgn="base"/>
            <a:r>
              <a:rPr lang="en-US" sz="2400" spc="-70" dirty="0">
                <a:latin typeface="Consolas" panose="020B0609020204030204" pitchFamily="49" charset="0"/>
              </a:rPr>
              <a:t>Image </a:t>
            </a:r>
            <a:r>
              <a:rPr lang="en-US" sz="2400" spc="-70" dirty="0" err="1">
                <a:latin typeface="Consolas" panose="020B0609020204030204" pitchFamily="49" charset="0"/>
              </a:rPr>
              <a:t>img</a:t>
            </a:r>
            <a:r>
              <a:rPr lang="en-US" sz="2400" spc="-70" dirty="0">
                <a:latin typeface="Consolas" panose="020B0609020204030204" pitchFamily="49" charset="0"/>
              </a:rPr>
              <a:t>;</a:t>
            </a:r>
          </a:p>
          <a:p>
            <a:pPr algn="l" rtl="0" fontAlgn="base"/>
            <a:r>
              <a:rPr lang="en-US" sz="2400" spc="-70" dirty="0" err="1">
                <a:latin typeface="Consolas" panose="020B0609020204030204" pitchFamily="49" charset="0"/>
              </a:rPr>
              <a:t>img</a:t>
            </a:r>
            <a:r>
              <a:rPr lang="en-US" sz="2400" spc="-70" dirty="0">
                <a:latin typeface="Consolas" panose="020B0609020204030204" pitchFamily="49" charset="0"/>
              </a:rPr>
              <a:t> = Image(…); // temporary object </a:t>
            </a:r>
            <a:r>
              <a:rPr lang="en-US" sz="2400" spc="-70" dirty="0" err="1">
                <a:latin typeface="Consolas" panose="020B0609020204030204" pitchFamily="49" charset="0"/>
              </a:rPr>
              <a:t>rvalue</a:t>
            </a:r>
            <a:endParaRPr lang="en-US" sz="2400" spc="-70" dirty="0">
              <a:latin typeface="Consolas" panose="020B0609020204030204" pitchFamily="49" charset="0"/>
            </a:endParaRPr>
          </a:p>
          <a:p>
            <a:pPr algn="l" rtl="0" fontAlgn="base"/>
            <a:r>
              <a:rPr lang="en-US" sz="2400" spc="-70" dirty="0">
                <a:latin typeface="Consolas" panose="020B0609020204030204" pitchFamily="49" charset="0"/>
              </a:rPr>
              <a:t>return 5; // 5 is an </a:t>
            </a:r>
            <a:r>
              <a:rPr lang="en-US" sz="2400" spc="-70" dirty="0" err="1">
                <a:latin typeface="Consolas" panose="020B0609020204030204" pitchFamily="49" charset="0"/>
              </a:rPr>
              <a:t>rvalue</a:t>
            </a:r>
            <a:endParaRPr lang="he-IL" sz="2400" spc="-70" dirty="0">
              <a:latin typeface="Consolas" panose="020B06090202040302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spc="-70" dirty="0" err="1">
                <a:latin typeface="Consolas" panose="020B0609020204030204" pitchFamily="49" charset="0"/>
              </a:rPr>
              <a:t>prvalue</a:t>
            </a:r>
            <a:r>
              <a:rPr lang="he-IL" sz="2400" spc="-70" dirty="0">
                <a:latin typeface="Consolas" panose="020B0609020204030204" pitchFamily="49" charset="0"/>
              </a:rPr>
              <a:t> = </a:t>
            </a:r>
            <a:r>
              <a:rPr lang="en-US" sz="2400" spc="-70" dirty="0">
                <a:latin typeface="Consolas" panose="020B0609020204030204" pitchFamily="49" charset="0"/>
              </a:rPr>
              <a:t>pure </a:t>
            </a:r>
            <a:r>
              <a:rPr lang="en-US" sz="2400" spc="-70" dirty="0" err="1">
                <a:latin typeface="Consolas" panose="020B0609020204030204" pitchFamily="49" charset="0"/>
              </a:rPr>
              <a:t>rvalue</a:t>
            </a:r>
            <a:endParaRPr lang="he-IL" sz="2400" spc="-70" dirty="0">
              <a:latin typeface="Consolas" panose="020B06090202040302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spc="-70" dirty="0" err="1">
                <a:latin typeface="Consolas" panose="020B0609020204030204" pitchFamily="49" charset="0"/>
              </a:rPr>
              <a:t>xvalue</a:t>
            </a:r>
            <a:r>
              <a:rPr lang="he-IL" sz="2400" spc="-70" dirty="0">
                <a:latin typeface="Consolas" panose="020B0609020204030204" pitchFamily="49" charset="0"/>
              </a:rPr>
              <a:t> = </a:t>
            </a:r>
            <a:r>
              <a:rPr lang="en-US" sz="2400" spc="-70" dirty="0">
                <a:latin typeface="Consolas" panose="020B0609020204030204" pitchFamily="49" charset="0"/>
              </a:rPr>
              <a:t>expiring value</a:t>
            </a:r>
          </a:p>
        </p:txBody>
      </p:sp>
    </p:spTree>
    <p:extLst>
      <p:ext uri="{BB962C8B-B14F-4D97-AF65-F5344CB8AC3E}">
        <p14:creationId xmlns:p14="http://schemas.microsoft.com/office/powerpoint/2010/main" val="1943610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CFD98-10DA-275E-88A8-6F379F004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468ADD5-BD65-3954-0EC9-58AA53146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he-IL">
                <a:effectLst/>
              </a:rPr>
              <a:t>קישור קבוע ל </a:t>
            </a:r>
            <a:r>
              <a:rPr lang="en-US">
                <a:effectLst/>
              </a:rPr>
              <a:t>lvalue</a:t>
            </a:r>
            <a:endParaRPr lang="en-US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14908E9A-D018-FEFA-4026-6F1B21FA19D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063" y="1628980"/>
            <a:ext cx="7831137" cy="4770054"/>
          </a:xfrm>
        </p:spPr>
        <p:txBody>
          <a:bodyPr>
            <a:normAutofit fontScale="92500" lnSpcReduction="2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e-IL" sz="2400" dirty="0"/>
              <a:t>מקרה מיוחד: יכול "להיקשר" לכל סוג ערך/אובייקט (</a:t>
            </a:r>
            <a:r>
              <a:rPr lang="en-US" sz="2400" dirty="0"/>
              <a:t>lvalue</a:t>
            </a:r>
            <a:r>
              <a:rPr lang="he-IL" sz="2400" dirty="0"/>
              <a:t>, </a:t>
            </a:r>
            <a:r>
              <a:rPr lang="en-US" sz="2400" dirty="0" err="1"/>
              <a:t>rvalue</a:t>
            </a:r>
            <a:r>
              <a:rPr lang="he-IL" sz="2400" dirty="0"/>
              <a:t>)</a:t>
            </a:r>
          </a:p>
          <a:p>
            <a:pPr marL="342900" indent="-34290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he-IL" sz="2400" dirty="0"/>
              <a:t>"מאריך את חיי" הערך/אובייקט (לתחום ההגדרה של הקישור)</a:t>
            </a:r>
            <a:endParaRPr lang="en-US" sz="2400" dirty="0"/>
          </a:p>
          <a:p>
            <a:pPr marL="342900" indent="-34290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he-IL" sz="2400" dirty="0"/>
              <a:t>מונע שינוי הערך/אובייקט (בגלל ה </a:t>
            </a:r>
            <a:r>
              <a:rPr lang="en-US" sz="2400" dirty="0"/>
              <a:t>const</a:t>
            </a:r>
            <a:r>
              <a:rPr lang="he-IL" sz="2400" dirty="0"/>
              <a:t>)</a:t>
            </a:r>
            <a:endParaRPr lang="en-US" sz="2400" dirty="0"/>
          </a:p>
          <a:p>
            <a:pPr algn="l" rtl="0" fontAlgn="base">
              <a:spcBef>
                <a:spcPts val="3000"/>
              </a:spcBef>
            </a:pPr>
            <a:r>
              <a:rPr lang="en-US" sz="2400" spc="-70" dirty="0">
                <a:latin typeface="Consolas" panose="020B0609020204030204" pitchFamily="49" charset="0"/>
              </a:rPr>
              <a:t>// const ref to </a:t>
            </a:r>
            <a:r>
              <a:rPr lang="en-US" sz="2400" u="sng" spc="-70" dirty="0">
                <a:latin typeface="Consolas" panose="020B0609020204030204" pitchFamily="49" charset="0"/>
              </a:rPr>
              <a:t>const</a:t>
            </a:r>
            <a:r>
              <a:rPr lang="en-US" sz="2400" spc="-70" dirty="0">
                <a:latin typeface="Consolas" panose="020B0609020204030204" pitchFamily="49" charset="0"/>
              </a:rPr>
              <a:t> lvalue</a:t>
            </a:r>
          </a:p>
          <a:p>
            <a:pPr algn="l" rtl="0" fontAlgn="base"/>
            <a:r>
              <a:rPr lang="en-US" sz="2400" spc="-70" dirty="0">
                <a:latin typeface="Consolas" panose="020B0609020204030204" pitchFamily="49" charset="0"/>
              </a:rPr>
              <a:t>const Image </a:t>
            </a:r>
            <a:r>
              <a:rPr lang="en-US" sz="2400" spc="-70" dirty="0" err="1">
                <a:latin typeface="Consolas" panose="020B0609020204030204" pitchFamily="49" charset="0"/>
              </a:rPr>
              <a:t>carmi</a:t>
            </a:r>
            <a:r>
              <a:rPr lang="en-US" sz="2400" spc="-70" dirty="0">
                <a:latin typeface="Consolas" panose="020B0609020204030204" pitchFamily="49" charset="0"/>
              </a:rPr>
              <a:t>(…);</a:t>
            </a:r>
          </a:p>
          <a:p>
            <a:pPr algn="l" rtl="0" fontAlgn="base"/>
            <a:r>
              <a:rPr lang="en-US" sz="2400" spc="-70" dirty="0">
                <a:latin typeface="Consolas" panose="020B0609020204030204" pitchFamily="49" charset="0"/>
              </a:rPr>
              <a:t>const Image&amp; </a:t>
            </a:r>
            <a:r>
              <a:rPr lang="en-US" sz="2400" spc="-70" dirty="0" err="1">
                <a:latin typeface="Consolas" panose="020B0609020204030204" pitchFamily="49" charset="0"/>
              </a:rPr>
              <a:t>danni</a:t>
            </a:r>
            <a:r>
              <a:rPr lang="en-US" sz="2400" spc="-70" dirty="0">
                <a:latin typeface="Consolas" panose="020B0609020204030204" pitchFamily="49" charset="0"/>
              </a:rPr>
              <a:t> = </a:t>
            </a:r>
            <a:r>
              <a:rPr lang="en-US" sz="2400" spc="-70" dirty="0" err="1">
                <a:latin typeface="Consolas" panose="020B0609020204030204" pitchFamily="49" charset="0"/>
              </a:rPr>
              <a:t>carmi</a:t>
            </a:r>
            <a:r>
              <a:rPr lang="en-US" sz="2400" spc="-70" dirty="0">
                <a:latin typeface="Consolas" panose="020B0609020204030204" pitchFamily="49" charset="0"/>
              </a:rPr>
              <a:t>;</a:t>
            </a:r>
          </a:p>
          <a:p>
            <a:pPr algn="l" rtl="0" fontAlgn="base">
              <a:spcBef>
                <a:spcPts val="1800"/>
              </a:spcBef>
            </a:pPr>
            <a:r>
              <a:rPr lang="en-US" sz="2400" spc="-70" dirty="0">
                <a:latin typeface="Consolas" panose="020B0609020204030204" pitchFamily="49" charset="0"/>
              </a:rPr>
              <a:t>// const ref to (non-const) lvalue</a:t>
            </a:r>
          </a:p>
          <a:p>
            <a:pPr algn="l" rtl="0" fontAlgn="base"/>
            <a:r>
              <a:rPr lang="en-US" sz="2400" spc="-70" dirty="0">
                <a:latin typeface="Consolas" panose="020B0609020204030204" pitchFamily="49" charset="0"/>
              </a:rPr>
              <a:t>Image avi(…);</a:t>
            </a:r>
          </a:p>
          <a:p>
            <a:pPr algn="l" rtl="0" fontAlgn="base"/>
            <a:r>
              <a:rPr lang="en-US" sz="2400" spc="-70" dirty="0">
                <a:latin typeface="Consolas" panose="020B0609020204030204" pitchFamily="49" charset="0"/>
              </a:rPr>
              <a:t>const Image&amp; benni = avi;</a:t>
            </a:r>
          </a:p>
          <a:p>
            <a:pPr algn="l" rtl="0" fontAlgn="base">
              <a:spcBef>
                <a:spcPts val="2400"/>
              </a:spcBef>
            </a:pPr>
            <a:r>
              <a:rPr lang="en-US" sz="2400" spc="-70" dirty="0">
                <a:latin typeface="Consolas" panose="020B0609020204030204" pitchFamily="49" charset="0"/>
              </a:rPr>
              <a:t>// const ref to </a:t>
            </a:r>
            <a:r>
              <a:rPr lang="en-US" sz="2400" spc="-70" dirty="0" err="1">
                <a:latin typeface="Consolas" panose="020B0609020204030204" pitchFamily="49" charset="0"/>
              </a:rPr>
              <a:t>prvalue</a:t>
            </a:r>
            <a:endParaRPr lang="en-US" sz="2400" spc="-70" dirty="0">
              <a:latin typeface="Consolas" panose="020B0609020204030204" pitchFamily="49" charset="0"/>
            </a:endParaRPr>
          </a:p>
          <a:p>
            <a:pPr algn="l" rtl="0" fontAlgn="base"/>
            <a:r>
              <a:rPr lang="en-US" sz="2400" spc="-70" dirty="0">
                <a:latin typeface="Consolas" panose="020B0609020204030204" pitchFamily="49" charset="0"/>
              </a:rPr>
              <a:t>const Image&amp; </a:t>
            </a:r>
            <a:r>
              <a:rPr lang="en-US" sz="2400" spc="-70" dirty="0" err="1">
                <a:latin typeface="Consolas" panose="020B0609020204030204" pitchFamily="49" charset="0"/>
              </a:rPr>
              <a:t>eli</a:t>
            </a:r>
            <a:r>
              <a:rPr lang="en-US" sz="2400" spc="-70" dirty="0">
                <a:latin typeface="Consolas" panose="020B0609020204030204" pitchFamily="49" charset="0"/>
              </a:rPr>
              <a:t> = Image(…);</a:t>
            </a:r>
          </a:p>
          <a:p>
            <a:pPr algn="l" rtl="0" fontAlgn="base"/>
            <a:endParaRPr lang="he-IL" sz="2400" spc="-7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2159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1BAC8B-30CB-930E-9C21-A4F32CA86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02513F6-93EE-ACF0-9A63-36B97F378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he-IL">
                <a:effectLst/>
              </a:rPr>
              <a:t>אופרטור העברה </a:t>
            </a:r>
            <a:r>
              <a:rPr lang="en-US">
                <a:effectLst/>
              </a:rPr>
              <a:t>std::move</a:t>
            </a:r>
            <a:endParaRPr lang="en-US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EA3D86C0-644B-3025-C5F5-6A31F9FAB28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063" y="1358977"/>
            <a:ext cx="7831137" cy="5220058"/>
          </a:xfrm>
        </p:spPr>
        <p:txBody>
          <a:bodyPr>
            <a:normAutofit fontScale="92500" lnSpcReduction="2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e-IL" sz="2400" dirty="0"/>
              <a:t>מאפשר </a:t>
            </a:r>
            <a:r>
              <a:rPr lang="he-IL" sz="2400" u="sng" dirty="0"/>
              <a:t>להעביר</a:t>
            </a:r>
            <a:r>
              <a:rPr lang="he-IL" sz="2400" dirty="0"/>
              <a:t> משאבים במקום להעתיק</a:t>
            </a:r>
          </a:p>
          <a:p>
            <a:pPr algn="l" rtl="0">
              <a:lnSpc>
                <a:spcPct val="120000"/>
              </a:lnSpc>
              <a:spcBef>
                <a:spcPts val="600"/>
              </a:spcBef>
            </a:pPr>
            <a:r>
              <a:rPr lang="en-US" sz="2400" dirty="0">
                <a:latin typeface="Consolas" panose="020B0609020204030204" pitchFamily="49" charset="0"/>
              </a:rPr>
              <a:t>Image </a:t>
            </a:r>
            <a:r>
              <a:rPr lang="en-US" sz="2400" dirty="0" err="1">
                <a:latin typeface="Consolas" panose="020B0609020204030204" pitchFamily="49" charset="0"/>
              </a:rPr>
              <a:t>theBigPicture</a:t>
            </a:r>
            <a:r>
              <a:rPr lang="en-US" sz="2400" dirty="0">
                <a:latin typeface="Consolas" panose="020B0609020204030204" pitchFamily="49" charset="0"/>
              </a:rPr>
              <a:t>() {</a:t>
            </a:r>
          </a:p>
          <a:p>
            <a:pPr algn="l" rtl="0">
              <a:lnSpc>
                <a:spcPct val="120000"/>
              </a:lnSpc>
              <a:spcBef>
                <a:spcPts val="600"/>
              </a:spcBef>
            </a:pPr>
            <a:r>
              <a:rPr lang="en-US" sz="2400" dirty="0">
                <a:latin typeface="Consolas" panose="020B0609020204030204" pitchFamily="49" charset="0"/>
              </a:rPr>
              <a:t>    Image </a:t>
            </a:r>
            <a:r>
              <a:rPr lang="en-US" sz="2400" dirty="0" err="1">
                <a:latin typeface="Consolas" panose="020B0609020204030204" pitchFamily="49" charset="0"/>
              </a:rPr>
              <a:t>img</a:t>
            </a:r>
            <a:r>
              <a:rPr lang="en-US" sz="2400" dirty="0">
                <a:latin typeface="Consolas" panose="020B0609020204030204" pitchFamily="49" charset="0"/>
              </a:rPr>
              <a:t>(4000, 3000, …)</a:t>
            </a:r>
          </a:p>
          <a:p>
            <a:pPr algn="l" rtl="0">
              <a:lnSpc>
                <a:spcPct val="120000"/>
              </a:lnSpc>
              <a:spcBef>
                <a:spcPts val="600"/>
              </a:spcBef>
            </a:pPr>
            <a:r>
              <a:rPr lang="en-US" sz="2400" dirty="0">
                <a:latin typeface="Consolas" panose="020B0609020204030204" pitchFamily="49" charset="0"/>
              </a:rPr>
              <a:t>    ⋮</a:t>
            </a:r>
          </a:p>
          <a:p>
            <a:pPr algn="l" rtl="0">
              <a:lnSpc>
                <a:spcPct val="120000"/>
              </a:lnSpc>
              <a:spcBef>
                <a:spcPts val="600"/>
              </a:spcBef>
            </a:pPr>
            <a:r>
              <a:rPr lang="en-US" sz="2400" dirty="0">
                <a:latin typeface="Consolas" panose="020B0609020204030204" pitchFamily="49" charset="0"/>
              </a:rPr>
              <a:t>    return </a:t>
            </a:r>
            <a:r>
              <a:rPr lang="en-US" sz="2400" b="1" dirty="0">
                <a:latin typeface="Consolas" panose="020B0609020204030204" pitchFamily="49" charset="0"/>
              </a:rPr>
              <a:t>std::move(</a:t>
            </a:r>
            <a:r>
              <a:rPr lang="en-US" sz="2400" dirty="0" err="1">
                <a:latin typeface="Consolas" panose="020B0609020204030204" pitchFamily="49" charset="0"/>
              </a:rPr>
              <a:t>img</a:t>
            </a:r>
            <a:r>
              <a:rPr lang="en-US" sz="2400" b="1" dirty="0">
                <a:latin typeface="Consolas" panose="020B0609020204030204" pitchFamily="49" charset="0"/>
              </a:rPr>
              <a:t>)</a:t>
            </a:r>
            <a:r>
              <a:rPr lang="en-US" sz="2400" dirty="0">
                <a:latin typeface="Consolas" panose="020B0609020204030204" pitchFamily="49" charset="0"/>
              </a:rPr>
              <a:t>; // </a:t>
            </a:r>
            <a:r>
              <a:rPr lang="en-US" sz="2400" u="sng" dirty="0">
                <a:latin typeface="Consolas" panose="020B0609020204030204" pitchFamily="49" charset="0"/>
              </a:rPr>
              <a:t>outdated</a:t>
            </a:r>
            <a:r>
              <a:rPr lang="en-US" sz="2400" dirty="0">
                <a:latin typeface="Consolas" panose="020B0609020204030204" pitchFamily="49" charset="0"/>
              </a:rPr>
              <a:t> example</a:t>
            </a:r>
          </a:p>
          <a:p>
            <a:pPr algn="l" rtl="0">
              <a:lnSpc>
                <a:spcPct val="120000"/>
              </a:lnSpc>
              <a:spcBef>
                <a:spcPts val="600"/>
              </a:spcBef>
            </a:pPr>
            <a:r>
              <a:rPr lang="en-US" sz="2400" dirty="0">
                <a:latin typeface="Consolas" panose="020B0609020204030204" pitchFamily="49" charset="0"/>
              </a:rPr>
              <a:t>}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e-IL" sz="2400" dirty="0"/>
              <a:t>מסמן לקומפיילר שמותר "לגנוב" את המשאבים מהאובייקט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e-IL" sz="2400" dirty="0"/>
              <a:t>זהו </a:t>
            </a:r>
            <a:r>
              <a:rPr lang="he-IL" sz="2400" u="sng" dirty="0"/>
              <a:t>אופרטור</a:t>
            </a:r>
            <a:r>
              <a:rPr lang="he-IL" sz="2400" dirty="0"/>
              <a:t> המרה (</a:t>
            </a:r>
            <a:r>
              <a:rPr lang="en-US" sz="2400" dirty="0"/>
              <a:t>casting</a:t>
            </a:r>
            <a:r>
              <a:rPr lang="he-IL" sz="2400" dirty="0"/>
              <a:t>) – לא מעביר משאבים בפועל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e-IL" sz="2400" dirty="0"/>
              <a:t>מסמן שה </a:t>
            </a:r>
            <a:r>
              <a:rPr lang="en-US" sz="2400" dirty="0"/>
              <a:t>lvalue</a:t>
            </a:r>
            <a:r>
              <a:rPr lang="he-IL" sz="2400" dirty="0"/>
              <a:t> הפך ל </a:t>
            </a:r>
            <a:r>
              <a:rPr lang="en-US" sz="2400" dirty="0" err="1"/>
              <a:t>rvalue</a:t>
            </a:r>
            <a:r>
              <a:rPr lang="he-IL" sz="2400" dirty="0"/>
              <a:t> (ליתר דיוק: ל </a:t>
            </a:r>
            <a:r>
              <a:rPr lang="en-US" sz="2400" dirty="0" err="1"/>
              <a:t>xvalue</a:t>
            </a:r>
            <a:r>
              <a:rPr lang="he-IL" sz="2400" dirty="0"/>
              <a:t>)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e-IL" sz="2400" dirty="0"/>
              <a:t>אחרי השימוש ב </a:t>
            </a:r>
            <a:r>
              <a:rPr lang="en-US" sz="2400" dirty="0"/>
              <a:t>std::move</a:t>
            </a:r>
            <a:r>
              <a:rPr lang="he-IL" sz="2400" dirty="0"/>
              <a:t> </a:t>
            </a:r>
            <a:r>
              <a:rPr lang="he-IL" sz="2400" u="sng" dirty="0"/>
              <a:t>אסור</a:t>
            </a:r>
            <a:r>
              <a:rPr lang="he-IL" sz="2400" dirty="0"/>
              <a:t> להשתמש שוב באובייקט</a:t>
            </a:r>
          </a:p>
          <a:p>
            <a:pPr algn="l" rtl="0">
              <a:lnSpc>
                <a:spcPct val="120000"/>
              </a:lnSpc>
              <a:spcBef>
                <a:spcPts val="600"/>
              </a:spcBef>
            </a:pPr>
            <a:r>
              <a:rPr lang="en-US" sz="2400" dirty="0">
                <a:latin typeface="Consolas" panose="020B0609020204030204" pitchFamily="49" charset="0"/>
              </a:rPr>
              <a:t>Image avi(1080, 1920, </a:t>
            </a:r>
            <a:r>
              <a:rPr lang="en-US" sz="2400" dirty="0" err="1">
                <a:latin typeface="Consolas" panose="020B0609020204030204" pitchFamily="49" charset="0"/>
              </a:rPr>
              <a:t>bytesAvi</a:t>
            </a:r>
            <a:r>
              <a:rPr lang="en-US" sz="2400" dirty="0">
                <a:latin typeface="Consolas" panose="020B0609020204030204" pitchFamily="49" charset="0"/>
              </a:rPr>
              <a:t>);</a:t>
            </a:r>
          </a:p>
          <a:p>
            <a:pPr algn="l" rtl="0">
              <a:lnSpc>
                <a:spcPct val="120000"/>
              </a:lnSpc>
              <a:spcBef>
                <a:spcPts val="600"/>
              </a:spcBef>
            </a:pPr>
            <a:r>
              <a:rPr lang="en-US" sz="2400" dirty="0">
                <a:latin typeface="Consolas" panose="020B0609020204030204" pitchFamily="49" charset="0"/>
              </a:rPr>
              <a:t>Image benni(</a:t>
            </a:r>
            <a:r>
              <a:rPr lang="en-US" sz="2400" b="1" dirty="0">
                <a:latin typeface="Consolas" panose="020B0609020204030204" pitchFamily="49" charset="0"/>
              </a:rPr>
              <a:t>std::move(</a:t>
            </a:r>
            <a:r>
              <a:rPr lang="en-US" sz="2400" dirty="0">
                <a:latin typeface="Consolas" panose="020B0609020204030204" pitchFamily="49" charset="0"/>
              </a:rPr>
              <a:t>avi</a:t>
            </a:r>
            <a:r>
              <a:rPr lang="en-US" sz="2400" b="1" dirty="0">
                <a:latin typeface="Consolas" panose="020B0609020204030204" pitchFamily="49" charset="0"/>
              </a:rPr>
              <a:t>)</a:t>
            </a:r>
            <a:r>
              <a:rPr lang="en-US" sz="2400" dirty="0">
                <a:latin typeface="Consolas" panose="020B0609020204030204" pitchFamily="49" charset="0"/>
              </a:rPr>
              <a:t>);</a:t>
            </a:r>
          </a:p>
          <a:p>
            <a:pPr algn="l" rtl="0">
              <a:lnSpc>
                <a:spcPct val="120000"/>
              </a:lnSpc>
              <a:spcBef>
                <a:spcPts val="600"/>
              </a:spcBef>
            </a:pPr>
            <a:r>
              <a:rPr lang="en-US" sz="2400" strike="sngStrike" dirty="0" err="1">
                <a:latin typeface="Consolas" panose="020B0609020204030204" pitchFamily="49" charset="0"/>
              </a:rPr>
              <a:t>avi.print</a:t>
            </a:r>
            <a:r>
              <a:rPr lang="en-US" sz="2400" strike="sngStrike" dirty="0">
                <a:latin typeface="Consolas" panose="020B0609020204030204" pitchFamily="49" charset="0"/>
              </a:rPr>
              <a:t>();</a:t>
            </a:r>
            <a:r>
              <a:rPr lang="en-US" sz="2400" dirty="0">
                <a:latin typeface="Consolas" panose="020B0609020204030204" pitchFamily="49" charset="0"/>
              </a:rPr>
              <a:t> // avi is invalid here!</a:t>
            </a:r>
            <a:endParaRPr lang="he-IL" sz="2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4274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7C12C-7996-7E4C-F2DF-3D4981A0F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22D8747-4948-99C7-3077-A1CF4E977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he-IL" err="1">
                <a:effectLst/>
              </a:rPr>
              <a:t>סמנטיקת</a:t>
            </a:r>
            <a:r>
              <a:rPr lang="he-IL">
                <a:effectLst/>
              </a:rPr>
              <a:t> העברה</a:t>
            </a:r>
            <a:endParaRPr lang="en-US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C81C2E93-04FF-01FC-0AE9-DB047F351BC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063" y="1448978"/>
            <a:ext cx="7831137" cy="4950056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e-IL" sz="2400"/>
              <a:t>הקצאת זיכרון </a:t>
            </a:r>
            <a:r>
              <a:rPr lang="he-IL" sz="2400">
                <a:sym typeface="Wingdings" panose="05000000000000000000" pitchFamily="2" charset="2"/>
              </a:rPr>
              <a:t> פעולה יקרה</a:t>
            </a:r>
            <a:endParaRPr lang="he-IL" sz="2400"/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he-IL" sz="2400"/>
              <a:t>העתקת מידע </a:t>
            </a:r>
            <a:r>
              <a:rPr lang="he-IL" sz="2400">
                <a:sym typeface="Wingdings" panose="05000000000000000000" pitchFamily="2" charset="2"/>
              </a:rPr>
              <a:t> פעולה יקרה</a:t>
            </a:r>
            <a:endParaRPr lang="en-US" sz="2400"/>
          </a:p>
          <a:p>
            <a:pPr algn="l" rtl="0">
              <a:lnSpc>
                <a:spcPct val="120000"/>
              </a:lnSpc>
              <a:spcBef>
                <a:spcPts val="300"/>
              </a:spcBef>
            </a:pPr>
            <a:r>
              <a:rPr lang="en-US" sz="2000">
                <a:latin typeface="Consolas" panose="020B0609020204030204" pitchFamily="49" charset="0"/>
              </a:rPr>
              <a:t>Image </a:t>
            </a:r>
            <a:r>
              <a:rPr lang="en-US" sz="2000" err="1">
                <a:latin typeface="Consolas" panose="020B0609020204030204" pitchFamily="49" charset="0"/>
              </a:rPr>
              <a:t>myPicture</a:t>
            </a:r>
            <a:r>
              <a:rPr lang="en-US" sz="2000">
                <a:latin typeface="Consolas" panose="020B0609020204030204" pitchFamily="49" charset="0"/>
              </a:rPr>
              <a:t>()</a:t>
            </a:r>
          </a:p>
          <a:p>
            <a:pPr algn="l" rtl="0">
              <a:lnSpc>
                <a:spcPct val="120000"/>
              </a:lnSpc>
              <a:spcBef>
                <a:spcPts val="300"/>
              </a:spcBef>
            </a:pPr>
            <a:r>
              <a:rPr lang="en-US" sz="2000">
                <a:latin typeface="Consolas" panose="020B0609020204030204" pitchFamily="49" charset="0"/>
              </a:rPr>
              <a:t>{</a:t>
            </a:r>
          </a:p>
          <a:p>
            <a:pPr algn="l" rtl="0">
              <a:lnSpc>
                <a:spcPct val="120000"/>
              </a:lnSpc>
              <a:spcBef>
                <a:spcPts val="300"/>
              </a:spcBef>
            </a:pPr>
            <a:r>
              <a:rPr lang="en-US" sz="2000">
                <a:latin typeface="Consolas" panose="020B0609020204030204" pitchFamily="49" charset="0"/>
              </a:rPr>
              <a:t>    Image temp(1080, 1920, …);</a:t>
            </a:r>
          </a:p>
          <a:p>
            <a:pPr algn="l" rtl="0">
              <a:lnSpc>
                <a:spcPct val="120000"/>
              </a:lnSpc>
              <a:spcBef>
                <a:spcPts val="300"/>
              </a:spcBef>
            </a:pPr>
            <a:r>
              <a:rPr lang="en-US" sz="2000">
                <a:latin typeface="Consolas" panose="020B0609020204030204" pitchFamily="49" charset="0"/>
              </a:rPr>
              <a:t>    return temp; // </a:t>
            </a:r>
            <a:r>
              <a:rPr lang="he-IL" sz="2000">
                <a:latin typeface="Consolas" panose="020B0609020204030204" pitchFamily="49" charset="0"/>
              </a:rPr>
              <a:t>העתקה</a:t>
            </a:r>
            <a:endParaRPr lang="en-US" sz="2000">
              <a:latin typeface="Consolas" panose="020B0609020204030204" pitchFamily="49" charset="0"/>
            </a:endParaRPr>
          </a:p>
          <a:p>
            <a:pPr algn="l" rtl="0">
              <a:lnSpc>
                <a:spcPct val="120000"/>
              </a:lnSpc>
              <a:spcBef>
                <a:spcPts val="300"/>
              </a:spcBef>
            </a:pPr>
            <a:r>
              <a:rPr lang="en-US" sz="2000">
                <a:latin typeface="Consolas" panose="020B0609020204030204" pitchFamily="49" charset="0"/>
              </a:rPr>
              <a:t>}</a:t>
            </a:r>
            <a:endParaRPr lang="he-IL" sz="2000">
              <a:latin typeface="Consolas" panose="020B0609020204030204" pitchFamily="49" charset="0"/>
            </a:endParaRPr>
          </a:p>
          <a:p>
            <a:pPr algn="l" rtl="0">
              <a:lnSpc>
                <a:spcPct val="110000"/>
              </a:lnSpc>
              <a:spcBef>
                <a:spcPts val="1800"/>
              </a:spcBef>
            </a:pPr>
            <a:r>
              <a:rPr lang="en-US" sz="2000">
                <a:latin typeface="Consolas" panose="020B0609020204030204" pitchFamily="49" charset="0"/>
              </a:rPr>
              <a:t>Image </a:t>
            </a:r>
            <a:r>
              <a:rPr lang="en-US" sz="2000" err="1">
                <a:latin typeface="Consolas" panose="020B0609020204030204" pitchFamily="49" charset="0"/>
              </a:rPr>
              <a:t>processImage</a:t>
            </a:r>
            <a:r>
              <a:rPr lang="en-US" sz="2000">
                <a:latin typeface="Consolas" panose="020B0609020204030204" pitchFamily="49" charset="0"/>
              </a:rPr>
              <a:t>(Image </a:t>
            </a:r>
            <a:r>
              <a:rPr lang="en-US" sz="2000" err="1">
                <a:latin typeface="Consolas" panose="020B0609020204030204" pitchFamily="49" charset="0"/>
              </a:rPr>
              <a:t>img</a:t>
            </a:r>
            <a:r>
              <a:rPr lang="en-US" sz="2000">
                <a:latin typeface="Consolas" panose="020B0609020204030204" pitchFamily="49" charset="0"/>
              </a:rPr>
              <a:t>) // </a:t>
            </a:r>
            <a:r>
              <a:rPr lang="he-IL" sz="2000">
                <a:latin typeface="Consolas" panose="020B0609020204030204" pitchFamily="49" charset="0"/>
              </a:rPr>
              <a:t>העתקה</a:t>
            </a:r>
            <a:endParaRPr lang="en-US" sz="2000">
              <a:latin typeface="Consolas" panose="020B0609020204030204" pitchFamily="49" charset="0"/>
            </a:endParaRPr>
          </a:p>
          <a:p>
            <a:pPr algn="l" rtl="0">
              <a:lnSpc>
                <a:spcPct val="110000"/>
              </a:lnSpc>
              <a:spcBef>
                <a:spcPts val="300"/>
              </a:spcBef>
            </a:pPr>
            <a:r>
              <a:rPr lang="en-US" sz="2000">
                <a:latin typeface="Consolas" panose="020B0609020204030204" pitchFamily="49" charset="0"/>
              </a:rPr>
              <a:t>{</a:t>
            </a:r>
          </a:p>
          <a:p>
            <a:pPr algn="l" rtl="0">
              <a:lnSpc>
                <a:spcPct val="110000"/>
              </a:lnSpc>
              <a:spcBef>
                <a:spcPts val="300"/>
              </a:spcBef>
            </a:pPr>
            <a:r>
              <a:rPr lang="en-US" sz="2000">
                <a:latin typeface="Consolas" panose="020B0609020204030204" pitchFamily="49" charset="0"/>
              </a:rPr>
              <a:t>    ⋮</a:t>
            </a:r>
          </a:p>
          <a:p>
            <a:pPr algn="l" rtl="0">
              <a:lnSpc>
                <a:spcPct val="110000"/>
              </a:lnSpc>
              <a:spcBef>
                <a:spcPts val="300"/>
              </a:spcBef>
            </a:pPr>
            <a:r>
              <a:rPr lang="en-US" sz="2000">
                <a:latin typeface="Consolas" panose="020B0609020204030204" pitchFamily="49" charset="0"/>
              </a:rPr>
              <a:t>    return </a:t>
            </a:r>
            <a:r>
              <a:rPr lang="en-US" sz="2000" err="1">
                <a:latin typeface="Consolas" panose="020B0609020204030204" pitchFamily="49" charset="0"/>
              </a:rPr>
              <a:t>img</a:t>
            </a:r>
            <a:r>
              <a:rPr lang="en-US" sz="2000">
                <a:latin typeface="Consolas" panose="020B0609020204030204" pitchFamily="49" charset="0"/>
              </a:rPr>
              <a:t>;</a:t>
            </a:r>
          </a:p>
          <a:p>
            <a:pPr algn="l" rtl="0">
              <a:lnSpc>
                <a:spcPct val="110000"/>
              </a:lnSpc>
              <a:spcBef>
                <a:spcPts val="300"/>
              </a:spcBef>
            </a:pPr>
            <a:r>
              <a:rPr lang="en-US" sz="2000">
                <a:latin typeface="Consolas" panose="020B0609020204030204" pitchFamily="49" charset="0"/>
              </a:rPr>
              <a:t>}</a:t>
            </a:r>
          </a:p>
          <a:p>
            <a:pPr algn="l" rtl="0">
              <a:lnSpc>
                <a:spcPct val="110000"/>
              </a:lnSpc>
              <a:spcBef>
                <a:spcPts val="300"/>
              </a:spcBef>
            </a:pPr>
            <a:r>
              <a:rPr lang="en-US" sz="2000">
                <a:latin typeface="Consolas" panose="020B0609020204030204" pitchFamily="49" charset="0"/>
              </a:rPr>
              <a:t>Image </a:t>
            </a:r>
            <a:r>
              <a:rPr lang="en-US" sz="2000" err="1">
                <a:latin typeface="Consolas" panose="020B0609020204030204" pitchFamily="49" charset="0"/>
              </a:rPr>
              <a:t>myPicProcessed</a:t>
            </a:r>
            <a:r>
              <a:rPr lang="en-US" sz="2000">
                <a:latin typeface="Consolas" panose="020B0609020204030204" pitchFamily="49" charset="0"/>
              </a:rPr>
              <a:t> = </a:t>
            </a:r>
            <a:r>
              <a:rPr lang="en-US" sz="2000" err="1">
                <a:latin typeface="Consolas" panose="020B0609020204030204" pitchFamily="49" charset="0"/>
              </a:rPr>
              <a:t>processImage</a:t>
            </a:r>
            <a:r>
              <a:rPr lang="en-US" sz="2000">
                <a:latin typeface="Consolas" panose="020B0609020204030204" pitchFamily="49" charset="0"/>
              </a:rPr>
              <a:t>(</a:t>
            </a:r>
            <a:r>
              <a:rPr lang="en-US" sz="2000" err="1">
                <a:latin typeface="Consolas" panose="020B0609020204030204" pitchFamily="49" charset="0"/>
              </a:rPr>
              <a:t>myPicture</a:t>
            </a:r>
            <a:r>
              <a:rPr lang="en-US" sz="2000">
                <a:latin typeface="Consolas" panose="020B0609020204030204" pitchFamily="49" charset="0"/>
              </a:rPr>
              <a:t>());</a:t>
            </a:r>
          </a:p>
        </p:txBody>
      </p:sp>
    </p:spTree>
    <p:extLst>
      <p:ext uri="{BB962C8B-B14F-4D97-AF65-F5344CB8AC3E}">
        <p14:creationId xmlns:p14="http://schemas.microsoft.com/office/powerpoint/2010/main" val="2095356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3F527-FDAB-C63B-4DE4-8B10A883E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7C7A0F9-40D3-51B4-E98E-7201C52D6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he-IL"/>
              <a:t>קישור ל </a:t>
            </a:r>
            <a:r>
              <a:rPr lang="en-US" err="1"/>
              <a:t>rvalue</a:t>
            </a:r>
            <a:endParaRPr lang="en-US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218C6D5B-8488-5ED7-4540-9F37A7D59D3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063" y="1358977"/>
            <a:ext cx="7831137" cy="5310059"/>
          </a:xfrm>
        </p:spPr>
        <p:txBody>
          <a:bodyPr>
            <a:normAutofit fontScale="92500" lnSpcReduction="2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e-IL" sz="2400" dirty="0"/>
              <a:t>קישור </a:t>
            </a:r>
            <a:r>
              <a:rPr lang="en-US" sz="2400" dirty="0" err="1"/>
              <a:t>rvalue</a:t>
            </a:r>
            <a:r>
              <a:rPr lang="he-IL" sz="2400" dirty="0"/>
              <a:t> (</a:t>
            </a:r>
            <a:r>
              <a:rPr lang="en-US" sz="2400" dirty="0" err="1"/>
              <a:t>rvalue</a:t>
            </a:r>
            <a:r>
              <a:rPr lang="en-US" sz="2400" dirty="0"/>
              <a:t> reference</a:t>
            </a:r>
            <a:r>
              <a:rPr lang="he-IL" sz="2400" dirty="0"/>
              <a:t>): &amp;&amp;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sz="2400" dirty="0"/>
              <a:t>מאפשר "לתפוס" ערך זמני כדי להעביר ממנו משאבים ביעילות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sz="2400" dirty="0"/>
              <a:t>משמש בעיקר במימוש בנאי-העברה ואופרטור העברה</a:t>
            </a:r>
          </a:p>
          <a:p>
            <a:pPr algn="l" rtl="0">
              <a:lnSpc>
                <a:spcPct val="120000"/>
              </a:lnSpc>
              <a:spcBef>
                <a:spcPts val="0"/>
              </a:spcBef>
            </a:pPr>
            <a:r>
              <a:rPr lang="en-US" sz="2000" dirty="0">
                <a:latin typeface="Consolas" panose="020B0609020204030204" pitchFamily="49" charset="0"/>
              </a:rPr>
              <a:t>// lvalue reference:</a:t>
            </a:r>
          </a:p>
          <a:p>
            <a:pPr algn="l" rtl="0">
              <a:lnSpc>
                <a:spcPct val="120000"/>
              </a:lnSpc>
              <a:spcBef>
                <a:spcPts val="0"/>
              </a:spcBef>
            </a:pPr>
            <a:r>
              <a:rPr lang="en-US" sz="2000" dirty="0">
                <a:latin typeface="Consolas" panose="020B0609020204030204" pitchFamily="49" charset="0"/>
              </a:rPr>
              <a:t>void convert(const Image &amp;</a:t>
            </a:r>
            <a:r>
              <a:rPr lang="en-US" sz="2000" dirty="0" err="1">
                <a:latin typeface="Consolas" panose="020B0609020204030204" pitchFamily="49" charset="0"/>
              </a:rPr>
              <a:t>img</a:t>
            </a:r>
            <a:r>
              <a:rPr lang="en-US" sz="2000" dirty="0">
                <a:latin typeface="Consolas" panose="020B0609020204030204" pitchFamily="49" charset="0"/>
              </a:rPr>
              <a:t>)</a:t>
            </a:r>
          </a:p>
          <a:p>
            <a:pPr algn="l" rtl="0">
              <a:lnSpc>
                <a:spcPct val="120000"/>
              </a:lnSpc>
              <a:spcBef>
                <a:spcPts val="0"/>
              </a:spcBef>
            </a:pPr>
            <a:r>
              <a:rPr lang="en-US" sz="2000" dirty="0">
                <a:latin typeface="Consolas" panose="020B0609020204030204" pitchFamily="49" charset="0"/>
              </a:rPr>
              <a:t>{</a:t>
            </a:r>
          </a:p>
          <a:p>
            <a:pPr algn="l" rtl="0">
              <a:lnSpc>
                <a:spcPct val="120000"/>
              </a:lnSpc>
              <a:spcBef>
                <a:spcPts val="0"/>
              </a:spcBef>
            </a:pPr>
            <a:r>
              <a:rPr lang="en-US" sz="2000" dirty="0">
                <a:latin typeface="Consolas" panose="020B0609020204030204" pitchFamily="49" charset="0"/>
              </a:rPr>
              <a:t>    Image temp = </a:t>
            </a:r>
            <a:r>
              <a:rPr lang="en-US" sz="2000" dirty="0" err="1">
                <a:latin typeface="Consolas" panose="020B0609020204030204" pitchFamily="49" charset="0"/>
              </a:rPr>
              <a:t>img</a:t>
            </a:r>
            <a:r>
              <a:rPr lang="en-US" sz="2000" dirty="0">
                <a:latin typeface="Consolas" panose="020B0609020204030204" pitchFamily="49" charset="0"/>
              </a:rPr>
              <a:t>;</a:t>
            </a:r>
          </a:p>
          <a:p>
            <a:pPr algn="l" rtl="0">
              <a:lnSpc>
                <a:spcPct val="120000"/>
              </a:lnSpc>
              <a:spcBef>
                <a:spcPts val="0"/>
              </a:spcBef>
            </a:pPr>
            <a:r>
              <a:rPr lang="en-US" sz="2000" dirty="0">
                <a:latin typeface="Consolas" panose="020B0609020204030204" pitchFamily="49" charset="0"/>
              </a:rPr>
              <a:t>    ⋮</a:t>
            </a:r>
          </a:p>
          <a:p>
            <a:pPr algn="l" rtl="0">
              <a:lnSpc>
                <a:spcPct val="120000"/>
              </a:lnSpc>
              <a:spcBef>
                <a:spcPts val="0"/>
              </a:spcBef>
            </a:pPr>
            <a:r>
              <a:rPr lang="en-US" sz="2000" dirty="0">
                <a:latin typeface="Consolas" panose="020B0609020204030204" pitchFamily="49" charset="0"/>
              </a:rPr>
              <a:t>    consumer(temp);</a:t>
            </a:r>
          </a:p>
          <a:p>
            <a:pPr algn="l" rtl="0">
              <a:lnSpc>
                <a:spcPct val="120000"/>
              </a:lnSpc>
              <a:spcBef>
                <a:spcPts val="0"/>
              </a:spcBef>
            </a:pPr>
            <a:r>
              <a:rPr lang="en-US" sz="2000" dirty="0">
                <a:latin typeface="Consolas" panose="020B0609020204030204" pitchFamily="49" charset="0"/>
              </a:rPr>
              <a:t>}</a:t>
            </a:r>
          </a:p>
          <a:p>
            <a:pPr algn="l" rtl="0">
              <a:lnSpc>
                <a:spcPct val="120000"/>
              </a:lnSpc>
              <a:spcBef>
                <a:spcPts val="1200"/>
              </a:spcBef>
            </a:pPr>
            <a:r>
              <a:rPr lang="en-US" sz="2000" dirty="0">
                <a:latin typeface="Consolas" panose="020B0609020204030204" pitchFamily="49" charset="0"/>
              </a:rPr>
              <a:t>// </a:t>
            </a:r>
            <a:r>
              <a:rPr lang="en-US" sz="2000" dirty="0" err="1">
                <a:latin typeface="Consolas" panose="020B0609020204030204" pitchFamily="49" charset="0"/>
              </a:rPr>
              <a:t>rvalue</a:t>
            </a:r>
            <a:r>
              <a:rPr lang="en-US" sz="2000" dirty="0">
                <a:latin typeface="Consolas" panose="020B0609020204030204" pitchFamily="49" charset="0"/>
              </a:rPr>
              <a:t> reference (overloaded):</a:t>
            </a:r>
          </a:p>
          <a:p>
            <a:pPr algn="l" rtl="0">
              <a:lnSpc>
                <a:spcPct val="120000"/>
              </a:lnSpc>
              <a:spcBef>
                <a:spcPts val="0"/>
              </a:spcBef>
            </a:pPr>
            <a:r>
              <a:rPr lang="en-US" sz="2000" dirty="0">
                <a:latin typeface="Consolas" panose="020B0609020204030204" pitchFamily="49" charset="0"/>
              </a:rPr>
              <a:t>void convert(Image &amp;&amp;</a:t>
            </a:r>
            <a:r>
              <a:rPr lang="en-US" sz="2000" dirty="0" err="1">
                <a:latin typeface="Consolas" panose="020B0609020204030204" pitchFamily="49" charset="0"/>
              </a:rPr>
              <a:t>img</a:t>
            </a:r>
            <a:r>
              <a:rPr lang="en-US" sz="2000" dirty="0">
                <a:latin typeface="Consolas" panose="020B0609020204030204" pitchFamily="49" charset="0"/>
              </a:rPr>
              <a:t>)</a:t>
            </a:r>
          </a:p>
          <a:p>
            <a:pPr algn="l" rtl="0">
              <a:lnSpc>
                <a:spcPct val="120000"/>
              </a:lnSpc>
              <a:spcBef>
                <a:spcPts val="0"/>
              </a:spcBef>
            </a:pPr>
            <a:r>
              <a:rPr lang="en-US" sz="2000" dirty="0">
                <a:latin typeface="Consolas" panose="020B0609020204030204" pitchFamily="49" charset="0"/>
              </a:rPr>
              <a:t>{</a:t>
            </a:r>
          </a:p>
          <a:p>
            <a:pPr algn="l" rtl="0">
              <a:lnSpc>
                <a:spcPct val="120000"/>
              </a:lnSpc>
              <a:spcBef>
                <a:spcPts val="0"/>
              </a:spcBef>
            </a:pPr>
            <a:r>
              <a:rPr lang="en-US" sz="2000" dirty="0">
                <a:latin typeface="Consolas" panose="020B0609020204030204" pitchFamily="49" charset="0"/>
              </a:rPr>
              <a:t>    ⋮</a:t>
            </a:r>
          </a:p>
          <a:p>
            <a:pPr algn="l" rtl="0">
              <a:lnSpc>
                <a:spcPct val="120000"/>
              </a:lnSpc>
              <a:spcBef>
                <a:spcPts val="0"/>
              </a:spcBef>
            </a:pPr>
            <a:r>
              <a:rPr lang="en-US" sz="2000" dirty="0">
                <a:latin typeface="Consolas" panose="020B0609020204030204" pitchFamily="49" charset="0"/>
              </a:rPr>
              <a:t>    consumer(std::move(</a:t>
            </a:r>
            <a:r>
              <a:rPr lang="en-US" sz="2000" dirty="0" err="1">
                <a:latin typeface="Consolas" panose="020B0609020204030204" pitchFamily="49" charset="0"/>
              </a:rPr>
              <a:t>img</a:t>
            </a:r>
            <a:r>
              <a:rPr lang="en-US" sz="2000" dirty="0">
                <a:latin typeface="Consolas" panose="020B0609020204030204" pitchFamily="49" charset="0"/>
              </a:rPr>
              <a:t>));</a:t>
            </a:r>
          </a:p>
          <a:p>
            <a:pPr algn="l" rtl="0">
              <a:lnSpc>
                <a:spcPct val="120000"/>
              </a:lnSpc>
              <a:spcBef>
                <a:spcPts val="0"/>
              </a:spcBef>
            </a:pPr>
            <a:r>
              <a:rPr lang="en-US" sz="2000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3409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0D856-A5E6-B83A-CC39-6A9B498AB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C2F567B-7B3A-7C02-2E59-2932F71E7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he-IL"/>
              <a:t>בנאי-העברה</a:t>
            </a:r>
            <a:endParaRPr lang="en-US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0F563C2E-7BC1-6621-2911-7627A443A48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063" y="1358977"/>
            <a:ext cx="7831137" cy="5220057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e-IL" sz="2400">
                <a:latin typeface="Consolas" panose="020B0609020204030204" pitchFamily="49" charset="0"/>
              </a:rPr>
              <a:t>העמסה על בנאי העתקה למקרה של </a:t>
            </a:r>
            <a:r>
              <a:rPr lang="en-US" sz="2400" err="1">
                <a:latin typeface="Consolas" panose="020B0609020204030204" pitchFamily="49" charset="0"/>
              </a:rPr>
              <a:t>rvalue</a:t>
            </a:r>
            <a:endParaRPr lang="he-IL" sz="2400">
              <a:latin typeface="Consolas" panose="020B06090202040302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e-IL" sz="2400">
                <a:latin typeface="Consolas" panose="020B0609020204030204" pitchFamily="49" charset="0"/>
              </a:rPr>
              <a:t>משתמש ב </a:t>
            </a:r>
            <a:r>
              <a:rPr lang="en-US" sz="2400" err="1">
                <a:latin typeface="Consolas" panose="020B0609020204030204" pitchFamily="49" charset="0"/>
              </a:rPr>
              <a:t>rvalue</a:t>
            </a:r>
            <a:r>
              <a:rPr lang="en-US" sz="2400">
                <a:latin typeface="Consolas" panose="020B0609020204030204" pitchFamily="49" charset="0"/>
              </a:rPr>
              <a:t> reference</a:t>
            </a:r>
            <a:r>
              <a:rPr lang="he-IL" sz="2400">
                <a:latin typeface="Consolas" panose="020B0609020204030204" pitchFamily="49" charset="0"/>
              </a:rPr>
              <a:t> בחתימה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e-IL" sz="2400">
                <a:latin typeface="Consolas" panose="020B0609020204030204" pitchFamily="49" charset="0"/>
              </a:rPr>
              <a:t>המטרה:</a:t>
            </a:r>
            <a:r>
              <a:rPr lang="en-US" sz="2400">
                <a:latin typeface="Consolas" panose="020B0609020204030204" pitchFamily="49" charset="0"/>
              </a:rPr>
              <a:t> </a:t>
            </a:r>
            <a:r>
              <a:rPr lang="he-IL" sz="2400">
                <a:latin typeface="Consolas" panose="020B0609020204030204" pitchFamily="49" charset="0"/>
              </a:rPr>
              <a:t>"לגנוב" את המשאבים במקום להעתיק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he-IL" sz="2000">
              <a:latin typeface="Consolas" panose="020B0609020204030204" pitchFamily="49" charset="0"/>
            </a:endParaRPr>
          </a:p>
          <a:p>
            <a:pPr algn="l" rtl="0"/>
            <a:r>
              <a:rPr lang="en-US" sz="2000">
                <a:latin typeface="Consolas" panose="020B0609020204030204" pitchFamily="49" charset="0"/>
              </a:rPr>
              <a:t>Image::Image(Image &amp;&amp;other</a:t>
            </a:r>
          </a:p>
          <a:p>
            <a:pPr algn="l" rtl="0"/>
            <a:r>
              <a:rPr lang="en-US" sz="2000">
                <a:latin typeface="Consolas" panose="020B0609020204030204" pitchFamily="49" charset="0"/>
              </a:rPr>
              <a:t>    : _width(</a:t>
            </a:r>
            <a:r>
              <a:rPr lang="en-US" sz="2000" err="1">
                <a:latin typeface="Consolas" panose="020B0609020204030204" pitchFamily="49" charset="0"/>
              </a:rPr>
              <a:t>other._width</a:t>
            </a:r>
            <a:r>
              <a:rPr lang="en-US" sz="2000">
                <a:latin typeface="Consolas" panose="020B0609020204030204" pitchFamily="49" charset="0"/>
              </a:rPr>
              <a:t>), _height(</a:t>
            </a:r>
            <a:r>
              <a:rPr lang="en-US" sz="2000" err="1">
                <a:latin typeface="Consolas" panose="020B0609020204030204" pitchFamily="49" charset="0"/>
              </a:rPr>
              <a:t>other._height</a:t>
            </a:r>
            <a:r>
              <a:rPr lang="en-US" sz="2000">
                <a:latin typeface="Consolas" panose="020B0609020204030204" pitchFamily="49" charset="0"/>
              </a:rPr>
              <a:t>)</a:t>
            </a:r>
          </a:p>
          <a:p>
            <a:pPr algn="l" rtl="0"/>
            <a:r>
              <a:rPr lang="en-US" sz="2000">
                <a:latin typeface="Consolas" panose="020B0609020204030204" pitchFamily="49" charset="0"/>
              </a:rPr>
              <a:t>      _bytes(</a:t>
            </a:r>
            <a:r>
              <a:rPr lang="en-US" sz="2000" err="1">
                <a:latin typeface="Consolas" panose="020B0609020204030204" pitchFamily="49" charset="0"/>
              </a:rPr>
              <a:t>other._bytes</a:t>
            </a:r>
            <a:r>
              <a:rPr lang="en-US" sz="2000">
                <a:latin typeface="Consolas" panose="020B0609020204030204" pitchFamily="49" charset="0"/>
              </a:rPr>
              <a:t>) // </a:t>
            </a:r>
            <a:r>
              <a:rPr lang="he-IL" sz="2000">
                <a:latin typeface="Consolas" panose="020B0609020204030204" pitchFamily="49" charset="0"/>
              </a:rPr>
              <a:t>"גונב" את המשאב</a:t>
            </a:r>
            <a:endParaRPr lang="en-US" sz="2000">
              <a:latin typeface="Consolas" panose="020B0609020204030204" pitchFamily="49" charset="0"/>
            </a:endParaRPr>
          </a:p>
          <a:p>
            <a:pPr algn="l" rtl="0"/>
            <a:r>
              <a:rPr lang="en-US" sz="2000">
                <a:latin typeface="Consolas" panose="020B0609020204030204" pitchFamily="49" charset="0"/>
              </a:rPr>
              <a:t>{</a:t>
            </a:r>
          </a:p>
          <a:p>
            <a:pPr algn="l" rtl="0"/>
            <a:r>
              <a:rPr lang="en-US" sz="2000">
                <a:latin typeface="Consolas" panose="020B0609020204030204" pitchFamily="49" charset="0"/>
              </a:rPr>
              <a:t>    </a:t>
            </a:r>
            <a:r>
              <a:rPr lang="en-US" sz="2000" err="1">
                <a:latin typeface="Consolas" panose="020B0609020204030204" pitchFamily="49" charset="0"/>
              </a:rPr>
              <a:t>other._width</a:t>
            </a:r>
            <a:r>
              <a:rPr lang="en-US" sz="2000">
                <a:latin typeface="Consolas" panose="020B0609020204030204" pitchFamily="49" charset="0"/>
              </a:rPr>
              <a:t> = </a:t>
            </a:r>
            <a:r>
              <a:rPr lang="en-US" sz="2000" err="1">
                <a:latin typeface="Consolas" panose="020B0609020204030204" pitchFamily="49" charset="0"/>
              </a:rPr>
              <a:t>other._height</a:t>
            </a:r>
            <a:r>
              <a:rPr lang="en-US" sz="2000">
                <a:latin typeface="Consolas" panose="020B0609020204030204" pitchFamily="49" charset="0"/>
              </a:rPr>
              <a:t> = 0;</a:t>
            </a:r>
          </a:p>
          <a:p>
            <a:pPr algn="l" rtl="0"/>
            <a:r>
              <a:rPr lang="en-US" sz="2000">
                <a:latin typeface="Consolas" panose="020B0609020204030204" pitchFamily="49" charset="0"/>
              </a:rPr>
              <a:t>    </a:t>
            </a:r>
            <a:r>
              <a:rPr lang="en-US" sz="2000" err="1">
                <a:latin typeface="Consolas" panose="020B0609020204030204" pitchFamily="49" charset="0"/>
              </a:rPr>
              <a:t>other._bytes</a:t>
            </a:r>
            <a:r>
              <a:rPr lang="en-US" sz="2000">
                <a:latin typeface="Consolas" panose="020B0609020204030204" pitchFamily="49" charset="0"/>
              </a:rPr>
              <a:t> = </a:t>
            </a:r>
            <a:r>
              <a:rPr lang="en-US" sz="2000" err="1">
                <a:latin typeface="Consolas" panose="020B0609020204030204" pitchFamily="49" charset="0"/>
              </a:rPr>
              <a:t>nullptr</a:t>
            </a:r>
            <a:r>
              <a:rPr lang="en-US" sz="2000">
                <a:latin typeface="Consolas" panose="020B0609020204030204" pitchFamily="49" charset="0"/>
              </a:rPr>
              <a:t>; // </a:t>
            </a:r>
            <a:r>
              <a:rPr lang="he-IL" sz="2000">
                <a:latin typeface="Consolas" panose="020B0609020204030204" pitchFamily="49" charset="0"/>
              </a:rPr>
              <a:t>חשוב!</a:t>
            </a:r>
            <a:endParaRPr lang="en-US" sz="2000">
              <a:latin typeface="Consolas" panose="020B0609020204030204" pitchFamily="49" charset="0"/>
            </a:endParaRPr>
          </a:p>
          <a:p>
            <a:pPr algn="l" rtl="0"/>
            <a:r>
              <a:rPr lang="en-US" sz="200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4861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EB8B9-7FB5-7C0E-328D-EA1F756F8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DBBA36-327C-3F07-2E3C-BE50BB9FB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he-IL"/>
              <a:t>בנאי-העברה</a:t>
            </a:r>
            <a:endParaRPr lang="en-US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2884DFC8-C424-557F-C2E4-158600DDBF4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063" y="1358977"/>
            <a:ext cx="7831137" cy="5220057"/>
          </a:xfrm>
        </p:spPr>
        <p:txBody>
          <a:bodyPr>
            <a:normAutofit/>
          </a:bodyPr>
          <a:lstStyle/>
          <a:p>
            <a:r>
              <a:rPr lang="he-IL" sz="2400">
                <a:latin typeface="Consolas" panose="020B0609020204030204" pitchFamily="49" charset="0"/>
              </a:rPr>
              <a:t>דוגמה:</a:t>
            </a:r>
            <a:endParaRPr lang="en-US" sz="2400">
              <a:latin typeface="Consolas" panose="020B0609020204030204" pitchFamily="49" charset="0"/>
            </a:endParaRPr>
          </a:p>
          <a:p>
            <a:endParaRPr lang="en-US" sz="2400">
              <a:latin typeface="Consolas" panose="020B0609020204030204" pitchFamily="49" charset="0"/>
            </a:endParaRPr>
          </a:p>
          <a:p>
            <a:pPr algn="l" rtl="0"/>
            <a:r>
              <a:rPr lang="en-US" sz="2400">
                <a:latin typeface="Consolas" panose="020B0609020204030204" pitchFamily="49" charset="0"/>
              </a:rPr>
              <a:t>void </a:t>
            </a:r>
            <a:r>
              <a:rPr lang="en-US" sz="2400" err="1">
                <a:latin typeface="Consolas" panose="020B0609020204030204" pitchFamily="49" charset="0"/>
              </a:rPr>
              <a:t>blabla</a:t>
            </a:r>
            <a:r>
              <a:rPr lang="en-US" sz="2400">
                <a:latin typeface="Consolas" panose="020B0609020204030204" pitchFamily="49" charset="0"/>
              </a:rPr>
              <a:t>() {</a:t>
            </a:r>
          </a:p>
          <a:p>
            <a:pPr algn="l" rtl="0"/>
            <a:r>
              <a:rPr lang="en-US" sz="2400">
                <a:latin typeface="Consolas" panose="020B0609020204030204" pitchFamily="49" charset="0"/>
              </a:rPr>
              <a:t>    Image avi = new Image(1080, 1920, …);</a:t>
            </a:r>
          </a:p>
          <a:p>
            <a:pPr algn="l" rtl="0"/>
            <a:r>
              <a:rPr lang="en-US" sz="2400">
                <a:latin typeface="Consolas" panose="020B0609020204030204" pitchFamily="49" charset="0"/>
              </a:rPr>
              <a:t>    Image benny(std::move(avi));</a:t>
            </a:r>
          </a:p>
          <a:p>
            <a:pPr algn="l" rtl="0"/>
            <a:r>
              <a:rPr lang="en-US" sz="2400">
                <a:latin typeface="Consolas" panose="020B0609020204030204" pitchFamily="49" charset="0"/>
              </a:rPr>
              <a:t>    </a:t>
            </a:r>
            <a:r>
              <a:rPr lang="en-US" sz="2400" err="1">
                <a:latin typeface="Consolas" panose="020B0609020204030204" pitchFamily="49" charset="0"/>
              </a:rPr>
              <a:t>processImage</a:t>
            </a:r>
            <a:r>
              <a:rPr lang="en-US" sz="2400">
                <a:latin typeface="Consolas" panose="020B0609020204030204" pitchFamily="49" charset="0"/>
              </a:rPr>
              <a:t>(avi); </a:t>
            </a:r>
          </a:p>
          <a:p>
            <a:pPr algn="l" rtl="0"/>
            <a:r>
              <a:rPr lang="en-US" sz="2400">
                <a:latin typeface="Consolas" panose="020B0609020204030204" pitchFamily="49" charset="0"/>
              </a:rPr>
              <a:t>}</a:t>
            </a:r>
          </a:p>
          <a:p>
            <a:pPr algn="l" rtl="0"/>
            <a:endParaRPr lang="en-US" sz="2400"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7BD5F6-1E3C-569F-2565-315D20883003}"/>
              </a:ext>
            </a:extLst>
          </p:cNvPr>
          <p:cNvSpPr txBox="1"/>
          <p:nvPr/>
        </p:nvSpPr>
        <p:spPr>
          <a:xfrm>
            <a:off x="4685053" y="3620394"/>
            <a:ext cx="17555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>
                <a:latin typeface="Consolas" panose="020B0609020204030204" pitchFamily="49" charset="0"/>
              </a:rPr>
              <a:t>// bug!</a:t>
            </a:r>
            <a:endParaRPr lang="LID4096" sz="2400"/>
          </a:p>
        </p:txBody>
      </p:sp>
    </p:spTree>
    <p:extLst>
      <p:ext uri="{BB962C8B-B14F-4D97-AF65-F5344CB8AC3E}">
        <p14:creationId xmlns:p14="http://schemas.microsoft.com/office/powerpoint/2010/main" val="3948060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3EFFD0-70E9-D7AF-2E3D-C4C667FFC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084750B-4559-845A-9EC3-A7997CA43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>
                <a:effectLst/>
              </a:rPr>
              <a:t>בנאי-העברה</a:t>
            </a:r>
            <a:endParaRPr lang="en-US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2D646124-094B-9919-0F5E-19735E26ECE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063" y="1449388"/>
            <a:ext cx="7831137" cy="4949825"/>
          </a:xfrm>
        </p:spPr>
        <p:txBody>
          <a:bodyPr>
            <a:normAutofit/>
          </a:bodyPr>
          <a:lstStyle/>
          <a:p>
            <a:pPr fontAlgn="base"/>
            <a:r>
              <a:rPr lang="he-IL" sz="2400">
                <a:latin typeface="Consolas" panose="020B0609020204030204" pitchFamily="49" charset="0"/>
              </a:rPr>
              <a:t>קריאה לבנאי ההעברה:</a:t>
            </a:r>
          </a:p>
          <a:p>
            <a:pPr algn="r" fontAlgn="base"/>
            <a:endParaRPr lang="he-IL" sz="2400">
              <a:latin typeface="Consolas" panose="020B0609020204030204" pitchFamily="49" charset="0"/>
            </a:endParaRPr>
          </a:p>
          <a:p>
            <a:pPr algn="r" fontAlgn="base"/>
            <a:endParaRPr lang="en-US" sz="2400">
              <a:latin typeface="Consolas" panose="020B0609020204030204" pitchFamily="49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755317F-D932-511E-F6A3-EF67662E9F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2816560"/>
              </p:ext>
            </p:extLst>
          </p:nvPr>
        </p:nvGraphicFramePr>
        <p:xfrm>
          <a:off x="2018042" y="2348988"/>
          <a:ext cx="2147990" cy="149199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3995">
                  <a:extLst>
                    <a:ext uri="{9D8B030D-6E8A-4147-A177-3AD203B41FA5}">
                      <a16:colId xmlns:a16="http://schemas.microsoft.com/office/drawing/2014/main" val="1157606339"/>
                    </a:ext>
                  </a:extLst>
                </a:gridCol>
                <a:gridCol w="1073995">
                  <a:extLst>
                    <a:ext uri="{9D8B030D-6E8A-4147-A177-3AD203B41FA5}">
                      <a16:colId xmlns:a16="http://schemas.microsoft.com/office/drawing/2014/main" val="4245667752"/>
                    </a:ext>
                  </a:extLst>
                </a:gridCol>
              </a:tblGrid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/>
                        <a:t>width</a:t>
                      </a:r>
                      <a:endParaRPr lang="LID4096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8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1080</a:t>
                      </a:r>
                      <a:endParaRPr lang="LID4096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6826495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/>
                        <a:t>height</a:t>
                      </a:r>
                      <a:endParaRPr lang="LID4096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8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1920</a:t>
                      </a:r>
                      <a:endParaRPr lang="LID4096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5655523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/>
                        <a:t>bytes</a:t>
                      </a:r>
                      <a:endParaRPr lang="LID4096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LID4096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3118717"/>
                  </a:ext>
                </a:extLst>
              </a:tr>
            </a:tbl>
          </a:graphicData>
        </a:graphic>
      </p:graphicFrame>
      <p:pic>
        <p:nvPicPr>
          <p:cNvPr id="1028" name="Picture 4" descr="10+ Ugly School Photos Stock Photos, Pictures &amp; Royalty-Free Images - iStock">
            <a:extLst>
              <a:ext uri="{FF2B5EF4-FFF2-40B4-BE49-F238E27FC236}">
                <a16:creationId xmlns:a16="http://schemas.microsoft.com/office/drawing/2014/main" id="{9178ACF8-62A2-6BFA-4F49-8FAA845EAF0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26" r="4802" b="9628"/>
          <a:stretch>
            <a:fillRect/>
          </a:stretch>
        </p:blipFill>
        <p:spPr bwMode="auto">
          <a:xfrm>
            <a:off x="5202007" y="2916980"/>
            <a:ext cx="1980022" cy="3122049"/>
          </a:xfrm>
          <a:prstGeom prst="rect">
            <a:avLst/>
          </a:prstGeom>
          <a:noFill/>
          <a:ln w="127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503443B-C288-97B3-F710-B5F937DCD2CB}"/>
              </a:ext>
            </a:extLst>
          </p:cNvPr>
          <p:cNvCxnSpPr/>
          <p:nvPr/>
        </p:nvCxnSpPr>
        <p:spPr>
          <a:xfrm>
            <a:off x="3614813" y="3591395"/>
            <a:ext cx="1530017" cy="0"/>
          </a:xfrm>
          <a:prstGeom prst="straightConnector1">
            <a:avLst/>
          </a:prstGeom>
          <a:ln w="50800">
            <a:headEnd type="oval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C7B966CF-17C6-275F-89B6-93E2645A6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0019424"/>
              </p:ext>
            </p:extLst>
          </p:nvPr>
        </p:nvGraphicFramePr>
        <p:xfrm>
          <a:off x="2018042" y="2348988"/>
          <a:ext cx="2147990" cy="149199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3995">
                  <a:extLst>
                    <a:ext uri="{9D8B030D-6E8A-4147-A177-3AD203B41FA5}">
                      <a16:colId xmlns:a16="http://schemas.microsoft.com/office/drawing/2014/main" val="1157606339"/>
                    </a:ext>
                  </a:extLst>
                </a:gridCol>
                <a:gridCol w="1073995">
                  <a:extLst>
                    <a:ext uri="{9D8B030D-6E8A-4147-A177-3AD203B41FA5}">
                      <a16:colId xmlns:a16="http://schemas.microsoft.com/office/drawing/2014/main" val="4245667752"/>
                    </a:ext>
                  </a:extLst>
                </a:gridCol>
              </a:tblGrid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/>
                        <a:t>width</a:t>
                      </a:r>
                      <a:endParaRPr lang="LID4096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8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1080</a:t>
                      </a:r>
                      <a:endParaRPr lang="LID4096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6826495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/>
                        <a:t>height</a:t>
                      </a:r>
                      <a:endParaRPr lang="LID4096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8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1920</a:t>
                      </a:r>
                      <a:endParaRPr lang="LID4096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5655523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/>
                        <a:t>bytes</a:t>
                      </a:r>
                      <a:endParaRPr lang="LID4096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LID4096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3118717"/>
                  </a:ext>
                </a:extLst>
              </a:tr>
            </a:tbl>
          </a:graphicData>
        </a:graphic>
      </p:graphicFrame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7350713-5940-8CF8-E331-5469DB0E1A15}"/>
              </a:ext>
            </a:extLst>
          </p:cNvPr>
          <p:cNvCxnSpPr/>
          <p:nvPr/>
        </p:nvCxnSpPr>
        <p:spPr>
          <a:xfrm>
            <a:off x="3614813" y="3591395"/>
            <a:ext cx="1530017" cy="0"/>
          </a:xfrm>
          <a:prstGeom prst="straightConnector1">
            <a:avLst/>
          </a:prstGeom>
          <a:ln w="50800">
            <a:headEnd type="oval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2810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D5331-17B1-D76C-8078-84D3054BCD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2A2A9B2-E6AF-F700-5578-7F060964C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>
                <a:effectLst/>
              </a:rPr>
              <a:t>בנאי-העברה</a:t>
            </a:r>
            <a:endParaRPr lang="en-US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518F17C6-E715-1620-267D-8826CF4A347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063" y="1449388"/>
            <a:ext cx="7831137" cy="4949825"/>
          </a:xfrm>
        </p:spPr>
        <p:txBody>
          <a:bodyPr>
            <a:normAutofit/>
          </a:bodyPr>
          <a:lstStyle/>
          <a:p>
            <a:pPr fontAlgn="base"/>
            <a:r>
              <a:rPr lang="he-IL" sz="2400">
                <a:latin typeface="Consolas" panose="020B0609020204030204" pitchFamily="49" charset="0"/>
              </a:rPr>
              <a:t>אתחול משתנים:</a:t>
            </a:r>
          </a:p>
          <a:p>
            <a:pPr algn="r" fontAlgn="base"/>
            <a:endParaRPr lang="he-IL" sz="2400">
              <a:latin typeface="Consolas" panose="020B0609020204030204" pitchFamily="49" charset="0"/>
            </a:endParaRPr>
          </a:p>
          <a:p>
            <a:pPr algn="r" fontAlgn="base"/>
            <a:endParaRPr lang="en-US" sz="2400">
              <a:latin typeface="Consolas" panose="020B0609020204030204" pitchFamily="49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ABD3947-58B9-9206-8AED-AF5DBE7452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4196420"/>
              </p:ext>
            </p:extLst>
          </p:nvPr>
        </p:nvGraphicFramePr>
        <p:xfrm>
          <a:off x="2018042" y="4215018"/>
          <a:ext cx="2147990" cy="149199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3995">
                  <a:extLst>
                    <a:ext uri="{9D8B030D-6E8A-4147-A177-3AD203B41FA5}">
                      <a16:colId xmlns:a16="http://schemas.microsoft.com/office/drawing/2014/main" val="1157606339"/>
                    </a:ext>
                  </a:extLst>
                </a:gridCol>
                <a:gridCol w="1073995">
                  <a:extLst>
                    <a:ext uri="{9D8B030D-6E8A-4147-A177-3AD203B41FA5}">
                      <a16:colId xmlns:a16="http://schemas.microsoft.com/office/drawing/2014/main" val="4245667752"/>
                    </a:ext>
                  </a:extLst>
                </a:gridCol>
              </a:tblGrid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/>
                        <a:t>width</a:t>
                      </a:r>
                      <a:endParaRPr lang="LID4096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8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1080</a:t>
                      </a:r>
                      <a:endParaRPr lang="LID4096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6826495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/>
                        <a:t>height</a:t>
                      </a:r>
                      <a:endParaRPr lang="LID4096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8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1920</a:t>
                      </a:r>
                      <a:endParaRPr lang="LID4096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5655523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/>
                        <a:t>bytes</a:t>
                      </a:r>
                      <a:endParaRPr lang="LID4096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LID4096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3118717"/>
                  </a:ext>
                </a:extLst>
              </a:tr>
            </a:tbl>
          </a:graphicData>
        </a:graphic>
      </p:graphicFrame>
      <p:pic>
        <p:nvPicPr>
          <p:cNvPr id="1028" name="Picture 4" descr="10+ Ugly School Photos Stock Photos, Pictures &amp; Royalty-Free Images - iStock">
            <a:extLst>
              <a:ext uri="{FF2B5EF4-FFF2-40B4-BE49-F238E27FC236}">
                <a16:creationId xmlns:a16="http://schemas.microsoft.com/office/drawing/2014/main" id="{D4E7629A-A7D1-29FD-3C62-3D4C06B9E4E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26" r="4802" b="9628"/>
          <a:stretch>
            <a:fillRect/>
          </a:stretch>
        </p:blipFill>
        <p:spPr bwMode="auto">
          <a:xfrm>
            <a:off x="5202007" y="2916980"/>
            <a:ext cx="1980022" cy="3122049"/>
          </a:xfrm>
          <a:prstGeom prst="rect">
            <a:avLst/>
          </a:prstGeom>
          <a:noFill/>
          <a:ln w="127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951EC62-F887-12AA-4E7F-A88AF4033FAC}"/>
              </a:ext>
            </a:extLst>
          </p:cNvPr>
          <p:cNvCxnSpPr/>
          <p:nvPr/>
        </p:nvCxnSpPr>
        <p:spPr>
          <a:xfrm>
            <a:off x="3614813" y="5457425"/>
            <a:ext cx="1530017" cy="0"/>
          </a:xfrm>
          <a:prstGeom prst="straightConnector1">
            <a:avLst/>
          </a:prstGeom>
          <a:ln w="50800">
            <a:headEnd type="oval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98E6A01C-CC0F-A799-5995-62CEF3F305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7517437"/>
              </p:ext>
            </p:extLst>
          </p:nvPr>
        </p:nvGraphicFramePr>
        <p:xfrm>
          <a:off x="2018042" y="2348988"/>
          <a:ext cx="2147990" cy="149199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3995">
                  <a:extLst>
                    <a:ext uri="{9D8B030D-6E8A-4147-A177-3AD203B41FA5}">
                      <a16:colId xmlns:a16="http://schemas.microsoft.com/office/drawing/2014/main" val="1157606339"/>
                    </a:ext>
                  </a:extLst>
                </a:gridCol>
                <a:gridCol w="1073995">
                  <a:extLst>
                    <a:ext uri="{9D8B030D-6E8A-4147-A177-3AD203B41FA5}">
                      <a16:colId xmlns:a16="http://schemas.microsoft.com/office/drawing/2014/main" val="4245667752"/>
                    </a:ext>
                  </a:extLst>
                </a:gridCol>
              </a:tblGrid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/>
                        <a:t>width</a:t>
                      </a:r>
                      <a:endParaRPr lang="LID4096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8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1080</a:t>
                      </a:r>
                      <a:endParaRPr lang="LID4096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6826495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/>
                        <a:t>height</a:t>
                      </a:r>
                      <a:endParaRPr lang="LID4096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8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1920</a:t>
                      </a:r>
                      <a:endParaRPr lang="LID4096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5655523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/>
                        <a:t>bytes</a:t>
                      </a:r>
                      <a:endParaRPr lang="LID4096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LID4096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3118717"/>
                  </a:ext>
                </a:extLst>
              </a:tr>
            </a:tbl>
          </a:graphicData>
        </a:graphic>
      </p:graphicFrame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238C155-E51E-6118-2EF2-AC4A4DFF938F}"/>
              </a:ext>
            </a:extLst>
          </p:cNvPr>
          <p:cNvCxnSpPr/>
          <p:nvPr/>
        </p:nvCxnSpPr>
        <p:spPr>
          <a:xfrm>
            <a:off x="3614813" y="3591395"/>
            <a:ext cx="1530017" cy="0"/>
          </a:xfrm>
          <a:prstGeom prst="straightConnector1">
            <a:avLst/>
          </a:prstGeom>
          <a:ln w="50800">
            <a:headEnd type="oval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07281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B9638C-FE45-F822-2ABE-26CF99B14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4F0EE03-AACC-B1EE-E3B1-4D368B971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>
                <a:effectLst/>
              </a:rPr>
              <a:t>בנאי-העברה</a:t>
            </a:r>
            <a:endParaRPr lang="en-US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B9A675F2-0529-F726-C6F1-02805876978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063" y="1449388"/>
            <a:ext cx="7831137" cy="4949825"/>
          </a:xfrm>
        </p:spPr>
        <p:txBody>
          <a:bodyPr>
            <a:normAutofit/>
          </a:bodyPr>
          <a:lstStyle/>
          <a:p>
            <a:pPr fontAlgn="base"/>
            <a:r>
              <a:rPr lang="he-IL" sz="2400">
                <a:latin typeface="Consolas" panose="020B0609020204030204" pitchFamily="49" charset="0"/>
              </a:rPr>
              <a:t>איפוס ה </a:t>
            </a:r>
            <a:r>
              <a:rPr lang="en-US" sz="2400">
                <a:latin typeface="Consolas" panose="020B0609020204030204" pitchFamily="49" charset="0"/>
              </a:rPr>
              <a:t>other</a:t>
            </a:r>
            <a:r>
              <a:rPr lang="he-IL" sz="2400">
                <a:latin typeface="Consolas" panose="020B0609020204030204" pitchFamily="49" charset="0"/>
              </a:rPr>
              <a:t>:</a:t>
            </a:r>
          </a:p>
          <a:p>
            <a:pPr algn="r" fontAlgn="base"/>
            <a:endParaRPr lang="he-IL" sz="2400">
              <a:latin typeface="Consolas" panose="020B0609020204030204" pitchFamily="49" charset="0"/>
            </a:endParaRPr>
          </a:p>
          <a:p>
            <a:pPr algn="r" fontAlgn="base"/>
            <a:endParaRPr lang="en-US" sz="2400">
              <a:latin typeface="Consolas" panose="020B0609020204030204" pitchFamily="49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9F1929A-6DC3-7BB8-600F-B58FBB2776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5215905"/>
              </p:ext>
            </p:extLst>
          </p:nvPr>
        </p:nvGraphicFramePr>
        <p:xfrm>
          <a:off x="2018042" y="4215018"/>
          <a:ext cx="2147990" cy="149199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3995">
                  <a:extLst>
                    <a:ext uri="{9D8B030D-6E8A-4147-A177-3AD203B41FA5}">
                      <a16:colId xmlns:a16="http://schemas.microsoft.com/office/drawing/2014/main" val="1157606339"/>
                    </a:ext>
                  </a:extLst>
                </a:gridCol>
                <a:gridCol w="1073995">
                  <a:extLst>
                    <a:ext uri="{9D8B030D-6E8A-4147-A177-3AD203B41FA5}">
                      <a16:colId xmlns:a16="http://schemas.microsoft.com/office/drawing/2014/main" val="4245667752"/>
                    </a:ext>
                  </a:extLst>
                </a:gridCol>
              </a:tblGrid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/>
                        <a:t>width</a:t>
                      </a:r>
                      <a:endParaRPr lang="LID4096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8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1080</a:t>
                      </a:r>
                      <a:endParaRPr lang="LID4096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6826495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/>
                        <a:t>height</a:t>
                      </a:r>
                      <a:endParaRPr lang="LID4096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8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1920</a:t>
                      </a:r>
                      <a:endParaRPr lang="LID4096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5655523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/>
                        <a:t>bytes</a:t>
                      </a:r>
                      <a:endParaRPr lang="LID4096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LID4096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3118717"/>
                  </a:ext>
                </a:extLst>
              </a:tr>
            </a:tbl>
          </a:graphicData>
        </a:graphic>
      </p:graphicFrame>
      <p:pic>
        <p:nvPicPr>
          <p:cNvPr id="1028" name="Picture 4" descr="10+ Ugly School Photos Stock Photos, Pictures &amp; Royalty-Free Images - iStock">
            <a:extLst>
              <a:ext uri="{FF2B5EF4-FFF2-40B4-BE49-F238E27FC236}">
                <a16:creationId xmlns:a16="http://schemas.microsoft.com/office/drawing/2014/main" id="{0740E9CC-69A6-0ECE-0EC3-893D04DD276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26" r="4802" b="9628"/>
          <a:stretch>
            <a:fillRect/>
          </a:stretch>
        </p:blipFill>
        <p:spPr bwMode="auto">
          <a:xfrm>
            <a:off x="5202007" y="2916980"/>
            <a:ext cx="1980022" cy="3122049"/>
          </a:xfrm>
          <a:prstGeom prst="rect">
            <a:avLst/>
          </a:prstGeom>
          <a:noFill/>
          <a:ln w="127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D2CDADD-66FB-504F-9E44-8424598EF154}"/>
              </a:ext>
            </a:extLst>
          </p:cNvPr>
          <p:cNvCxnSpPr/>
          <p:nvPr/>
        </p:nvCxnSpPr>
        <p:spPr>
          <a:xfrm>
            <a:off x="3614813" y="5457425"/>
            <a:ext cx="1530017" cy="0"/>
          </a:xfrm>
          <a:prstGeom prst="straightConnector1">
            <a:avLst/>
          </a:prstGeom>
          <a:ln w="50800">
            <a:headEnd type="oval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2E829996-62F8-61CF-3590-F0EB4473A9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875727"/>
              </p:ext>
            </p:extLst>
          </p:nvPr>
        </p:nvGraphicFramePr>
        <p:xfrm>
          <a:off x="2018042" y="2348988"/>
          <a:ext cx="2147990" cy="149199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3995">
                  <a:extLst>
                    <a:ext uri="{9D8B030D-6E8A-4147-A177-3AD203B41FA5}">
                      <a16:colId xmlns:a16="http://schemas.microsoft.com/office/drawing/2014/main" val="1157606339"/>
                    </a:ext>
                  </a:extLst>
                </a:gridCol>
                <a:gridCol w="1073995">
                  <a:extLst>
                    <a:ext uri="{9D8B030D-6E8A-4147-A177-3AD203B41FA5}">
                      <a16:colId xmlns:a16="http://schemas.microsoft.com/office/drawing/2014/main" val="4245667752"/>
                    </a:ext>
                  </a:extLst>
                </a:gridCol>
              </a:tblGrid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/>
                        <a:t>width</a:t>
                      </a:r>
                      <a:endParaRPr lang="LID4096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8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1080</a:t>
                      </a:r>
                      <a:endParaRPr lang="LID4096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6826495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/>
                        <a:t>height</a:t>
                      </a:r>
                      <a:endParaRPr lang="LID4096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8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1920</a:t>
                      </a:r>
                      <a:endParaRPr lang="LID4096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5655523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/>
                        <a:t>bytes</a:t>
                      </a:r>
                      <a:endParaRPr lang="LID4096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err="1"/>
                        <a:t>nullptr</a:t>
                      </a:r>
                      <a:endParaRPr lang="LID4096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31187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3336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B05FB7-0A90-6A46-C4B8-E515E242E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F05E76F-3DEE-B521-F03F-9F2C39A69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>
                <a:effectLst/>
              </a:rPr>
              <a:t>בנאי-העברה</a:t>
            </a:r>
            <a:endParaRPr lang="en-US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05AF5B8F-DC97-477B-C3CF-2C427C24C90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063" y="1449388"/>
            <a:ext cx="7831137" cy="4949825"/>
          </a:xfrm>
        </p:spPr>
        <p:txBody>
          <a:bodyPr>
            <a:normAutofit/>
          </a:bodyPr>
          <a:lstStyle/>
          <a:p>
            <a:pPr fontAlgn="base"/>
            <a:r>
              <a:rPr lang="he-IL" sz="2400" err="1">
                <a:latin typeface="Consolas" panose="020B0609020204030204" pitchFamily="49" charset="0"/>
              </a:rPr>
              <a:t>דיסטרקטור</a:t>
            </a:r>
            <a:r>
              <a:rPr lang="he-IL" sz="2400">
                <a:latin typeface="Consolas" panose="020B0609020204030204" pitchFamily="49" charset="0"/>
              </a:rPr>
              <a:t> של </a:t>
            </a:r>
            <a:r>
              <a:rPr lang="en-US" sz="2400">
                <a:latin typeface="Consolas" panose="020B0609020204030204" pitchFamily="49" charset="0"/>
              </a:rPr>
              <a:t>other</a:t>
            </a:r>
            <a:r>
              <a:rPr lang="he-IL" sz="2400">
                <a:latin typeface="Consolas" panose="020B0609020204030204" pitchFamily="49" charset="0"/>
              </a:rPr>
              <a:t> (אח"כ):</a:t>
            </a:r>
          </a:p>
          <a:p>
            <a:pPr algn="r" fontAlgn="base"/>
            <a:endParaRPr lang="he-IL" sz="2400">
              <a:latin typeface="Consolas" panose="020B0609020204030204" pitchFamily="49" charset="0"/>
            </a:endParaRPr>
          </a:p>
          <a:p>
            <a:pPr algn="r" fontAlgn="base"/>
            <a:endParaRPr lang="en-US" sz="2400">
              <a:latin typeface="Consolas" panose="020B0609020204030204" pitchFamily="49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4D530B0-0AD6-7B68-96D0-FFB4980BE9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4888374"/>
              </p:ext>
            </p:extLst>
          </p:nvPr>
        </p:nvGraphicFramePr>
        <p:xfrm>
          <a:off x="2018042" y="4215018"/>
          <a:ext cx="2147990" cy="149199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3995">
                  <a:extLst>
                    <a:ext uri="{9D8B030D-6E8A-4147-A177-3AD203B41FA5}">
                      <a16:colId xmlns:a16="http://schemas.microsoft.com/office/drawing/2014/main" val="1157606339"/>
                    </a:ext>
                  </a:extLst>
                </a:gridCol>
                <a:gridCol w="1073995">
                  <a:extLst>
                    <a:ext uri="{9D8B030D-6E8A-4147-A177-3AD203B41FA5}">
                      <a16:colId xmlns:a16="http://schemas.microsoft.com/office/drawing/2014/main" val="4245667752"/>
                    </a:ext>
                  </a:extLst>
                </a:gridCol>
              </a:tblGrid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/>
                        <a:t>width</a:t>
                      </a:r>
                      <a:endParaRPr lang="LID4096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8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1080</a:t>
                      </a:r>
                      <a:endParaRPr lang="LID4096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6826495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/>
                        <a:t>height</a:t>
                      </a:r>
                      <a:endParaRPr lang="LID4096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8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1920</a:t>
                      </a:r>
                      <a:endParaRPr lang="LID4096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5655523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/>
                        <a:t>bytes</a:t>
                      </a:r>
                      <a:endParaRPr lang="LID4096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LID4096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3118717"/>
                  </a:ext>
                </a:extLst>
              </a:tr>
            </a:tbl>
          </a:graphicData>
        </a:graphic>
      </p:graphicFrame>
      <p:pic>
        <p:nvPicPr>
          <p:cNvPr id="1028" name="Picture 4" descr="10+ Ugly School Photos Stock Photos, Pictures &amp; Royalty-Free Images - iStock">
            <a:extLst>
              <a:ext uri="{FF2B5EF4-FFF2-40B4-BE49-F238E27FC236}">
                <a16:creationId xmlns:a16="http://schemas.microsoft.com/office/drawing/2014/main" id="{2657075F-03CC-7A9A-5A45-A397BCE70BC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26" r="4802" b="9628"/>
          <a:stretch>
            <a:fillRect/>
          </a:stretch>
        </p:blipFill>
        <p:spPr bwMode="auto">
          <a:xfrm>
            <a:off x="5202007" y="2916980"/>
            <a:ext cx="1980022" cy="3122049"/>
          </a:xfrm>
          <a:prstGeom prst="rect">
            <a:avLst/>
          </a:prstGeom>
          <a:noFill/>
          <a:ln w="127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B0A3E48-F13D-5CAC-F7DC-B9A682794EE1}"/>
              </a:ext>
            </a:extLst>
          </p:cNvPr>
          <p:cNvCxnSpPr/>
          <p:nvPr/>
        </p:nvCxnSpPr>
        <p:spPr>
          <a:xfrm>
            <a:off x="3614813" y="5457425"/>
            <a:ext cx="1530017" cy="0"/>
          </a:xfrm>
          <a:prstGeom prst="straightConnector1">
            <a:avLst/>
          </a:prstGeom>
          <a:ln w="50800">
            <a:headEnd type="oval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146169BC-40C9-3739-5AD5-B2DC643D8D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0072414"/>
              </p:ext>
            </p:extLst>
          </p:nvPr>
        </p:nvGraphicFramePr>
        <p:xfrm>
          <a:off x="2018042" y="2348988"/>
          <a:ext cx="2147990" cy="149199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3995">
                  <a:extLst>
                    <a:ext uri="{9D8B030D-6E8A-4147-A177-3AD203B41FA5}">
                      <a16:colId xmlns:a16="http://schemas.microsoft.com/office/drawing/2014/main" val="1157606339"/>
                    </a:ext>
                  </a:extLst>
                </a:gridCol>
                <a:gridCol w="1073995">
                  <a:extLst>
                    <a:ext uri="{9D8B030D-6E8A-4147-A177-3AD203B41FA5}">
                      <a16:colId xmlns:a16="http://schemas.microsoft.com/office/drawing/2014/main" val="4245667752"/>
                    </a:ext>
                  </a:extLst>
                </a:gridCol>
              </a:tblGrid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/>
                        <a:t>width</a:t>
                      </a:r>
                      <a:endParaRPr lang="LID4096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8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1080</a:t>
                      </a:r>
                      <a:endParaRPr lang="LID4096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6826495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/>
                        <a:t>height</a:t>
                      </a:r>
                      <a:endParaRPr lang="LID4096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8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1920</a:t>
                      </a:r>
                      <a:endParaRPr lang="LID4096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5655523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/>
                        <a:t>bytes</a:t>
                      </a:r>
                      <a:endParaRPr lang="LID4096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err="1"/>
                        <a:t>nullptr</a:t>
                      </a:r>
                      <a:endParaRPr lang="LID4096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3118717"/>
                  </a:ext>
                </a:extLst>
              </a:tr>
            </a:tbl>
          </a:graphicData>
        </a:graphic>
      </p:graphicFrame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05C1CEB-9F72-AAFE-DC7F-9497094B9A5F}"/>
              </a:ext>
            </a:extLst>
          </p:cNvPr>
          <p:cNvCxnSpPr>
            <a:cxnSpLocks/>
          </p:cNvCxnSpPr>
          <p:nvPr/>
        </p:nvCxnSpPr>
        <p:spPr>
          <a:xfrm>
            <a:off x="2513190" y="2137978"/>
            <a:ext cx="1710019" cy="1890021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17A64EA-18FB-AA5F-9A19-450AEC7AA7D8}"/>
              </a:ext>
            </a:extLst>
          </p:cNvPr>
          <p:cNvCxnSpPr>
            <a:cxnSpLocks/>
          </p:cNvCxnSpPr>
          <p:nvPr/>
        </p:nvCxnSpPr>
        <p:spPr>
          <a:xfrm flipH="1">
            <a:off x="2423189" y="2137978"/>
            <a:ext cx="1800020" cy="1890021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0705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995B3-425B-A22B-B826-EAFE26A79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DE6497F-E875-206B-CFF2-45288D4AF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>
                <a:effectLst/>
              </a:rPr>
              <a:t>בנאי-העברה</a:t>
            </a:r>
            <a:endParaRPr lang="en-US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0B08B6B9-1B45-95BE-6793-F016FE6DA45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063" y="1449388"/>
            <a:ext cx="7831137" cy="4949825"/>
          </a:xfrm>
        </p:spPr>
        <p:txBody>
          <a:bodyPr>
            <a:normAutofit/>
          </a:bodyPr>
          <a:lstStyle/>
          <a:p>
            <a:pPr fontAlgn="base"/>
            <a:r>
              <a:rPr lang="he-IL" sz="2400">
                <a:latin typeface="Consolas" panose="020B0609020204030204" pitchFamily="49" charset="0"/>
              </a:rPr>
              <a:t>בפועל (בדוגמה הזו) שני האובייקטים יהרסו בסוף הפונקציה:</a:t>
            </a:r>
          </a:p>
          <a:p>
            <a:pPr algn="r" fontAlgn="base"/>
            <a:endParaRPr lang="he-IL" sz="2400">
              <a:latin typeface="Consolas" panose="020B0609020204030204" pitchFamily="49" charset="0"/>
            </a:endParaRPr>
          </a:p>
          <a:p>
            <a:pPr algn="r" fontAlgn="base"/>
            <a:endParaRPr lang="en-US" sz="2400">
              <a:latin typeface="Consolas" panose="020B0609020204030204" pitchFamily="49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8A377E5-BBDD-480D-E54C-932F4D8A88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9690329"/>
              </p:ext>
            </p:extLst>
          </p:nvPr>
        </p:nvGraphicFramePr>
        <p:xfrm>
          <a:off x="2018042" y="4215018"/>
          <a:ext cx="2147990" cy="149199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3995">
                  <a:extLst>
                    <a:ext uri="{9D8B030D-6E8A-4147-A177-3AD203B41FA5}">
                      <a16:colId xmlns:a16="http://schemas.microsoft.com/office/drawing/2014/main" val="1157606339"/>
                    </a:ext>
                  </a:extLst>
                </a:gridCol>
                <a:gridCol w="1073995">
                  <a:extLst>
                    <a:ext uri="{9D8B030D-6E8A-4147-A177-3AD203B41FA5}">
                      <a16:colId xmlns:a16="http://schemas.microsoft.com/office/drawing/2014/main" val="4245667752"/>
                    </a:ext>
                  </a:extLst>
                </a:gridCol>
              </a:tblGrid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/>
                        <a:t>width</a:t>
                      </a:r>
                      <a:endParaRPr lang="LID4096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8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1080</a:t>
                      </a:r>
                      <a:endParaRPr lang="LID4096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6826495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/>
                        <a:t>height</a:t>
                      </a:r>
                      <a:endParaRPr lang="LID4096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8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1920</a:t>
                      </a:r>
                      <a:endParaRPr lang="LID4096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5655523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/>
                        <a:t>bytes</a:t>
                      </a:r>
                      <a:endParaRPr lang="LID4096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LID4096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3118717"/>
                  </a:ext>
                </a:extLst>
              </a:tr>
            </a:tbl>
          </a:graphicData>
        </a:graphic>
      </p:graphicFrame>
      <p:pic>
        <p:nvPicPr>
          <p:cNvPr id="1028" name="Picture 4" descr="10+ Ugly School Photos Stock Photos, Pictures &amp; Royalty-Free Images - iStock">
            <a:extLst>
              <a:ext uri="{FF2B5EF4-FFF2-40B4-BE49-F238E27FC236}">
                <a16:creationId xmlns:a16="http://schemas.microsoft.com/office/drawing/2014/main" id="{8902F3DE-A279-4410-C21B-FC647921D6B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26" r="4802" b="9628"/>
          <a:stretch>
            <a:fillRect/>
          </a:stretch>
        </p:blipFill>
        <p:spPr bwMode="auto">
          <a:xfrm>
            <a:off x="5202007" y="2916980"/>
            <a:ext cx="1980022" cy="3122049"/>
          </a:xfrm>
          <a:prstGeom prst="rect">
            <a:avLst/>
          </a:prstGeom>
          <a:noFill/>
          <a:ln w="127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83107EC-053B-AD7D-5195-D7EA85957769}"/>
              </a:ext>
            </a:extLst>
          </p:cNvPr>
          <p:cNvCxnSpPr/>
          <p:nvPr/>
        </p:nvCxnSpPr>
        <p:spPr>
          <a:xfrm>
            <a:off x="3614813" y="5457425"/>
            <a:ext cx="1530017" cy="0"/>
          </a:xfrm>
          <a:prstGeom prst="straightConnector1">
            <a:avLst/>
          </a:prstGeom>
          <a:ln w="50800">
            <a:headEnd type="oval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10D7CD05-AF5A-FFE7-6C8B-5737946D46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7549346"/>
              </p:ext>
            </p:extLst>
          </p:nvPr>
        </p:nvGraphicFramePr>
        <p:xfrm>
          <a:off x="2018042" y="2348988"/>
          <a:ext cx="2147990" cy="149199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3995">
                  <a:extLst>
                    <a:ext uri="{9D8B030D-6E8A-4147-A177-3AD203B41FA5}">
                      <a16:colId xmlns:a16="http://schemas.microsoft.com/office/drawing/2014/main" val="1157606339"/>
                    </a:ext>
                  </a:extLst>
                </a:gridCol>
                <a:gridCol w="1073995">
                  <a:extLst>
                    <a:ext uri="{9D8B030D-6E8A-4147-A177-3AD203B41FA5}">
                      <a16:colId xmlns:a16="http://schemas.microsoft.com/office/drawing/2014/main" val="4245667752"/>
                    </a:ext>
                  </a:extLst>
                </a:gridCol>
              </a:tblGrid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/>
                        <a:t>width</a:t>
                      </a:r>
                      <a:endParaRPr lang="LID4096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8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1080</a:t>
                      </a:r>
                      <a:endParaRPr lang="LID4096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6826495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/>
                        <a:t>height</a:t>
                      </a:r>
                      <a:endParaRPr lang="LID4096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L" sz="18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1920</a:t>
                      </a:r>
                      <a:endParaRPr lang="LID4096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5655523"/>
                  </a:ext>
                </a:extLst>
              </a:tr>
              <a:tr h="497331">
                <a:tc>
                  <a:txBody>
                    <a:bodyPr/>
                    <a:lstStyle/>
                    <a:p>
                      <a:pPr algn="r" rtl="0"/>
                      <a:r>
                        <a:rPr lang="en-US"/>
                        <a:t>bytes</a:t>
                      </a:r>
                      <a:endParaRPr lang="LID4096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err="1"/>
                        <a:t>nullptr</a:t>
                      </a:r>
                      <a:endParaRPr lang="LID4096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3118717"/>
                  </a:ext>
                </a:extLst>
              </a:tr>
            </a:tbl>
          </a:graphicData>
        </a:graphic>
      </p:graphicFrame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829050F-7875-EC20-6D7B-7D8E8812C3D7}"/>
              </a:ext>
            </a:extLst>
          </p:cNvPr>
          <p:cNvCxnSpPr>
            <a:cxnSpLocks/>
          </p:cNvCxnSpPr>
          <p:nvPr/>
        </p:nvCxnSpPr>
        <p:spPr>
          <a:xfrm>
            <a:off x="2513190" y="2137978"/>
            <a:ext cx="1710019" cy="1890021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966A8A8-8BEC-3B64-CF25-3056FD309C3C}"/>
              </a:ext>
            </a:extLst>
          </p:cNvPr>
          <p:cNvCxnSpPr>
            <a:cxnSpLocks/>
          </p:cNvCxnSpPr>
          <p:nvPr/>
        </p:nvCxnSpPr>
        <p:spPr>
          <a:xfrm flipH="1">
            <a:off x="2423189" y="2137978"/>
            <a:ext cx="1800020" cy="1890021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8A5E465-E732-2121-5FB8-27870D34660A}"/>
              </a:ext>
            </a:extLst>
          </p:cNvPr>
          <p:cNvCxnSpPr>
            <a:cxnSpLocks/>
          </p:cNvCxnSpPr>
          <p:nvPr/>
        </p:nvCxnSpPr>
        <p:spPr>
          <a:xfrm>
            <a:off x="2484602" y="4111394"/>
            <a:ext cx="1710019" cy="1890021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C75F36C-A31E-5F5C-FAB8-4300BD160673}"/>
              </a:ext>
            </a:extLst>
          </p:cNvPr>
          <p:cNvCxnSpPr>
            <a:cxnSpLocks/>
          </p:cNvCxnSpPr>
          <p:nvPr/>
        </p:nvCxnSpPr>
        <p:spPr>
          <a:xfrm flipH="1">
            <a:off x="2394601" y="4111394"/>
            <a:ext cx="1800020" cy="1890021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FE5A64A-F448-9806-6359-9C0B327801F3}"/>
              </a:ext>
            </a:extLst>
          </p:cNvPr>
          <p:cNvCxnSpPr>
            <a:cxnSpLocks/>
          </p:cNvCxnSpPr>
          <p:nvPr/>
        </p:nvCxnSpPr>
        <p:spPr>
          <a:xfrm>
            <a:off x="4986584" y="2618991"/>
            <a:ext cx="2350566" cy="3662875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D4C7A63-7CC7-A621-C94C-341D9C8B2728}"/>
              </a:ext>
            </a:extLst>
          </p:cNvPr>
          <p:cNvCxnSpPr>
            <a:cxnSpLocks/>
          </p:cNvCxnSpPr>
          <p:nvPr/>
        </p:nvCxnSpPr>
        <p:spPr>
          <a:xfrm flipH="1">
            <a:off x="4977970" y="2618991"/>
            <a:ext cx="2359180" cy="3662875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5275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B1EF36-D83B-C83A-0156-FC6C68C30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5A77C74-E4D9-49AF-4FE0-A0C1BBC21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he-IL"/>
              <a:t>אופרטור העברה</a:t>
            </a:r>
            <a:endParaRPr lang="en-US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66CC3139-8991-D59D-213A-582E3D46D55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063" y="1358977"/>
            <a:ext cx="7831137" cy="5220057"/>
          </a:xfrm>
        </p:spPr>
        <p:txBody>
          <a:bodyPr>
            <a:normAutofit fontScale="92500" lnSpcReduction="2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e-IL" sz="2400">
                <a:latin typeface="Consolas" panose="020B0609020204030204" pitchFamily="49" charset="0"/>
              </a:rPr>
              <a:t>העמסה על אופרטור השמה למקרה של </a:t>
            </a:r>
            <a:r>
              <a:rPr lang="en-US" sz="2400" err="1">
                <a:latin typeface="Consolas" panose="020B0609020204030204" pitchFamily="49" charset="0"/>
              </a:rPr>
              <a:t>rvalue</a:t>
            </a:r>
            <a:endParaRPr lang="he-IL" sz="2400">
              <a:latin typeface="Consolas" panose="020B06090202040302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e-IL" sz="2400">
                <a:latin typeface="Consolas" panose="020B0609020204030204" pitchFamily="49" charset="0"/>
              </a:rPr>
              <a:t>כמו בנאי-העברה אבל ל </a:t>
            </a:r>
            <a:r>
              <a:rPr lang="en-US" sz="2400">
                <a:latin typeface="Consolas" panose="020B0609020204030204" pitchFamily="49" charset="0"/>
              </a:rPr>
              <a:t>assignment</a:t>
            </a:r>
            <a:endParaRPr lang="he-IL" sz="2400">
              <a:latin typeface="Consolas" panose="020B06090202040302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e-IL" sz="2400">
                <a:latin typeface="Consolas" panose="020B0609020204030204" pitchFamily="49" charset="0"/>
              </a:rPr>
              <a:t>צריך לשחרר משאבים מקומיים קודם (כמו ב </a:t>
            </a:r>
            <a:r>
              <a:rPr lang="en-US" sz="2400">
                <a:latin typeface="Consolas" panose="020B0609020204030204" pitchFamily="49" charset="0"/>
              </a:rPr>
              <a:t>copy assignment</a:t>
            </a:r>
            <a:r>
              <a:rPr lang="he-IL" sz="2400">
                <a:latin typeface="Consolas" panose="020B0609020204030204" pitchFamily="49" charset="0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e-IL" sz="2400">
                <a:latin typeface="Consolas" panose="020B0609020204030204" pitchFamily="49" charset="0"/>
              </a:rPr>
              <a:t>המטרה:</a:t>
            </a:r>
            <a:r>
              <a:rPr lang="en-US" sz="2400">
                <a:latin typeface="Consolas" panose="020B0609020204030204" pitchFamily="49" charset="0"/>
              </a:rPr>
              <a:t> </a:t>
            </a:r>
            <a:r>
              <a:rPr lang="he-IL" sz="2400">
                <a:latin typeface="Consolas" panose="020B0609020204030204" pitchFamily="49" charset="0"/>
              </a:rPr>
              <a:t>"לגנוב" את המשאבים במקום להעתיק</a:t>
            </a:r>
          </a:p>
          <a:p>
            <a:endParaRPr lang="he-IL" sz="2000">
              <a:latin typeface="Consolas" panose="020B0609020204030204" pitchFamily="49" charset="0"/>
            </a:endParaRPr>
          </a:p>
          <a:p>
            <a:pPr algn="l" rtl="0"/>
            <a:r>
              <a:rPr lang="en-US" sz="2000">
                <a:latin typeface="Consolas" panose="020B0609020204030204" pitchFamily="49" charset="0"/>
              </a:rPr>
              <a:t>Image&amp; Image::operator=(Image &amp;&amp;other)</a:t>
            </a:r>
          </a:p>
          <a:p>
            <a:pPr algn="l" rtl="0"/>
            <a:r>
              <a:rPr lang="en-US" sz="2000">
                <a:latin typeface="Consolas" panose="020B0609020204030204" pitchFamily="49" charset="0"/>
              </a:rPr>
              <a:t>{</a:t>
            </a:r>
          </a:p>
          <a:p>
            <a:pPr algn="l" rtl="0"/>
            <a:r>
              <a:rPr lang="en-US" sz="2000">
                <a:latin typeface="Consolas" panose="020B0609020204030204" pitchFamily="49" charset="0"/>
              </a:rPr>
              <a:t>    delete[] _bytes;</a:t>
            </a:r>
          </a:p>
          <a:p>
            <a:pPr algn="l" rtl="0"/>
            <a:r>
              <a:rPr lang="en-US" sz="2000">
                <a:latin typeface="Consolas" panose="020B0609020204030204" pitchFamily="49" charset="0"/>
              </a:rPr>
              <a:t>    _width = </a:t>
            </a:r>
            <a:r>
              <a:rPr lang="en-US" sz="2000" err="1">
                <a:latin typeface="Consolas" panose="020B0609020204030204" pitchFamily="49" charset="0"/>
              </a:rPr>
              <a:t>other._width</a:t>
            </a:r>
            <a:r>
              <a:rPr lang="en-US" sz="2000">
                <a:latin typeface="Consolas" panose="020B0609020204030204" pitchFamily="49" charset="0"/>
              </a:rPr>
              <a:t>;</a:t>
            </a:r>
          </a:p>
          <a:p>
            <a:pPr algn="l" rtl="0"/>
            <a:r>
              <a:rPr lang="en-US" sz="2000">
                <a:latin typeface="Consolas" panose="020B0609020204030204" pitchFamily="49" charset="0"/>
              </a:rPr>
              <a:t>    _height = </a:t>
            </a:r>
            <a:r>
              <a:rPr lang="en-US" sz="2000" err="1">
                <a:latin typeface="Consolas" panose="020B0609020204030204" pitchFamily="49" charset="0"/>
              </a:rPr>
              <a:t>other._height</a:t>
            </a:r>
            <a:r>
              <a:rPr lang="en-US" sz="2000">
                <a:latin typeface="Consolas" panose="020B0609020204030204" pitchFamily="49" charset="0"/>
              </a:rPr>
              <a:t>;</a:t>
            </a:r>
          </a:p>
          <a:p>
            <a:pPr algn="l" rtl="0"/>
            <a:r>
              <a:rPr lang="en-US" sz="2000">
                <a:latin typeface="Consolas" panose="020B0609020204030204" pitchFamily="49" charset="0"/>
              </a:rPr>
              <a:t>    _bytes = </a:t>
            </a:r>
            <a:r>
              <a:rPr lang="en-US" sz="2000" err="1">
                <a:latin typeface="Consolas" panose="020B0609020204030204" pitchFamily="49" charset="0"/>
              </a:rPr>
              <a:t>other._bytes</a:t>
            </a:r>
            <a:r>
              <a:rPr lang="en-US" sz="2000">
                <a:latin typeface="Consolas" panose="020B0609020204030204" pitchFamily="49" charset="0"/>
              </a:rPr>
              <a:t>;</a:t>
            </a:r>
          </a:p>
          <a:p>
            <a:pPr algn="l" rtl="0"/>
            <a:r>
              <a:rPr lang="en-US" sz="2000">
                <a:latin typeface="Consolas" panose="020B0609020204030204" pitchFamily="49" charset="0"/>
              </a:rPr>
              <a:t>    </a:t>
            </a:r>
            <a:r>
              <a:rPr lang="en-US" sz="2000" err="1">
                <a:latin typeface="Consolas" panose="020B0609020204030204" pitchFamily="49" charset="0"/>
              </a:rPr>
              <a:t>other._width</a:t>
            </a:r>
            <a:r>
              <a:rPr lang="en-US" sz="2000">
                <a:latin typeface="Consolas" panose="020B0609020204030204" pitchFamily="49" charset="0"/>
              </a:rPr>
              <a:t> = </a:t>
            </a:r>
            <a:r>
              <a:rPr lang="en-US" sz="2000" err="1">
                <a:latin typeface="Consolas" panose="020B0609020204030204" pitchFamily="49" charset="0"/>
              </a:rPr>
              <a:t>other._height</a:t>
            </a:r>
            <a:r>
              <a:rPr lang="en-US" sz="2000">
                <a:latin typeface="Consolas" panose="020B0609020204030204" pitchFamily="49" charset="0"/>
              </a:rPr>
              <a:t> = 0;</a:t>
            </a:r>
          </a:p>
          <a:p>
            <a:pPr algn="l" rtl="0"/>
            <a:r>
              <a:rPr lang="en-US" sz="2000">
                <a:latin typeface="Consolas" panose="020B0609020204030204" pitchFamily="49" charset="0"/>
              </a:rPr>
              <a:t>    </a:t>
            </a:r>
            <a:r>
              <a:rPr lang="en-US" sz="2000" err="1">
                <a:latin typeface="Consolas" panose="020B0609020204030204" pitchFamily="49" charset="0"/>
              </a:rPr>
              <a:t>other._bytes</a:t>
            </a:r>
            <a:r>
              <a:rPr lang="en-US" sz="2000">
                <a:latin typeface="Consolas" panose="020B0609020204030204" pitchFamily="49" charset="0"/>
              </a:rPr>
              <a:t> = </a:t>
            </a:r>
            <a:r>
              <a:rPr lang="en-US" sz="2000" err="1">
                <a:latin typeface="Consolas" panose="020B0609020204030204" pitchFamily="49" charset="0"/>
              </a:rPr>
              <a:t>nullptr</a:t>
            </a:r>
            <a:r>
              <a:rPr lang="en-US" sz="2000">
                <a:latin typeface="Consolas" panose="020B0609020204030204" pitchFamily="49" charset="0"/>
              </a:rPr>
              <a:t>;</a:t>
            </a:r>
          </a:p>
          <a:p>
            <a:pPr algn="l" rtl="0"/>
            <a:r>
              <a:rPr lang="en-US" sz="2000">
                <a:latin typeface="Consolas" panose="020B0609020204030204" pitchFamily="49" charset="0"/>
              </a:rPr>
              <a:t>    return *this;</a:t>
            </a:r>
          </a:p>
          <a:p>
            <a:pPr algn="l" rtl="0"/>
            <a:r>
              <a:rPr lang="en-US" sz="200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9935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A7846-82BB-1458-922B-74EDF7D48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D46CC73-2551-B04F-7FF7-BB207EACF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he-IL"/>
              <a:t>אופרטור העברה</a:t>
            </a:r>
            <a:endParaRPr lang="en-US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59DB293A-5C97-165F-DCEB-9ABBBE78C4F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063" y="1358977"/>
            <a:ext cx="7831137" cy="5220057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e-IL" sz="2400" dirty="0">
                <a:latin typeface="Consolas" panose="020B0609020204030204" pitchFamily="49" charset="0"/>
              </a:rPr>
              <a:t>יותר קל ואלגנטי: עם </a:t>
            </a:r>
            <a:r>
              <a:rPr lang="en-US" sz="2400" dirty="0">
                <a:latin typeface="Consolas" panose="020B0609020204030204" pitchFamily="49" charset="0"/>
              </a:rPr>
              <a:t>swap</a:t>
            </a:r>
            <a:r>
              <a:rPr lang="he-IL" sz="2400" dirty="0">
                <a:latin typeface="Consolas" panose="020B0609020204030204" pitchFamily="49" charset="0"/>
              </a:rPr>
              <a:t> (מהפרק הקודם)</a:t>
            </a:r>
          </a:p>
          <a:p>
            <a:endParaRPr lang="he-IL" sz="2000" dirty="0">
              <a:latin typeface="Consolas" panose="020B0609020204030204" pitchFamily="49" charset="0"/>
            </a:endParaRPr>
          </a:p>
          <a:p>
            <a:pPr algn="l" rtl="0"/>
            <a:r>
              <a:rPr lang="en-US" sz="2000" dirty="0">
                <a:latin typeface="Consolas" panose="020B0609020204030204" pitchFamily="49" charset="0"/>
              </a:rPr>
              <a:t>Image&amp; Image::Image(Image &amp;&amp;other)</a:t>
            </a:r>
          </a:p>
          <a:p>
            <a:pPr algn="l" rtl="0"/>
            <a:r>
              <a:rPr lang="en-US" sz="2000" dirty="0">
                <a:latin typeface="Consolas" panose="020B0609020204030204" pitchFamily="49" charset="0"/>
              </a:rPr>
              <a:t>{</a:t>
            </a:r>
          </a:p>
          <a:p>
            <a:pPr algn="l" rtl="0"/>
            <a:r>
              <a:rPr lang="en-US" sz="2000" dirty="0">
                <a:latin typeface="Consolas" panose="020B0609020204030204" pitchFamily="49" charset="0"/>
              </a:rPr>
              <a:t>    swap(Image(std::move(other)));</a:t>
            </a:r>
          </a:p>
          <a:p>
            <a:pPr algn="l" rtl="0"/>
            <a:r>
              <a:rPr lang="en-US" sz="2000" dirty="0">
                <a:latin typeface="Consolas" panose="020B0609020204030204" pitchFamily="49" charset="0"/>
              </a:rPr>
              <a:t>    return *this;</a:t>
            </a:r>
          </a:p>
          <a:p>
            <a:pPr algn="l" rtl="0"/>
            <a:r>
              <a:rPr lang="en-US" sz="2000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92210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054A40-83F8-EDC0-CDA8-FC1781A95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6E7E845-6340-4418-5C40-67A948653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he-IL">
                <a:effectLst/>
              </a:rPr>
              <a:t>חוק החמישה</a:t>
            </a:r>
            <a:endParaRPr lang="en-US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52925EBE-698B-007C-70A8-9289313065F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394" y="1628980"/>
            <a:ext cx="7831137" cy="4770054"/>
          </a:xfrm>
        </p:spPr>
        <p:txBody>
          <a:bodyPr>
            <a:normAutofit/>
          </a:bodyPr>
          <a:lstStyle/>
          <a:p>
            <a:r>
              <a:rPr lang="he-IL" sz="2400"/>
              <a:t>חוק השלושה </a:t>
            </a:r>
            <a:r>
              <a:rPr lang="he-IL" sz="2400" u="sng"/>
              <a:t>מורחב</a:t>
            </a:r>
            <a:r>
              <a:rPr lang="he-IL" sz="2400"/>
              <a:t>...</a:t>
            </a:r>
            <a:endParaRPr lang="he-IL" sz="2400" u="sng"/>
          </a:p>
          <a:p>
            <a:pPr fontAlgn="base">
              <a:spcBef>
                <a:spcPts val="1800"/>
              </a:spcBef>
            </a:pPr>
            <a:r>
              <a:rPr lang="he-IL" sz="2400" spc="-70">
                <a:latin typeface="Consolas" panose="020B0609020204030204" pitchFamily="49" charset="0"/>
              </a:rPr>
              <a:t>אם צריך לממש את אחד מהבאים:</a:t>
            </a:r>
          </a:p>
          <a:p>
            <a:pPr marL="342900" indent="-342900" fontAlgn="base">
              <a:buFontTx/>
              <a:buChar char="-"/>
            </a:pPr>
            <a:r>
              <a:rPr lang="he-IL" sz="2400" spc="-70" err="1">
                <a:latin typeface="Consolas" panose="020B0609020204030204" pitchFamily="49" charset="0"/>
              </a:rPr>
              <a:t>דיסטרקטור</a:t>
            </a:r>
            <a:endParaRPr lang="he-IL" sz="2400" spc="-70">
              <a:latin typeface="Consolas" panose="020B0609020204030204" pitchFamily="49" charset="0"/>
            </a:endParaRPr>
          </a:p>
          <a:p>
            <a:pPr marL="342900" indent="-342900" fontAlgn="base">
              <a:buFontTx/>
              <a:buChar char="-"/>
            </a:pPr>
            <a:r>
              <a:rPr lang="he-IL" sz="2400" spc="-70">
                <a:latin typeface="Consolas" panose="020B0609020204030204" pitchFamily="49" charset="0"/>
              </a:rPr>
              <a:t>בנאי העתקה</a:t>
            </a:r>
          </a:p>
          <a:p>
            <a:pPr marL="342900" indent="-342900" fontAlgn="base">
              <a:buFontTx/>
              <a:buChar char="-"/>
            </a:pPr>
            <a:r>
              <a:rPr lang="he-IL" sz="2400" spc="-70">
                <a:latin typeface="Consolas" panose="020B0609020204030204" pitchFamily="49" charset="0"/>
              </a:rPr>
              <a:t>אופרטור השמה</a:t>
            </a:r>
          </a:p>
          <a:p>
            <a:pPr marL="342900" indent="-342900" fontAlgn="base">
              <a:buFontTx/>
              <a:buChar char="-"/>
            </a:pPr>
            <a:r>
              <a:rPr lang="he-IL" sz="2400" spc="-70">
                <a:latin typeface="Consolas" panose="020B0609020204030204" pitchFamily="49" charset="0"/>
              </a:rPr>
              <a:t>בנאי-העברה</a:t>
            </a:r>
          </a:p>
          <a:p>
            <a:pPr marL="342900" indent="-342900" fontAlgn="base">
              <a:buFontTx/>
              <a:buChar char="-"/>
            </a:pPr>
            <a:r>
              <a:rPr lang="he-IL" sz="2400" spc="-70">
                <a:latin typeface="Consolas" panose="020B0609020204030204" pitchFamily="49" charset="0"/>
              </a:rPr>
              <a:t>אופרטור העברה-השמה</a:t>
            </a:r>
          </a:p>
          <a:p>
            <a:pPr fontAlgn="base">
              <a:spcBef>
                <a:spcPts val="600"/>
              </a:spcBef>
            </a:pPr>
            <a:r>
              <a:rPr lang="he-IL" sz="2400" spc="-70">
                <a:latin typeface="Consolas" panose="020B0609020204030204" pitchFamily="49" charset="0"/>
              </a:rPr>
              <a:t>אז כנראה שצריך לממש את כולם...</a:t>
            </a:r>
          </a:p>
          <a:p>
            <a:pPr marL="342900" indent="-342900" fontAlgn="base">
              <a:lnSpc>
                <a:spcPct val="110000"/>
              </a:lnSpc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he-IL" sz="2400" spc="-70">
                <a:latin typeface="Consolas" panose="020B0609020204030204" pitchFamily="49" charset="0"/>
              </a:rPr>
              <a:t>חוק השלושה: חובה</a:t>
            </a:r>
          </a:p>
          <a:p>
            <a:pPr marL="342900" indent="-342900" fontAlgn="base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sz="2400" spc="-70">
                <a:latin typeface="Consolas" panose="020B0609020204030204" pitchFamily="49" charset="0"/>
              </a:rPr>
              <a:t>חוק החמישה: מימוש חוזה וביצועים</a:t>
            </a:r>
          </a:p>
        </p:txBody>
      </p:sp>
    </p:spTree>
    <p:extLst>
      <p:ext uri="{BB962C8B-B14F-4D97-AF65-F5344CB8AC3E}">
        <p14:creationId xmlns:p14="http://schemas.microsoft.com/office/powerpoint/2010/main" val="1785578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FCEE5E-2BC5-18FE-7F71-85A6767E7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1B7CD30-5F8C-7E6E-3D3C-CD9983D6F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he-IL">
                <a:effectLst/>
              </a:rPr>
              <a:t>ניהול משאבים אוטומטי </a:t>
            </a:r>
            <a:r>
              <a:rPr lang="en-US">
                <a:effectLst/>
              </a:rPr>
              <a:t>RAII</a:t>
            </a:r>
            <a:endParaRPr lang="en-US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B316E5DF-F428-A234-5C59-AF20B053141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394" y="1358977"/>
            <a:ext cx="7831137" cy="5040057"/>
          </a:xfrm>
        </p:spPr>
        <p:txBody>
          <a:bodyPr>
            <a:normAutofit fontScale="92500" lnSpcReduction="20000"/>
          </a:bodyPr>
          <a:lstStyle/>
          <a:p>
            <a:pPr marL="342900" indent="-342900" algn="r">
              <a:buFont typeface="Arial" panose="020B0604020202020204" pitchFamily="34" charset="0"/>
              <a:buChar char="•"/>
            </a:pPr>
            <a:r>
              <a:rPr lang="he-IL" sz="2400" spc="-70">
                <a:latin typeface="Consolas" panose="020B0609020204030204" pitchFamily="49" charset="0"/>
              </a:rPr>
              <a:t>שימוש באובייקטים במקום במצביעים ומערכים</a:t>
            </a:r>
          </a:p>
          <a:p>
            <a:pPr marL="342900" indent="-342900" algn="l" rtl="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sz="2400" spc="-70">
                <a:latin typeface="Consolas" panose="020B0609020204030204" pitchFamily="49" charset="0"/>
              </a:rPr>
              <a:t>RAII: Resource Acquisition Is Initialization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en-US" sz="2400" spc="-70">
                <a:latin typeface="Consolas" panose="020B0609020204030204" pitchFamily="49" charset="0"/>
              </a:rPr>
              <a:t>RRID: Resource Release Is Destruction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e-IL" sz="2400" spc="-70">
                <a:latin typeface="Consolas" panose="020B0609020204030204" pitchFamily="49" charset="0"/>
              </a:rPr>
              <a:t>(</a:t>
            </a:r>
            <a:r>
              <a:rPr lang="en-US" sz="2400" spc="-70">
                <a:latin typeface="Consolas" panose="020B0609020204030204" pitchFamily="49" charset="0"/>
              </a:rPr>
              <a:t>RAII</a:t>
            </a:r>
            <a:r>
              <a:rPr lang="he-IL" sz="2400" spc="-70">
                <a:latin typeface="Consolas" panose="020B0609020204030204" pitchFamily="49" charset="0"/>
              </a:rPr>
              <a:t> - אחד השמות הגרועים בשפה...)</a:t>
            </a:r>
          </a:p>
          <a:p>
            <a:pPr algn="l" rtl="0"/>
            <a:r>
              <a:rPr lang="en-US" sz="2400" spc="-70">
                <a:latin typeface="Consolas" panose="020B0609020204030204" pitchFamily="49" charset="0"/>
              </a:rPr>
              <a:t>class Image</a:t>
            </a:r>
          </a:p>
          <a:p>
            <a:pPr algn="l" rtl="0"/>
            <a:r>
              <a:rPr lang="en-US" sz="2400" spc="-70">
                <a:latin typeface="Consolas" panose="020B0609020204030204" pitchFamily="49" charset="0"/>
              </a:rPr>
              <a:t>{</a:t>
            </a:r>
          </a:p>
          <a:p>
            <a:pPr algn="l" rtl="0"/>
            <a:r>
              <a:rPr lang="en-US" sz="2400" spc="-70">
                <a:latin typeface="Consolas" panose="020B0609020204030204" pitchFamily="49" charset="0"/>
              </a:rPr>
              <a:t>    int _width, _height;</a:t>
            </a:r>
          </a:p>
          <a:p>
            <a:pPr algn="l" rtl="0"/>
            <a:r>
              <a:rPr lang="en-US" sz="2400" spc="-70">
                <a:latin typeface="Consolas" panose="020B0609020204030204" pitchFamily="49" charset="0"/>
              </a:rPr>
              <a:t>    std::vector&lt;char&gt; _bytes;</a:t>
            </a:r>
          </a:p>
          <a:p>
            <a:pPr algn="l" rtl="0"/>
            <a:r>
              <a:rPr lang="en-US" sz="2400" spc="-70">
                <a:latin typeface="Consolas" panose="020B0609020204030204" pitchFamily="49" charset="0"/>
              </a:rPr>
              <a:t>    Image(int width, int height, const char *bytes)</a:t>
            </a:r>
          </a:p>
          <a:p>
            <a:pPr algn="l" rtl="0"/>
            <a:r>
              <a:rPr lang="en-US" sz="2400" spc="-70">
                <a:latin typeface="Consolas" panose="020B0609020204030204" pitchFamily="49" charset="0"/>
              </a:rPr>
              <a:t>        : _width(width), _height(height)</a:t>
            </a:r>
          </a:p>
          <a:p>
            <a:pPr algn="l" rtl="0"/>
            <a:r>
              <a:rPr lang="en-US" sz="2400" spc="-70">
                <a:latin typeface="Consolas" panose="020B0609020204030204" pitchFamily="49" charset="0"/>
              </a:rPr>
              <a:t>          _bytes(bytes, bytes + width*height) {}</a:t>
            </a:r>
          </a:p>
          <a:p>
            <a:pPr algn="l" rtl="0"/>
            <a:r>
              <a:rPr lang="en-US" sz="2400" spc="-70">
                <a:latin typeface="Consolas" panose="020B0609020204030204" pitchFamily="49" charset="0"/>
              </a:rPr>
              <a:t>}</a:t>
            </a:r>
            <a:endParaRPr lang="he-IL" sz="2400" spc="-70">
              <a:latin typeface="Consolas" panose="020B0609020204030204" pitchFamily="49" charset="0"/>
            </a:endParaRPr>
          </a:p>
          <a:p>
            <a:pPr marL="342900" indent="-342900" algn="r">
              <a:buFont typeface="Arial" panose="020B0604020202020204" pitchFamily="34" charset="0"/>
              <a:buChar char="•"/>
            </a:pPr>
            <a:r>
              <a:rPr lang="he-IL" sz="2400" spc="-70">
                <a:latin typeface="Consolas" panose="020B0609020204030204" pitchFamily="49" charset="0"/>
              </a:rPr>
              <a:t>במחלקה </a:t>
            </a:r>
            <a:r>
              <a:rPr lang="en-US" sz="2400" spc="-70">
                <a:latin typeface="Consolas" panose="020B0609020204030204" pitchFamily="49" charset="0"/>
              </a:rPr>
              <a:t>Image</a:t>
            </a:r>
            <a:r>
              <a:rPr lang="he-IL" sz="2400" spc="-70">
                <a:latin typeface="Consolas" panose="020B0609020204030204" pitchFamily="49" charset="0"/>
              </a:rPr>
              <a:t> יש </a:t>
            </a:r>
            <a:r>
              <a:rPr lang="he-IL" sz="2400" u="sng" spc="-70">
                <a:latin typeface="Consolas" panose="020B0609020204030204" pitchFamily="49" charset="0"/>
              </a:rPr>
              <a:t>אובייקט</a:t>
            </a:r>
            <a:r>
              <a:rPr lang="he-IL" sz="2400" spc="-70">
                <a:latin typeface="Consolas" panose="020B0609020204030204" pitchFamily="49" charset="0"/>
              </a:rPr>
              <a:t> מטיפוס </a:t>
            </a:r>
            <a:r>
              <a:rPr lang="en-US" sz="2400" spc="-70">
                <a:latin typeface="Consolas" panose="020B0609020204030204" pitchFamily="49" charset="0"/>
              </a:rPr>
              <a:t>std::vector</a:t>
            </a:r>
            <a:r>
              <a:rPr lang="he-IL" sz="2400" spc="-70">
                <a:latin typeface="Consolas" panose="020B0609020204030204" pitchFamily="49" charset="0"/>
              </a:rPr>
              <a:t> – </a:t>
            </a:r>
            <a:r>
              <a:rPr lang="he-IL" sz="2400" u="sng" spc="-70">
                <a:latin typeface="Consolas" panose="020B0609020204030204" pitchFamily="49" charset="0"/>
              </a:rPr>
              <a:t>לא מצביע</a:t>
            </a:r>
          </a:p>
          <a:p>
            <a:pPr algn="l" rtl="0"/>
            <a:endParaRPr lang="he-IL" sz="2400" spc="-7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4289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524663-27D0-801F-9BB4-E2C99B2F8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1D3975C-CAAC-149A-EB93-072E46ABF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he-IL">
                <a:effectLst/>
              </a:rPr>
              <a:t>ניהול משאבים אוטומטי </a:t>
            </a:r>
            <a:r>
              <a:rPr lang="en-US">
                <a:effectLst/>
              </a:rPr>
              <a:t>RAII</a:t>
            </a:r>
            <a:endParaRPr lang="en-US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43D91B18-A8A4-3BB1-6544-9007A1F06AB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394" y="1358977"/>
            <a:ext cx="7831137" cy="5040057"/>
          </a:xfrm>
        </p:spPr>
        <p:txBody>
          <a:bodyPr>
            <a:normAutofit/>
          </a:bodyPr>
          <a:lstStyle/>
          <a:p>
            <a:r>
              <a:rPr lang="he-IL" sz="2400" spc="-70">
                <a:latin typeface="Consolas" panose="020B0609020204030204" pitchFamily="49" charset="0"/>
              </a:rPr>
              <a:t>במימוש של </a:t>
            </a:r>
            <a:r>
              <a:rPr lang="en-US" sz="2400" spc="-70">
                <a:latin typeface="Consolas" panose="020B0609020204030204" pitchFamily="49" charset="0"/>
              </a:rPr>
              <a:t>std::vector</a:t>
            </a:r>
            <a:r>
              <a:rPr lang="he-IL" sz="2400" spc="-70">
                <a:latin typeface="Consolas" panose="020B0609020204030204" pitchFamily="49" charset="0"/>
              </a:rPr>
              <a:t> כבר יש:</a:t>
            </a:r>
          </a:p>
          <a:p>
            <a:pPr marL="342900" indent="-342900">
              <a:buFontTx/>
              <a:buChar char="-"/>
            </a:pPr>
            <a:r>
              <a:rPr lang="he-IL" sz="2400" spc="-70" err="1">
                <a:latin typeface="Consolas" panose="020B0609020204030204" pitchFamily="49" charset="0"/>
              </a:rPr>
              <a:t>דיסטרקטור</a:t>
            </a:r>
            <a:r>
              <a:rPr lang="he-IL" sz="2400" spc="-70">
                <a:latin typeface="Consolas" panose="020B0609020204030204" pitchFamily="49" charset="0"/>
              </a:rPr>
              <a:t> שמשחרר זיכרון</a:t>
            </a:r>
          </a:p>
          <a:p>
            <a:pPr marL="342900" indent="-342900">
              <a:buFontTx/>
              <a:buChar char="-"/>
            </a:pPr>
            <a:r>
              <a:rPr lang="he-IL" sz="2400" spc="-70">
                <a:latin typeface="Consolas" panose="020B0609020204030204" pitchFamily="49" charset="0"/>
              </a:rPr>
              <a:t>בנאי-העתקה שמבצע העתקה עמוקה</a:t>
            </a:r>
          </a:p>
          <a:p>
            <a:pPr marL="342900" indent="-342900">
              <a:buFontTx/>
              <a:buChar char="-"/>
            </a:pPr>
            <a:r>
              <a:rPr lang="he-IL" sz="2400" spc="-70">
                <a:latin typeface="Consolas" panose="020B0609020204030204" pitchFamily="49" charset="0"/>
              </a:rPr>
              <a:t>אופרטור השמה שמבצע העתקה עמוקה</a:t>
            </a:r>
          </a:p>
          <a:p>
            <a:pPr marL="342900" indent="-342900">
              <a:buFontTx/>
              <a:buChar char="-"/>
            </a:pPr>
            <a:r>
              <a:rPr lang="he-IL" sz="2400" spc="-70">
                <a:latin typeface="Consolas" panose="020B0609020204030204" pitchFamily="49" charset="0"/>
              </a:rPr>
              <a:t>בנאי-העברה ש"גונב" משאבים</a:t>
            </a:r>
          </a:p>
          <a:p>
            <a:pPr marL="342900" indent="-342900">
              <a:buFontTx/>
              <a:buChar char="-"/>
            </a:pPr>
            <a:r>
              <a:rPr lang="he-IL" sz="2400" spc="-70">
                <a:latin typeface="Consolas" panose="020B0609020204030204" pitchFamily="49" charset="0"/>
              </a:rPr>
              <a:t>אופרטור העברה ש"גונב" משאבים</a:t>
            </a:r>
          </a:p>
          <a:p>
            <a:pPr marL="342900" indent="-342900">
              <a:buFontTx/>
              <a:buChar char="-"/>
            </a:pPr>
            <a:endParaRPr lang="he-IL" sz="2400" spc="-70">
              <a:latin typeface="Consolas" panose="020B06090202040302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e-IL" sz="2400" spc="-70">
                <a:latin typeface="Consolas" panose="020B0609020204030204" pitchFamily="49" charset="0"/>
              </a:rPr>
              <a:t>אנו מחזיקים </a:t>
            </a:r>
            <a:r>
              <a:rPr lang="he-IL" sz="2400" u="sng" spc="-70">
                <a:latin typeface="Consolas" panose="020B0609020204030204" pitchFamily="49" charset="0"/>
              </a:rPr>
              <a:t>אובייקט</a:t>
            </a:r>
            <a:r>
              <a:rPr lang="he-IL" sz="2400" spc="-70">
                <a:latin typeface="Consolas" panose="020B0609020204030204" pitchFamily="49" charset="0"/>
              </a:rPr>
              <a:t> </a:t>
            </a:r>
            <a:r>
              <a:rPr lang="en-US" sz="2400" spc="-70">
                <a:latin typeface="Consolas" panose="020B0609020204030204" pitchFamily="49" charset="0"/>
              </a:rPr>
              <a:t>std::vector</a:t>
            </a:r>
            <a:r>
              <a:rPr lang="he-IL" sz="2400" spc="-70">
                <a:latin typeface="Consolas" panose="020B0609020204030204" pitchFamily="49" charset="0"/>
              </a:rPr>
              <a:t> (לא מצביע!)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e-IL" sz="2400" spc="-70">
                <a:latin typeface="Consolas" panose="020B0609020204030204" pitchFamily="49" charset="0"/>
              </a:rPr>
              <a:t>הפונקציות (החמש) </a:t>
            </a:r>
            <a:r>
              <a:rPr lang="he-IL" sz="2400" spc="-70" err="1">
                <a:latin typeface="Consolas" panose="020B0609020204030204" pitchFamily="49" charset="0"/>
              </a:rPr>
              <a:t>הדיפולטיות</a:t>
            </a:r>
            <a:r>
              <a:rPr lang="he-IL" sz="2400" spc="-70">
                <a:latin typeface="Consolas" panose="020B0609020204030204" pitchFamily="49" charset="0"/>
              </a:rPr>
              <a:t> (שהקומפיילר כותב עבורנו) משתמשות אוטומטית בחמש של האובייקט המוכל</a:t>
            </a:r>
          </a:p>
          <a:p>
            <a:endParaRPr lang="he-IL" sz="2400" spc="-7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4819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02230-B836-116C-81C6-A850A0A72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EB7793B-F91B-E4BB-FAF7-90A1657EE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he-IL">
                <a:effectLst/>
              </a:rPr>
              <a:t>חוק האפס</a:t>
            </a:r>
            <a:endParaRPr lang="en-US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E3BE8341-87D0-5953-1866-B77498275D8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394" y="1358977"/>
            <a:ext cx="7831137" cy="5040057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e-IL" sz="2400" b="1"/>
              <a:t>חמש</a:t>
            </a:r>
            <a:r>
              <a:rPr lang="he-IL" sz="2400"/>
              <a:t> פונקציות מיוחדות הן הרבה </a:t>
            </a:r>
            <a:r>
              <a:rPr lang="en-US" sz="2400"/>
              <a:t>boilerplate</a:t>
            </a:r>
            <a:r>
              <a:rPr lang="he-IL" sz="2400"/>
              <a:t>,</a:t>
            </a:r>
            <a:br>
              <a:rPr lang="en-US" sz="2400"/>
            </a:br>
            <a:r>
              <a:rPr lang="he-IL" sz="2400"/>
              <a:t>מועד לטעויות, ודורש תחזוקה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e-IL" sz="2400" spc="-70">
                <a:latin typeface="Consolas" panose="020B0609020204030204" pitchFamily="49" charset="0"/>
              </a:rPr>
              <a:t>אם אתם לא חייבים – אל תנהלו משאבים בעצמכם</a:t>
            </a:r>
            <a:endParaRPr lang="he-IL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e-IL" sz="2400" spc="-70">
                <a:latin typeface="Consolas" panose="020B0609020204030204" pitchFamily="49" charset="0"/>
              </a:rPr>
              <a:t>השתמשו ב </a:t>
            </a:r>
            <a:r>
              <a:rPr lang="en-US" sz="2400" spc="-70">
                <a:latin typeface="Consolas" panose="020B0609020204030204" pitchFamily="49" charset="0"/>
              </a:rPr>
              <a:t>RAII</a:t>
            </a:r>
            <a:r>
              <a:rPr lang="he-IL" sz="2400" spc="-70">
                <a:latin typeface="Consolas" panose="020B0609020204030204" pitchFamily="49" charset="0"/>
              </a:rPr>
              <a:t> כדי להימנע מחוק החמש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e-IL" sz="2400" spc="-70">
                <a:latin typeface="Consolas" panose="020B0609020204030204" pitchFamily="49" charset="0"/>
              </a:rPr>
              <a:t>אם חייבים מצביעים: מצביעים חכמים!</a:t>
            </a:r>
          </a:p>
        </p:txBody>
      </p:sp>
    </p:spTree>
    <p:extLst>
      <p:ext uri="{BB962C8B-B14F-4D97-AF65-F5344CB8AC3E}">
        <p14:creationId xmlns:p14="http://schemas.microsoft.com/office/powerpoint/2010/main" val="137435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EC166D-AC86-7C65-B7CC-37C1AF0BD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4EC50A3-68B7-2203-1B1D-DD5AC99F1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he-IL">
                <a:effectLst/>
              </a:rPr>
              <a:t>מצביע חכם ייחודי</a:t>
            </a:r>
            <a:endParaRPr lang="en-US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29BA1983-242F-A6AC-CB6F-15A413BCFE4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394" y="1268977"/>
            <a:ext cx="7831137" cy="5310058"/>
          </a:xfrm>
        </p:spPr>
        <p:txBody>
          <a:bodyPr>
            <a:normAutofit fontScale="70000" lnSpcReduction="2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e-IL" sz="2400" spc="-70" dirty="0">
                <a:latin typeface="Consolas" panose="020B0609020204030204" pitchFamily="49" charset="0"/>
              </a:rPr>
              <a:t>מחלקת </a:t>
            </a:r>
            <a:r>
              <a:rPr lang="en-US" sz="2400" spc="-70" dirty="0">
                <a:latin typeface="Consolas" panose="020B0609020204030204" pitchFamily="49" charset="0"/>
              </a:rPr>
              <a:t>std::</a:t>
            </a:r>
            <a:r>
              <a:rPr lang="en-US" sz="2400" spc="-70" dirty="0" err="1">
                <a:latin typeface="Consolas" panose="020B0609020204030204" pitchFamily="49" charset="0"/>
              </a:rPr>
              <a:t>unique_ptr</a:t>
            </a:r>
            <a:endParaRPr lang="he-IL" sz="2400" spc="-70" dirty="0">
              <a:latin typeface="Consolas" panose="020B06090202040302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e-IL" sz="2400" spc="-70" dirty="0">
                <a:latin typeface="Consolas" panose="020B0609020204030204" pitchFamily="49" charset="0"/>
              </a:rPr>
              <a:t>בעלות בלעדית על המשאב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e-IL" sz="2400" spc="-70" dirty="0">
                <a:latin typeface="Consolas" panose="020B0609020204030204" pitchFamily="49" charset="0"/>
              </a:rPr>
              <a:t>לא ניתן להעתקה (</a:t>
            </a:r>
            <a:r>
              <a:rPr lang="en-US" sz="2400" spc="-70" dirty="0">
                <a:latin typeface="Consolas" panose="020B0609020204030204" pitchFamily="49" charset="0"/>
              </a:rPr>
              <a:t>non-copyable</a:t>
            </a:r>
            <a:r>
              <a:rPr lang="he-IL" sz="2400" spc="-70" dirty="0">
                <a:latin typeface="Consolas" panose="020B0609020204030204" pitchFamily="49" charset="0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e-IL" sz="2400" spc="-70" dirty="0">
                <a:latin typeface="Consolas" panose="020B0609020204030204" pitchFamily="49" charset="0"/>
              </a:rPr>
              <a:t>כן ניתן להעברה (</a:t>
            </a:r>
            <a:r>
              <a:rPr lang="en-US" sz="2400" spc="-70" dirty="0">
                <a:latin typeface="Consolas" panose="020B0609020204030204" pitchFamily="49" charset="0"/>
              </a:rPr>
              <a:t>movable</a:t>
            </a:r>
            <a:r>
              <a:rPr lang="he-IL" sz="2400" spc="-70" dirty="0">
                <a:latin typeface="Consolas" panose="020B0609020204030204" pitchFamily="49" charset="0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e-IL" sz="2400" spc="-70" dirty="0">
                <a:latin typeface="Consolas" panose="020B0609020204030204" pitchFamily="49" charset="0"/>
              </a:rPr>
              <a:t>קל ומהיר כמו מצביע רגיל (אחרי </a:t>
            </a:r>
            <a:r>
              <a:rPr lang="he-IL" sz="2400" spc="-70" dirty="0" err="1">
                <a:latin typeface="Consolas" panose="020B0609020204030204" pitchFamily="49" charset="0"/>
              </a:rPr>
              <a:t>אופטימיזציות</a:t>
            </a:r>
            <a:r>
              <a:rPr lang="he-IL" sz="2400" spc="-70" dirty="0">
                <a:latin typeface="Consolas" panose="020B0609020204030204" pitchFamily="49" charset="0"/>
              </a:rPr>
              <a:t>)</a:t>
            </a:r>
          </a:p>
          <a:p>
            <a:pPr algn="l" rtl="0"/>
            <a:r>
              <a:rPr lang="en-US" sz="2400" spc="-70" dirty="0">
                <a:latin typeface="Consolas" panose="020B0609020204030204" pitchFamily="49" charset="0"/>
              </a:rPr>
              <a:t>class Image {</a:t>
            </a:r>
          </a:p>
          <a:p>
            <a:pPr algn="l" rtl="0"/>
            <a:r>
              <a:rPr lang="en-US" sz="2400" spc="-70" dirty="0">
                <a:latin typeface="Consolas" panose="020B0609020204030204" pitchFamily="49" charset="0"/>
              </a:rPr>
              <a:t>    int _width, _height;</a:t>
            </a:r>
          </a:p>
          <a:p>
            <a:pPr algn="l" rtl="0"/>
            <a:r>
              <a:rPr lang="en-US" sz="2400" spc="-70" dirty="0">
                <a:latin typeface="Consolas" panose="020B0609020204030204" pitchFamily="49" charset="0"/>
              </a:rPr>
              <a:t>    std::</a:t>
            </a:r>
            <a:r>
              <a:rPr lang="en-US" sz="2400" spc="-70" dirty="0" err="1">
                <a:latin typeface="Consolas" panose="020B0609020204030204" pitchFamily="49" charset="0"/>
              </a:rPr>
              <a:t>unique_ptr</a:t>
            </a:r>
            <a:r>
              <a:rPr lang="en-US" sz="2400" spc="-70" dirty="0">
                <a:latin typeface="Consolas" panose="020B0609020204030204" pitchFamily="49" charset="0"/>
              </a:rPr>
              <a:t>&lt;char[]&gt; _bytes;</a:t>
            </a:r>
          </a:p>
          <a:p>
            <a:pPr algn="l" rtl="0"/>
            <a:r>
              <a:rPr lang="en-US" sz="2400" spc="-70" dirty="0">
                <a:latin typeface="Consolas" panose="020B0609020204030204" pitchFamily="49" charset="0"/>
              </a:rPr>
              <a:t>public:</a:t>
            </a:r>
          </a:p>
          <a:p>
            <a:pPr algn="l" rtl="0"/>
            <a:r>
              <a:rPr lang="en-US" sz="2400" spc="-70" dirty="0">
                <a:latin typeface="Consolas" panose="020B0609020204030204" pitchFamily="49" charset="0"/>
              </a:rPr>
              <a:t>    Image(int width, int height, const char* data)</a:t>
            </a:r>
          </a:p>
          <a:p>
            <a:pPr algn="l" rtl="0"/>
            <a:r>
              <a:rPr lang="en-US" sz="2400" spc="-70" dirty="0">
                <a:latin typeface="Consolas" panose="020B0609020204030204" pitchFamily="49" charset="0"/>
              </a:rPr>
              <a:t>        : _width(width), _height(height),</a:t>
            </a:r>
          </a:p>
          <a:p>
            <a:pPr algn="l" rtl="0"/>
            <a:r>
              <a:rPr lang="en-US" sz="2400" spc="-70" dirty="0">
                <a:latin typeface="Consolas" panose="020B0609020204030204" pitchFamily="49" charset="0"/>
              </a:rPr>
              <a:t>          _bytes(new std::</a:t>
            </a:r>
            <a:r>
              <a:rPr lang="en-US" sz="2400" spc="-70" dirty="0" err="1">
                <a:latin typeface="Consolas" panose="020B0609020204030204" pitchFamily="49" charset="0"/>
              </a:rPr>
              <a:t>unique_ptr</a:t>
            </a:r>
            <a:r>
              <a:rPr lang="en-US" sz="2400" spc="-70" dirty="0">
                <a:latin typeface="Consolas" panose="020B0609020204030204" pitchFamily="49" charset="0"/>
              </a:rPr>
              <a:t>&lt;&gt;(new char[width*height]))</a:t>
            </a:r>
          </a:p>
          <a:p>
            <a:pPr algn="l" rtl="0"/>
            <a:r>
              <a:rPr lang="en-US" sz="2400" spc="-70" dirty="0">
                <a:latin typeface="Consolas" panose="020B0609020204030204" pitchFamily="49" charset="0"/>
              </a:rPr>
              <a:t>    {</a:t>
            </a:r>
          </a:p>
          <a:p>
            <a:pPr algn="l" rtl="0"/>
            <a:r>
              <a:rPr lang="en-US" sz="2400" spc="-70" dirty="0">
                <a:latin typeface="Consolas" panose="020B0609020204030204" pitchFamily="49" charset="0"/>
              </a:rPr>
              <a:t>        std::memcpy(_</a:t>
            </a:r>
            <a:r>
              <a:rPr lang="en-US" sz="2400" spc="-70" dirty="0" err="1">
                <a:latin typeface="Consolas" panose="020B0609020204030204" pitchFamily="49" charset="0"/>
              </a:rPr>
              <a:t>bytes.get</a:t>
            </a:r>
            <a:r>
              <a:rPr lang="en-US" sz="2400" spc="-70" dirty="0">
                <a:latin typeface="Consolas" panose="020B0609020204030204" pitchFamily="49" charset="0"/>
              </a:rPr>
              <a:t>(), data, width * height);</a:t>
            </a:r>
          </a:p>
          <a:p>
            <a:pPr algn="l" rtl="0"/>
            <a:r>
              <a:rPr lang="en-US" sz="2400" spc="-70" dirty="0">
                <a:latin typeface="Consolas" panose="020B0609020204030204" pitchFamily="49" charset="0"/>
              </a:rPr>
              <a:t>    }</a:t>
            </a:r>
          </a:p>
          <a:p>
            <a:pPr algn="l" rtl="0"/>
            <a:r>
              <a:rPr lang="en-US" sz="2400" spc="-70" dirty="0">
                <a:latin typeface="Consolas" panose="020B0609020204030204" pitchFamily="49" charset="0"/>
              </a:rPr>
              <a:t>};</a:t>
            </a:r>
            <a:endParaRPr lang="he-IL" sz="2400" spc="-7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252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E6DEC-1E4D-05BE-0D32-4420F5176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F51855E-65D4-6E1B-C6EC-BFD4F5BF5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he-IL">
                <a:effectLst/>
              </a:rPr>
              <a:t>מצביע חכם ייחודי</a:t>
            </a:r>
            <a:endParaRPr lang="en-US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D37E7D88-6BC8-600F-9A2F-5B4B3C8D80C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394" y="1628979"/>
            <a:ext cx="7831137" cy="4950055"/>
          </a:xfrm>
        </p:spPr>
        <p:txBody>
          <a:bodyPr>
            <a:normAutofit/>
          </a:bodyPr>
          <a:lstStyle/>
          <a:p>
            <a:r>
              <a:rPr lang="he-IL" sz="2400" spc="-70" dirty="0">
                <a:latin typeface="Consolas" panose="020B0609020204030204" pitchFamily="49" charset="0"/>
              </a:rPr>
              <a:t>שימוש:</a:t>
            </a:r>
            <a:endParaRPr lang="en-US" sz="2400" spc="-70" dirty="0">
              <a:latin typeface="Consolas" panose="020B0609020204030204" pitchFamily="49" charset="0"/>
            </a:endParaRPr>
          </a:p>
          <a:p>
            <a:endParaRPr lang="en-US" sz="2400" spc="-70" dirty="0">
              <a:latin typeface="Consolas" panose="020B06090202040302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e-IL" sz="2400" spc="-70" dirty="0">
                <a:latin typeface="Consolas" panose="020B0609020204030204" pitchFamily="49" charset="0"/>
              </a:rPr>
              <a:t>אפשרות אחת</a:t>
            </a:r>
          </a:p>
          <a:p>
            <a:pPr algn="l" rtl="0"/>
            <a:r>
              <a:rPr lang="en-US" sz="2400" spc="-70" dirty="0">
                <a:latin typeface="Consolas" panose="020B0609020204030204" pitchFamily="49" charset="0"/>
              </a:rPr>
              <a:t>std::</a:t>
            </a:r>
            <a:r>
              <a:rPr lang="en-US" sz="2400" spc="-70" dirty="0" err="1">
                <a:latin typeface="Consolas" panose="020B0609020204030204" pitchFamily="49" charset="0"/>
              </a:rPr>
              <a:t>unique_ptr</a:t>
            </a:r>
            <a:r>
              <a:rPr lang="en-US" sz="2400" spc="-70" dirty="0">
                <a:latin typeface="Consolas" panose="020B0609020204030204" pitchFamily="49" charset="0"/>
              </a:rPr>
              <a:t>&lt;char[]&gt; bytes(new char[100]);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he-IL" sz="2400" spc="-70" dirty="0">
              <a:latin typeface="Consolas" panose="020B06090202040302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e-IL" sz="2400" spc="-70" dirty="0">
                <a:latin typeface="Consolas" panose="020B0609020204030204" pitchFamily="49" charset="0"/>
              </a:rPr>
              <a:t>אפשרות עדיפה</a:t>
            </a:r>
          </a:p>
          <a:p>
            <a:pPr algn="l" rtl="0"/>
            <a:r>
              <a:rPr lang="en-US" sz="2400" spc="-70" dirty="0">
                <a:latin typeface="Consolas" panose="020B0609020204030204" pitchFamily="49" charset="0"/>
              </a:rPr>
              <a:t>std::</a:t>
            </a:r>
            <a:r>
              <a:rPr lang="en-US" sz="2400" spc="-70" dirty="0" err="1">
                <a:latin typeface="Consolas" panose="020B0609020204030204" pitchFamily="49" charset="0"/>
              </a:rPr>
              <a:t>unique_ptr</a:t>
            </a:r>
            <a:r>
              <a:rPr lang="en-US" sz="2400" spc="-70" dirty="0">
                <a:latin typeface="Consolas" panose="020B0609020204030204" pitchFamily="49" charset="0"/>
              </a:rPr>
              <a:t>&lt;char[]&gt; bytes</a:t>
            </a:r>
          </a:p>
          <a:p>
            <a:pPr algn="l" rtl="0"/>
            <a:r>
              <a:rPr lang="en-US" sz="2400" spc="-70" dirty="0">
                <a:latin typeface="Consolas" panose="020B0609020204030204" pitchFamily="49" charset="0"/>
              </a:rPr>
              <a:t>    = std::</a:t>
            </a:r>
            <a:r>
              <a:rPr lang="en-US" sz="2400" spc="-70" dirty="0" err="1">
                <a:latin typeface="Consolas" panose="020B0609020204030204" pitchFamily="49" charset="0"/>
              </a:rPr>
              <a:t>make_unique</a:t>
            </a:r>
            <a:r>
              <a:rPr lang="en-US" sz="2400" spc="-70" dirty="0">
                <a:latin typeface="Consolas" panose="020B0609020204030204" pitchFamily="49" charset="0"/>
              </a:rPr>
              <a:t>&lt;char[]&gt;(100);</a:t>
            </a:r>
          </a:p>
          <a:p>
            <a:pPr marL="342900" indent="-342900" algn="r">
              <a:buFont typeface="Arial" panose="020B0604020202020204" pitchFamily="34" charset="0"/>
              <a:buChar char="•"/>
            </a:pPr>
            <a:endParaRPr lang="he-IL" sz="2400" spc="-70" dirty="0">
              <a:latin typeface="Consolas" panose="020B0609020204030204" pitchFamily="49" charset="0"/>
            </a:endParaRPr>
          </a:p>
          <a:p>
            <a:pPr marL="342900" indent="-342900" algn="r">
              <a:buFont typeface="Arial" panose="020B0604020202020204" pitchFamily="34" charset="0"/>
              <a:buChar char="•"/>
            </a:pPr>
            <a:r>
              <a:rPr lang="he-IL" sz="2400" spc="-70" dirty="0">
                <a:latin typeface="Consolas" panose="020B0609020204030204" pitchFamily="49" charset="0"/>
              </a:rPr>
              <a:t>(למה עדיף? אח"כ...)</a:t>
            </a:r>
          </a:p>
        </p:txBody>
      </p:sp>
    </p:spTree>
    <p:extLst>
      <p:ext uri="{BB962C8B-B14F-4D97-AF65-F5344CB8AC3E}">
        <p14:creationId xmlns:p14="http://schemas.microsoft.com/office/powerpoint/2010/main" val="3321742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4CA448-2C95-11F2-FD21-B7A204665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7E4784-43E0-364B-2FD5-160187976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he-IL">
                <a:effectLst/>
              </a:rPr>
              <a:t>מצביע חכם משותף</a:t>
            </a:r>
            <a:endParaRPr lang="en-US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B8122B66-0175-1FD5-2580-E3BE5555DA5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394" y="1628980"/>
            <a:ext cx="7831137" cy="4770054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e-IL" sz="2400" spc="-70">
                <a:latin typeface="Consolas" panose="020B0609020204030204" pitchFamily="49" charset="0"/>
              </a:rPr>
              <a:t>מחלקת </a:t>
            </a:r>
            <a:r>
              <a:rPr lang="en-US" sz="2400" spc="-70">
                <a:latin typeface="Consolas" panose="020B0609020204030204" pitchFamily="49" charset="0"/>
              </a:rPr>
              <a:t>std::</a:t>
            </a:r>
            <a:r>
              <a:rPr lang="en-US" sz="2400" spc="-70" err="1">
                <a:latin typeface="Consolas" panose="020B0609020204030204" pitchFamily="49" charset="0"/>
              </a:rPr>
              <a:t>shared_ptr</a:t>
            </a:r>
            <a:endParaRPr lang="he-IL" sz="2400" spc="-70">
              <a:latin typeface="Consolas" panose="020B06090202040302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e-IL" sz="2400" spc="-70">
                <a:latin typeface="Consolas" panose="020B0609020204030204" pitchFamily="49" charset="0"/>
              </a:rPr>
              <a:t>בעלות משותפת על המשאב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e-IL" sz="2400" spc="-70">
                <a:latin typeface="Consolas" panose="020B0609020204030204" pitchFamily="49" charset="0"/>
              </a:rPr>
              <a:t>ניתן להעתקה (</a:t>
            </a:r>
            <a:r>
              <a:rPr lang="en-US" sz="2400" spc="-70">
                <a:latin typeface="Consolas" panose="020B0609020204030204" pitchFamily="49" charset="0"/>
              </a:rPr>
              <a:t>non-copyable</a:t>
            </a:r>
            <a:r>
              <a:rPr lang="he-IL" sz="2400" spc="-70">
                <a:latin typeface="Consolas" panose="020B0609020204030204" pitchFamily="49" charset="0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e-IL" sz="2400" spc="-70">
                <a:latin typeface="Consolas" panose="020B0609020204030204" pitchFamily="49" charset="0"/>
              </a:rPr>
              <a:t>ניתן להעברה (</a:t>
            </a:r>
            <a:r>
              <a:rPr lang="en-US" sz="2400" spc="-70">
                <a:latin typeface="Consolas" panose="020B0609020204030204" pitchFamily="49" charset="0"/>
              </a:rPr>
              <a:t>movable</a:t>
            </a:r>
            <a:r>
              <a:rPr lang="he-IL" sz="2400" spc="-70">
                <a:latin typeface="Consolas" panose="020B0609020204030204" pitchFamily="49" charset="0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e-IL" sz="2400" spc="-70">
                <a:latin typeface="Consolas" panose="020B0609020204030204" pitchFamily="49" charset="0"/>
              </a:rPr>
              <a:t>ספירת </a:t>
            </a:r>
            <a:r>
              <a:rPr lang="en-US" sz="2400" spc="-70">
                <a:latin typeface="Consolas" panose="020B0609020204030204" pitchFamily="49" charset="0"/>
              </a:rPr>
              <a:t>references</a:t>
            </a:r>
            <a:endParaRPr lang="he-IL" sz="2400" spc="-70">
              <a:latin typeface="Consolas" panose="020B06090202040302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e-IL" sz="2400" spc="-70">
                <a:latin typeface="Consolas" panose="020B0609020204030204" pitchFamily="49" charset="0"/>
              </a:rPr>
              <a:t>קצת פחות מהיר ממצביע רגיל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e-IL" sz="2400" spc="-70">
                <a:latin typeface="Consolas" panose="020B0609020204030204" pitchFamily="49" charset="0"/>
              </a:rPr>
              <a:t>משחרר אוטומטית כשה </a:t>
            </a:r>
            <a:r>
              <a:rPr lang="en-US" sz="2400" spc="-70">
                <a:latin typeface="Consolas" panose="020B0609020204030204" pitchFamily="49" charset="0"/>
              </a:rPr>
              <a:t>reference</a:t>
            </a:r>
            <a:r>
              <a:rPr lang="he-IL" sz="2400" spc="-70">
                <a:latin typeface="Consolas" panose="020B0609020204030204" pitchFamily="49" charset="0"/>
              </a:rPr>
              <a:t> האחרון משתחרר</a:t>
            </a:r>
          </a:p>
        </p:txBody>
      </p:sp>
    </p:spTree>
    <p:extLst>
      <p:ext uri="{BB962C8B-B14F-4D97-AF65-F5344CB8AC3E}">
        <p14:creationId xmlns:p14="http://schemas.microsoft.com/office/powerpoint/2010/main" val="910506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C81C89-E4C5-49AC-6705-02E9B7391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931A2FC-C1D7-A618-930B-3415D96C8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he-IL">
                <a:effectLst/>
              </a:rPr>
              <a:t>מצביע חכם משותף</a:t>
            </a:r>
            <a:endParaRPr lang="en-US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FCA6E740-A18C-5085-312B-076C72A5A48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394" y="1628980"/>
            <a:ext cx="7831137" cy="4770054"/>
          </a:xfrm>
        </p:spPr>
        <p:txBody>
          <a:bodyPr>
            <a:normAutofit lnSpcReduction="10000"/>
          </a:bodyPr>
          <a:lstStyle/>
          <a:p>
            <a:endParaRPr lang="en-US" sz="2400" spc="-70">
              <a:latin typeface="Consolas" panose="020B0609020204030204" pitchFamily="49" charset="0"/>
            </a:endParaRPr>
          </a:p>
          <a:p>
            <a:r>
              <a:rPr lang="he-IL" sz="2400" spc="-70">
                <a:latin typeface="Consolas" panose="020B0609020204030204" pitchFamily="49" charset="0"/>
              </a:rPr>
              <a:t>דוגמה:</a:t>
            </a:r>
            <a:endParaRPr lang="en-US" sz="2400" spc="-70">
              <a:latin typeface="Consolas" panose="020B0609020204030204" pitchFamily="49" charset="0"/>
            </a:endParaRPr>
          </a:p>
          <a:p>
            <a:pPr algn="l" rtl="0"/>
            <a:r>
              <a:rPr lang="en-US" sz="2400" spc="-70">
                <a:latin typeface="Consolas" panose="020B0609020204030204" pitchFamily="49" charset="0"/>
              </a:rPr>
              <a:t>class Filter {</a:t>
            </a:r>
          </a:p>
          <a:p>
            <a:pPr algn="l" rtl="0"/>
            <a:r>
              <a:rPr lang="en-US" sz="2400" spc="-70">
                <a:latin typeface="Consolas" panose="020B0609020204030204" pitchFamily="49" charset="0"/>
              </a:rPr>
              <a:t>    const std::string _name;</a:t>
            </a:r>
          </a:p>
          <a:p>
            <a:pPr algn="l" rtl="0"/>
            <a:r>
              <a:rPr lang="en-US" sz="2400" spc="-70">
                <a:latin typeface="Consolas" panose="020B0609020204030204" pitchFamily="49" charset="0"/>
              </a:rPr>
              <a:t>    std::vector&lt;double&gt; _matrix;</a:t>
            </a:r>
          </a:p>
          <a:p>
            <a:pPr algn="l" rtl="0"/>
            <a:r>
              <a:rPr lang="en-US" sz="2400" spc="-70">
                <a:latin typeface="Consolas" panose="020B0609020204030204" pitchFamily="49" charset="0"/>
              </a:rPr>
              <a:t>public:</a:t>
            </a:r>
          </a:p>
          <a:p>
            <a:pPr algn="l" rtl="0"/>
            <a:r>
              <a:rPr lang="en-US" sz="2400" spc="-70">
                <a:latin typeface="Consolas" panose="020B0609020204030204" pitchFamily="49" charset="0"/>
              </a:rPr>
              <a:t>    Filter(const std::string &amp;name,</a:t>
            </a:r>
          </a:p>
          <a:p>
            <a:pPr algn="l" rtl="0"/>
            <a:r>
              <a:rPr lang="en-US" sz="2400" spc="-70">
                <a:latin typeface="Consolas" panose="020B0609020204030204" pitchFamily="49" charset="0"/>
              </a:rPr>
              <a:t>           std::vector&lt;double&gt; matrix)</a:t>
            </a:r>
          </a:p>
          <a:p>
            <a:pPr algn="l" rtl="0"/>
            <a:r>
              <a:rPr lang="en-US" sz="2400" spc="-70">
                <a:latin typeface="Consolas" panose="020B0609020204030204" pitchFamily="49" charset="0"/>
              </a:rPr>
              <a:t>        : _name(name), _matrix(matrix) {}</a:t>
            </a:r>
          </a:p>
          <a:p>
            <a:pPr algn="l" rtl="0"/>
            <a:r>
              <a:rPr lang="en-US" sz="2400" spc="-70">
                <a:latin typeface="Consolas" panose="020B0609020204030204" pitchFamily="49" charset="0"/>
              </a:rPr>
              <a:t>    apply(Image </a:t>
            </a:r>
            <a:r>
              <a:rPr lang="en-US" sz="2400" spc="-70" err="1">
                <a:latin typeface="Consolas" panose="020B0609020204030204" pitchFamily="49" charset="0"/>
              </a:rPr>
              <a:t>img</a:t>
            </a:r>
            <a:r>
              <a:rPr lang="en-US" sz="2400" spc="-70">
                <a:latin typeface="Consolas" panose="020B0609020204030204" pitchFamily="49" charset="0"/>
              </a:rPr>
              <a:t>) {…}</a:t>
            </a:r>
          </a:p>
          <a:p>
            <a:pPr algn="l" rtl="0"/>
            <a:r>
              <a:rPr lang="en-US" sz="2400" spc="-7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76729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C459C-415B-B1AA-4F49-AAC6BB209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E550AC3-0033-DEBF-D922-96949032E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he-IL">
                <a:effectLst/>
              </a:rPr>
              <a:t>מצביע חכם משותף</a:t>
            </a:r>
            <a:endParaRPr lang="en-US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89492F86-B5FD-5F06-F0D6-F90C047F0FE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394" y="1628980"/>
            <a:ext cx="7831137" cy="4770054"/>
          </a:xfrm>
        </p:spPr>
        <p:txBody>
          <a:bodyPr>
            <a:normAutofit lnSpcReduction="10000"/>
          </a:bodyPr>
          <a:lstStyle/>
          <a:p>
            <a:endParaRPr lang="he-IL" sz="2400" spc="-70">
              <a:latin typeface="Consolas" panose="020B0609020204030204" pitchFamily="49" charset="0"/>
            </a:endParaRPr>
          </a:p>
          <a:p>
            <a:pPr algn="l" rtl="0"/>
            <a:r>
              <a:rPr lang="en-US" sz="2400" spc="-70">
                <a:latin typeface="Consolas" panose="020B0609020204030204" pitchFamily="49" charset="0"/>
              </a:rPr>
              <a:t>class Image {</a:t>
            </a:r>
          </a:p>
          <a:p>
            <a:pPr algn="l" rtl="0"/>
            <a:r>
              <a:rPr lang="en-US" sz="2400" spc="-70">
                <a:latin typeface="Consolas" panose="020B0609020204030204" pitchFamily="49" charset="0"/>
              </a:rPr>
              <a:t>    Filter *_filter = </a:t>
            </a:r>
            <a:r>
              <a:rPr lang="en-US" sz="2400" spc="-70" err="1">
                <a:latin typeface="Consolas" panose="020B0609020204030204" pitchFamily="49" charset="0"/>
              </a:rPr>
              <a:t>nullptr</a:t>
            </a:r>
            <a:r>
              <a:rPr lang="en-US" sz="2400" spc="-70">
                <a:latin typeface="Consolas" panose="020B0609020204030204" pitchFamily="49" charset="0"/>
              </a:rPr>
              <a:t>;</a:t>
            </a:r>
          </a:p>
          <a:p>
            <a:pPr algn="l" rtl="0"/>
            <a:r>
              <a:rPr lang="en-US" sz="2400" spc="-70">
                <a:latin typeface="Consolas" panose="020B0609020204030204" pitchFamily="49" charset="0"/>
              </a:rPr>
              <a:t>public:</a:t>
            </a:r>
          </a:p>
          <a:p>
            <a:pPr algn="l" rtl="0"/>
            <a:r>
              <a:rPr lang="en-US" sz="2400" spc="-70">
                <a:latin typeface="Consolas" panose="020B0609020204030204" pitchFamily="49" charset="0"/>
              </a:rPr>
              <a:t>    </a:t>
            </a:r>
            <a:r>
              <a:rPr lang="en-US" sz="2400" spc="-70" err="1">
                <a:latin typeface="Consolas" panose="020B0609020204030204" pitchFamily="49" charset="0"/>
              </a:rPr>
              <a:t>setFilter</a:t>
            </a:r>
            <a:r>
              <a:rPr lang="en-US" sz="2400" spc="-70">
                <a:latin typeface="Consolas" panose="020B0609020204030204" pitchFamily="49" charset="0"/>
              </a:rPr>
              <a:t>(Filter *filter) {</a:t>
            </a:r>
          </a:p>
          <a:p>
            <a:pPr algn="l" rtl="0"/>
            <a:r>
              <a:rPr lang="en-US" sz="2400" spc="-70">
                <a:latin typeface="Consolas" panose="020B0609020204030204" pitchFamily="49" charset="0"/>
              </a:rPr>
              <a:t>        _filter = filter;</a:t>
            </a:r>
          </a:p>
          <a:p>
            <a:pPr algn="l" rtl="0"/>
            <a:r>
              <a:rPr lang="en-US" sz="2400" spc="-70">
                <a:latin typeface="Consolas" panose="020B0609020204030204" pitchFamily="49" charset="0"/>
              </a:rPr>
              <a:t>    }</a:t>
            </a:r>
          </a:p>
          <a:p>
            <a:pPr algn="l" rtl="0"/>
            <a:r>
              <a:rPr lang="en-US" sz="2400" spc="-70">
                <a:latin typeface="Consolas" panose="020B0609020204030204" pitchFamily="49" charset="0"/>
              </a:rPr>
              <a:t>    ⋮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e-IL" sz="2400" spc="-70">
                <a:latin typeface="Consolas" panose="020B0609020204030204" pitchFamily="49" charset="0"/>
              </a:rPr>
              <a:t>מי ה"בעלים" של המשאב...? מי אחראי לשחרר אותו?</a:t>
            </a:r>
            <a:br>
              <a:rPr lang="en-US" sz="2400" spc="-70">
                <a:latin typeface="Consolas" panose="020B0609020204030204" pitchFamily="49" charset="0"/>
              </a:rPr>
            </a:br>
            <a:r>
              <a:rPr lang="he-IL" sz="2400" spc="-70">
                <a:latin typeface="Consolas" panose="020B0609020204030204" pitchFamily="49" charset="0"/>
              </a:rPr>
              <a:t>(אני? מי שהעביר? צריך לזכור)</a:t>
            </a:r>
          </a:p>
          <a:p>
            <a:pPr marL="342900" indent="-342900" algn="r">
              <a:buFont typeface="Arial" panose="020B0604020202020204" pitchFamily="34" charset="0"/>
              <a:buChar char="•"/>
            </a:pPr>
            <a:r>
              <a:rPr lang="he-IL" sz="2400" spc="-70">
                <a:latin typeface="Consolas" panose="020B0609020204030204" pitchFamily="49" charset="0"/>
              </a:rPr>
              <a:t>אם ישחררו אותו בטעות לפני הזמן – קריסה!</a:t>
            </a:r>
            <a:endParaRPr lang="en-US" sz="2400" spc="-7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5328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78707-F2A9-7BBA-A896-FB1DC6696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F14FFCA-3999-5C36-9752-B8AB9F2F8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he-IL">
                <a:effectLst/>
              </a:rPr>
              <a:t>מצביע חכם משותף</a:t>
            </a:r>
            <a:endParaRPr lang="en-US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5B5318F7-B24F-8EB1-57D1-DB9D3505DF8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394" y="1628980"/>
            <a:ext cx="7831137" cy="4770054"/>
          </a:xfrm>
        </p:spPr>
        <p:txBody>
          <a:bodyPr>
            <a:normAutofit/>
          </a:bodyPr>
          <a:lstStyle/>
          <a:p>
            <a:r>
              <a:rPr lang="he-IL" sz="2400" spc="-70">
                <a:latin typeface="Consolas" panose="020B0609020204030204" pitchFamily="49" charset="0"/>
              </a:rPr>
              <a:t>דוגמה:</a:t>
            </a:r>
          </a:p>
          <a:p>
            <a:pPr algn="l" rtl="0"/>
            <a:r>
              <a:rPr lang="en-US" sz="2400" spc="-70">
                <a:latin typeface="Consolas" panose="020B0609020204030204" pitchFamily="49" charset="0"/>
              </a:rPr>
              <a:t>class Image {</a:t>
            </a:r>
          </a:p>
          <a:p>
            <a:pPr algn="l" rtl="0"/>
            <a:r>
              <a:rPr lang="en-US" sz="2400" spc="-70">
                <a:latin typeface="Consolas" panose="020B0609020204030204" pitchFamily="49" charset="0"/>
              </a:rPr>
              <a:t>    std::</a:t>
            </a:r>
            <a:r>
              <a:rPr lang="en-US" sz="2400" spc="-70" err="1">
                <a:latin typeface="Consolas" panose="020B0609020204030204" pitchFamily="49" charset="0"/>
              </a:rPr>
              <a:t>shared_ptr</a:t>
            </a:r>
            <a:r>
              <a:rPr lang="en-US" sz="2400" spc="-70">
                <a:latin typeface="Consolas" panose="020B0609020204030204" pitchFamily="49" charset="0"/>
              </a:rPr>
              <a:t>&lt;Filter&gt; _filter;</a:t>
            </a:r>
          </a:p>
          <a:p>
            <a:pPr algn="l" rtl="0"/>
            <a:r>
              <a:rPr lang="en-US" sz="2400" spc="-70">
                <a:latin typeface="Consolas" panose="020B0609020204030204" pitchFamily="49" charset="0"/>
              </a:rPr>
              <a:t>public:</a:t>
            </a:r>
          </a:p>
          <a:p>
            <a:pPr algn="l" rtl="0"/>
            <a:r>
              <a:rPr lang="en-US" sz="2400" spc="-70">
                <a:latin typeface="Consolas" panose="020B0609020204030204" pitchFamily="49" charset="0"/>
              </a:rPr>
              <a:t>    </a:t>
            </a:r>
            <a:r>
              <a:rPr lang="en-US" sz="2400" spc="-70" err="1">
                <a:latin typeface="Consolas" panose="020B0609020204030204" pitchFamily="49" charset="0"/>
              </a:rPr>
              <a:t>setFilter</a:t>
            </a:r>
            <a:r>
              <a:rPr lang="en-US" sz="2400" spc="-70">
                <a:latin typeface="Consolas" panose="020B0609020204030204" pitchFamily="49" charset="0"/>
              </a:rPr>
              <a:t>(std::</a:t>
            </a:r>
            <a:r>
              <a:rPr lang="en-US" sz="2400" spc="-70" err="1">
                <a:latin typeface="Consolas" panose="020B0609020204030204" pitchFamily="49" charset="0"/>
              </a:rPr>
              <a:t>shared_ptr</a:t>
            </a:r>
            <a:r>
              <a:rPr lang="en-US" sz="2400" spc="-70">
                <a:latin typeface="Consolas" panose="020B0609020204030204" pitchFamily="49" charset="0"/>
              </a:rPr>
              <a:t>&lt;Filter&gt; filter) {</a:t>
            </a:r>
          </a:p>
          <a:p>
            <a:pPr algn="l" rtl="0"/>
            <a:r>
              <a:rPr lang="en-US" sz="2400" spc="-70">
                <a:latin typeface="Consolas" panose="020B0609020204030204" pitchFamily="49" charset="0"/>
              </a:rPr>
              <a:t>        _filter = filter;</a:t>
            </a:r>
          </a:p>
          <a:p>
            <a:pPr algn="l" rtl="0"/>
            <a:r>
              <a:rPr lang="en-US" sz="2400" spc="-70">
                <a:latin typeface="Consolas" panose="020B0609020204030204" pitchFamily="49" charset="0"/>
              </a:rPr>
              <a:t>    }</a:t>
            </a:r>
          </a:p>
          <a:p>
            <a:pPr algn="l" rtl="0"/>
            <a:r>
              <a:rPr lang="en-US" sz="2400" spc="-70">
                <a:latin typeface="Consolas" panose="020B0609020204030204" pitchFamily="49" charset="0"/>
              </a:rPr>
              <a:t>    ⋮</a:t>
            </a:r>
          </a:p>
          <a:p>
            <a:pPr marL="342900" indent="-342900" algn="r">
              <a:buFont typeface="Arial" panose="020B0604020202020204" pitchFamily="34" charset="0"/>
              <a:buChar char="•"/>
            </a:pPr>
            <a:r>
              <a:rPr lang="he-IL" sz="2400" spc="-70">
                <a:latin typeface="Consolas" panose="020B0609020204030204" pitchFamily="49" charset="0"/>
              </a:rPr>
              <a:t>שחרור אוטומטי כשמספר הקישורים מגיע לאפס</a:t>
            </a:r>
          </a:p>
          <a:p>
            <a:pPr marL="342900" indent="-342900" algn="r">
              <a:buFont typeface="Arial" panose="020B0604020202020204" pitchFamily="34" charset="0"/>
              <a:buChar char="•"/>
            </a:pPr>
            <a:r>
              <a:rPr lang="he-IL" sz="2400" spc="-70">
                <a:latin typeface="Consolas" panose="020B0609020204030204" pitchFamily="49" charset="0"/>
              </a:rPr>
              <a:t>אי אפשר לשחרר בטעות לפני הזמן</a:t>
            </a:r>
            <a:endParaRPr lang="en-US" sz="2400" spc="-7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1487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3B9108-92F0-B655-6D43-2F06FD733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E5B36B9-3C1A-4E01-47E7-0495B03C1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he-IL">
                <a:effectLst/>
              </a:rPr>
              <a:t>מצביע חכם משותף</a:t>
            </a:r>
            <a:endParaRPr lang="en-US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2A68A748-A88C-98CD-EB5F-7598AFBABF0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394" y="1628980"/>
            <a:ext cx="7831137" cy="4770054"/>
          </a:xfrm>
        </p:spPr>
        <p:txBody>
          <a:bodyPr>
            <a:normAutofit fontScale="92500" lnSpcReduction="20000"/>
          </a:bodyPr>
          <a:lstStyle/>
          <a:p>
            <a:r>
              <a:rPr lang="he-IL" sz="2400" b="1" u="sng" spc="-70">
                <a:latin typeface="Consolas" panose="020B0609020204030204" pitchFamily="49" charset="0"/>
              </a:rPr>
              <a:t>שימוש</a:t>
            </a:r>
            <a:endParaRPr lang="en-US" sz="2400" b="1" u="sng" spc="-70">
              <a:latin typeface="Consolas" panose="020B0609020204030204" pitchFamily="49" charset="0"/>
            </a:endParaRPr>
          </a:p>
          <a:p>
            <a:endParaRPr lang="en-US" sz="2400" spc="-70">
              <a:latin typeface="Consolas" panose="020B06090202040302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e-IL" sz="2400" spc="-70">
                <a:latin typeface="Consolas" panose="020B0609020204030204" pitchFamily="49" charset="0"/>
              </a:rPr>
              <a:t>אפשרות אחת</a:t>
            </a:r>
          </a:p>
          <a:p>
            <a:pPr algn="l" rtl="0"/>
            <a:r>
              <a:rPr lang="en-US" sz="2400" spc="-150">
                <a:latin typeface="Consolas" panose="020B0609020204030204" pitchFamily="49" charset="0"/>
              </a:rPr>
              <a:t>std::</a:t>
            </a:r>
            <a:r>
              <a:rPr lang="en-US" sz="2400" spc="-150" err="1">
                <a:latin typeface="Consolas" panose="020B0609020204030204" pitchFamily="49" charset="0"/>
              </a:rPr>
              <a:t>shared_ptr</a:t>
            </a:r>
            <a:r>
              <a:rPr lang="en-US" sz="2400" spc="-150">
                <a:latin typeface="Consolas" panose="020B0609020204030204" pitchFamily="49" charset="0"/>
              </a:rPr>
              <a:t>&lt;Filter&gt; filter(new Filter(</a:t>
            </a:r>
            <a:r>
              <a:rPr lang="en-US" sz="2400" spc="-150" err="1">
                <a:latin typeface="Consolas" panose="020B0609020204030204" pitchFamily="49" charset="0"/>
              </a:rPr>
              <a:t>args</a:t>
            </a:r>
            <a:r>
              <a:rPr lang="en-US" sz="2400" spc="-150">
                <a:latin typeface="Consolas" panose="020B0609020204030204" pitchFamily="49" charset="0"/>
              </a:rPr>
              <a:t>…));</a:t>
            </a:r>
          </a:p>
          <a:p>
            <a:pPr marL="342900" indent="-342900" algn="r">
              <a:buFont typeface="Arial" panose="020B0604020202020204" pitchFamily="34" charset="0"/>
              <a:buChar char="•"/>
            </a:pPr>
            <a:endParaRPr lang="he-IL" sz="2400" spc="-70">
              <a:latin typeface="Consolas" panose="020B0609020204030204" pitchFamily="49" charset="0"/>
            </a:endParaRPr>
          </a:p>
          <a:p>
            <a:pPr marL="342900" indent="-342900" algn="r">
              <a:buFont typeface="Arial" panose="020B0604020202020204" pitchFamily="34" charset="0"/>
              <a:buChar char="•"/>
            </a:pPr>
            <a:r>
              <a:rPr lang="he-IL" sz="2400" spc="-70">
                <a:latin typeface="Consolas" panose="020B0609020204030204" pitchFamily="49" charset="0"/>
              </a:rPr>
              <a:t>אפשרות עדיפה</a:t>
            </a:r>
          </a:p>
          <a:p>
            <a:pPr algn="l" rtl="0"/>
            <a:r>
              <a:rPr lang="en-US" sz="2400" spc="-70">
                <a:latin typeface="Consolas" panose="020B0609020204030204" pitchFamily="49" charset="0"/>
              </a:rPr>
              <a:t>std::</a:t>
            </a:r>
            <a:r>
              <a:rPr lang="en-US" sz="2400" spc="-70" err="1">
                <a:latin typeface="Consolas" panose="020B0609020204030204" pitchFamily="49" charset="0"/>
              </a:rPr>
              <a:t>shared_ptr</a:t>
            </a:r>
            <a:r>
              <a:rPr lang="en-US" sz="2400" spc="-70">
                <a:latin typeface="Consolas" panose="020B0609020204030204" pitchFamily="49" charset="0"/>
              </a:rPr>
              <a:t>&lt;Filter&gt; filter</a:t>
            </a:r>
          </a:p>
          <a:p>
            <a:pPr algn="l" rtl="0"/>
            <a:r>
              <a:rPr lang="en-US" sz="2400" spc="-70">
                <a:latin typeface="Consolas" panose="020B0609020204030204" pitchFamily="49" charset="0"/>
              </a:rPr>
              <a:t>    = std::</a:t>
            </a:r>
            <a:r>
              <a:rPr lang="en-US" sz="2400" spc="-70" err="1">
                <a:latin typeface="Consolas" panose="020B0609020204030204" pitchFamily="49" charset="0"/>
              </a:rPr>
              <a:t>make_shared</a:t>
            </a:r>
            <a:r>
              <a:rPr lang="en-US" sz="2400" spc="-70">
                <a:latin typeface="Consolas" panose="020B0609020204030204" pitchFamily="49" charset="0"/>
              </a:rPr>
              <a:t>&lt;Filter&gt;(</a:t>
            </a:r>
            <a:r>
              <a:rPr lang="en-US" sz="2400" spc="-70" err="1">
                <a:latin typeface="Consolas" panose="020B0609020204030204" pitchFamily="49" charset="0"/>
              </a:rPr>
              <a:t>args</a:t>
            </a:r>
            <a:r>
              <a:rPr lang="en-US" sz="2400" spc="-70">
                <a:latin typeface="Consolas" panose="020B0609020204030204" pitchFamily="49" charset="0"/>
              </a:rPr>
              <a:t>…);</a:t>
            </a:r>
            <a:endParaRPr lang="he-IL" sz="2400" spc="-70">
              <a:latin typeface="Consolas" panose="020B0609020204030204" pitchFamily="49" charset="0"/>
            </a:endParaRPr>
          </a:p>
          <a:p>
            <a:pPr marL="342900" indent="-342900" algn="r">
              <a:buFont typeface="Arial" panose="020B0604020202020204" pitchFamily="34" charset="0"/>
              <a:buChar char="•"/>
            </a:pPr>
            <a:r>
              <a:rPr lang="he-IL" sz="2400" spc="-70">
                <a:latin typeface="Consolas" panose="020B0609020204030204" pitchFamily="49" charset="0"/>
              </a:rPr>
              <a:t>למה עדיף?</a:t>
            </a:r>
          </a:p>
          <a:p>
            <a:pPr marL="342900" indent="-342900" algn="r">
              <a:buFontTx/>
              <a:buChar char="-"/>
            </a:pPr>
            <a:r>
              <a:rPr lang="he-IL" sz="2400" spc="-70">
                <a:latin typeface="Consolas" panose="020B0609020204030204" pitchFamily="49" charset="0"/>
              </a:rPr>
              <a:t>בטיחות (למקרה של </a:t>
            </a:r>
            <a:r>
              <a:rPr lang="en-US" sz="2400" spc="-70">
                <a:latin typeface="Consolas" panose="020B0609020204030204" pitchFamily="49" charset="0"/>
              </a:rPr>
              <a:t>exception</a:t>
            </a:r>
            <a:r>
              <a:rPr lang="he-IL" sz="2400" spc="-70">
                <a:latin typeface="Consolas" panose="020B0609020204030204" pitchFamily="49" charset="0"/>
              </a:rPr>
              <a:t>)</a:t>
            </a:r>
          </a:p>
          <a:p>
            <a:pPr marL="342900" indent="-342900" algn="r">
              <a:buFontTx/>
              <a:buChar char="-"/>
            </a:pPr>
            <a:r>
              <a:rPr lang="he-IL" sz="2400" spc="-70">
                <a:latin typeface="Consolas" panose="020B0609020204030204" pitchFamily="49" charset="0"/>
              </a:rPr>
              <a:t>יעילות זיכרון (שם את ה </a:t>
            </a:r>
            <a:r>
              <a:rPr lang="en-US" sz="2400" spc="-70">
                <a:latin typeface="Consolas" panose="020B0609020204030204" pitchFamily="49" charset="0"/>
              </a:rPr>
              <a:t>ref count</a:t>
            </a:r>
            <a:r>
              <a:rPr lang="he-IL" sz="2400" spc="-70">
                <a:latin typeface="Consolas" panose="020B0609020204030204" pitchFamily="49" charset="0"/>
              </a:rPr>
              <a:t> באותו בלוק)</a:t>
            </a:r>
          </a:p>
          <a:p>
            <a:pPr marL="342900" indent="-342900" algn="r">
              <a:buFontTx/>
              <a:buChar char="-"/>
            </a:pPr>
            <a:r>
              <a:rPr lang="he-IL" sz="2400" spc="-70">
                <a:latin typeface="Consolas" panose="020B0609020204030204" pitchFamily="49" charset="0"/>
              </a:rPr>
              <a:t>מהירות (הקצאה אחת במקום שתיים)</a:t>
            </a:r>
          </a:p>
          <a:p>
            <a:pPr marL="342900" indent="-342900" algn="r">
              <a:buFontTx/>
              <a:buChar char="-"/>
            </a:pPr>
            <a:r>
              <a:rPr lang="he-IL" sz="2400" spc="-70">
                <a:latin typeface="Consolas" panose="020B0609020204030204" pitchFamily="49" charset="0"/>
              </a:rPr>
              <a:t>עקביות ו </a:t>
            </a:r>
            <a:r>
              <a:rPr lang="en-US" sz="2400" spc="-70">
                <a:latin typeface="Consolas" panose="020B0609020204030204" pitchFamily="49" charset="0"/>
              </a:rPr>
              <a:t>“best practice”</a:t>
            </a:r>
            <a:endParaRPr lang="he-IL" sz="2400" spc="-7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0074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ABDC16-CEBC-1805-7467-4C935706D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5C6857C-2F3E-7E25-8E5E-5379A396C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he-IL">
                <a:effectLst/>
              </a:rPr>
              <a:t>פונקציות </a:t>
            </a:r>
            <a:r>
              <a:rPr lang="he-IL" err="1">
                <a:effectLst/>
              </a:rPr>
              <a:t>דיפולטיות</a:t>
            </a:r>
            <a:endParaRPr lang="en-US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8EA00681-883E-32CD-ADD8-749C32ECB8A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394" y="1448978"/>
            <a:ext cx="7831137" cy="4950056"/>
          </a:xfrm>
        </p:spPr>
        <p:txBody>
          <a:bodyPr>
            <a:normAutofit/>
          </a:bodyPr>
          <a:lstStyle/>
          <a:p>
            <a:r>
              <a:rPr lang="he-IL" sz="2000" spc="-70">
                <a:latin typeface="Consolas" panose="020B0609020204030204" pitchFamily="49" charset="0"/>
              </a:rPr>
              <a:t>כשמגדירים בנאי כלשהו, הקומפיילר מפסיק לייצר את הגרסה </a:t>
            </a:r>
            <a:r>
              <a:rPr lang="he-IL" sz="2000" spc="-70" err="1">
                <a:latin typeface="Consolas" panose="020B0609020204030204" pitchFamily="49" charset="0"/>
              </a:rPr>
              <a:t>הדיפולטית</a:t>
            </a:r>
            <a:endParaRPr lang="he-IL" sz="2000" spc="-70">
              <a:latin typeface="Consolas" panose="020B0609020204030204" pitchFamily="49" charset="0"/>
            </a:endParaRPr>
          </a:p>
          <a:p>
            <a:endParaRPr lang="he-IL" sz="2000" spc="-70">
              <a:latin typeface="Consolas" panose="020B0609020204030204" pitchFamily="49" charset="0"/>
            </a:endParaRPr>
          </a:p>
          <a:p>
            <a:pPr algn="l" rtl="0"/>
            <a:r>
              <a:rPr lang="en-US" sz="2000" spc="-70">
                <a:latin typeface="Consolas" panose="020B0609020204030204" pitchFamily="49" charset="0"/>
              </a:rPr>
              <a:t>Image::Image(int width, int height, char *bytes)</a:t>
            </a:r>
          </a:p>
          <a:p>
            <a:pPr algn="l" rtl="0"/>
            <a:r>
              <a:rPr lang="en-US" sz="2000" spc="-70">
                <a:latin typeface="Consolas" panose="020B0609020204030204" pitchFamily="49" charset="0"/>
              </a:rPr>
              <a:t>    : _width(width, _height(height), </a:t>
            </a:r>
          </a:p>
          <a:p>
            <a:pPr algn="l" rtl="0"/>
            <a:r>
              <a:rPr lang="en-US" sz="2000" spc="-70">
                <a:latin typeface="Consolas" panose="020B0609020204030204" pitchFamily="49" charset="0"/>
              </a:rPr>
              <a:t>      _bytes(bytes, bytes + width*height) {} </a:t>
            </a:r>
          </a:p>
          <a:p>
            <a:pPr algn="l" rtl="0"/>
            <a:endParaRPr lang="en-US" sz="2000" spc="-70">
              <a:latin typeface="Consolas" panose="020B0609020204030204" pitchFamily="49" charset="0"/>
            </a:endParaRPr>
          </a:p>
          <a:p>
            <a:pPr algn="l" rtl="0"/>
            <a:r>
              <a:rPr lang="en-US" sz="2000" spc="-70">
                <a:latin typeface="Consolas" panose="020B0609020204030204" pitchFamily="49" charset="0"/>
              </a:rPr>
              <a:t>// no default constructor created</a:t>
            </a:r>
          </a:p>
          <a:p>
            <a:pPr algn="l" rtl="0"/>
            <a:endParaRPr lang="en-US" sz="2000" spc="-70">
              <a:latin typeface="Consolas" panose="020B0609020204030204" pitchFamily="49" charset="0"/>
            </a:endParaRPr>
          </a:p>
          <a:p>
            <a:pPr marL="342900" indent="-342900" algn="r">
              <a:buFont typeface="Arial" panose="020B0604020202020204" pitchFamily="34" charset="0"/>
              <a:buChar char="•"/>
            </a:pPr>
            <a:r>
              <a:rPr lang="he-IL" sz="2000" spc="-70">
                <a:latin typeface="Consolas" panose="020B0609020204030204" pitchFamily="49" charset="0"/>
              </a:rPr>
              <a:t>מה אם רוצים בנאי </a:t>
            </a:r>
            <a:r>
              <a:rPr lang="he-IL" sz="2000" spc="-70" err="1">
                <a:latin typeface="Consolas" panose="020B0609020204030204" pitchFamily="49" charset="0"/>
              </a:rPr>
              <a:t>דיפולטי</a:t>
            </a:r>
            <a:r>
              <a:rPr lang="he-IL" sz="2000" spc="-70">
                <a:latin typeface="Consolas" panose="020B0609020204030204" pitchFamily="49" charset="0"/>
              </a:rPr>
              <a:t> בכל זאת?</a:t>
            </a:r>
            <a:endParaRPr lang="en-US" sz="2000" spc="-70">
              <a:latin typeface="Consolas" panose="020B0609020204030204" pitchFamily="49" charset="0"/>
            </a:endParaRPr>
          </a:p>
          <a:p>
            <a:pPr marL="342900" indent="-342900" algn="r">
              <a:buFontTx/>
              <a:buChar char="-"/>
            </a:pPr>
            <a:r>
              <a:rPr lang="he-IL" sz="2000" spc="-70">
                <a:latin typeface="Consolas" panose="020B0609020204030204" pitchFamily="49" charset="0"/>
              </a:rPr>
              <a:t>אפשר לכתוב אותו במפורש</a:t>
            </a:r>
          </a:p>
          <a:p>
            <a:pPr marL="342900" indent="-342900" algn="r">
              <a:buFontTx/>
              <a:buChar char="-"/>
            </a:pPr>
            <a:r>
              <a:rPr lang="he-IL" sz="2000" spc="-70">
                <a:latin typeface="Consolas" panose="020B0609020204030204" pitchFamily="49" charset="0"/>
              </a:rPr>
              <a:t>יותר קל, לכתוב בתוך המחלקה:</a:t>
            </a:r>
          </a:p>
          <a:p>
            <a:pPr algn="l" rtl="0"/>
            <a:r>
              <a:rPr lang="en-US" sz="2000" spc="-70">
                <a:latin typeface="Consolas" panose="020B0609020204030204" pitchFamily="49" charset="0"/>
              </a:rPr>
              <a:t>Image() = default;</a:t>
            </a:r>
            <a:endParaRPr lang="he-IL" sz="2000" spc="-70">
              <a:latin typeface="Consolas" panose="020B0609020204030204" pitchFamily="49" charset="0"/>
            </a:endParaRPr>
          </a:p>
          <a:p>
            <a:pPr algn="r"/>
            <a:endParaRPr lang="en-US" sz="2000" spc="-7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8062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F5C13-80D3-086C-99D7-B479573B7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0567B88-BE28-E865-652E-E1B726A1A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>
                <a:effectLst/>
              </a:rPr>
              <a:t>פונקציות </a:t>
            </a:r>
            <a:r>
              <a:rPr lang="he-IL" err="1">
                <a:effectLst/>
              </a:rPr>
              <a:t>דיפולטיות</a:t>
            </a:r>
            <a:endParaRPr lang="en-US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ABB43F21-FC77-1E79-7779-086D0D93189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394" y="1628980"/>
            <a:ext cx="7831137" cy="4770054"/>
          </a:xfrm>
        </p:spPr>
        <p:txBody>
          <a:bodyPr>
            <a:normAutofit/>
          </a:bodyPr>
          <a:lstStyle/>
          <a:p>
            <a:r>
              <a:rPr lang="he-IL" sz="2000" spc="-70">
                <a:latin typeface="+mn-lt"/>
              </a:rPr>
              <a:t>אם מממשים בנאי-העתקה הקומפיילר לא ייצור בנאי-העברה </a:t>
            </a:r>
            <a:r>
              <a:rPr lang="he-IL" sz="2000" spc="-70" err="1">
                <a:latin typeface="+mn-lt"/>
              </a:rPr>
              <a:t>דיפולטי</a:t>
            </a:r>
            <a:endParaRPr lang="he-IL" sz="2000" spc="-70">
              <a:latin typeface="+mn-lt"/>
            </a:endParaRPr>
          </a:p>
          <a:p>
            <a:pPr algn="l" rtl="0"/>
            <a:r>
              <a:rPr lang="en-US" sz="2000" spc="-70">
                <a:latin typeface="Consolas" panose="020B0609020204030204" pitchFamily="49" charset="0"/>
              </a:rPr>
              <a:t>class Image </a:t>
            </a:r>
          </a:p>
          <a:p>
            <a:pPr algn="l" rtl="0"/>
            <a:r>
              <a:rPr lang="en-US" sz="2000" spc="-70">
                <a:latin typeface="Consolas" panose="020B0609020204030204" pitchFamily="49" charset="0"/>
              </a:rPr>
              <a:t>{</a:t>
            </a:r>
          </a:p>
          <a:p>
            <a:pPr algn="l" rtl="0"/>
            <a:r>
              <a:rPr lang="en-US" sz="2000" spc="-70">
                <a:latin typeface="Consolas" panose="020B0609020204030204" pitchFamily="49" charset="0"/>
              </a:rPr>
              <a:t>public:</a:t>
            </a:r>
          </a:p>
          <a:p>
            <a:pPr algn="l" rtl="0"/>
            <a:r>
              <a:rPr lang="en-US" sz="2000" spc="-70">
                <a:latin typeface="Consolas" panose="020B0609020204030204" pitchFamily="49" charset="0"/>
              </a:rPr>
              <a:t>    Image(const Image &amp;other) </a:t>
            </a:r>
          </a:p>
          <a:p>
            <a:pPr algn="l" rtl="0"/>
            <a:r>
              <a:rPr lang="en-US" sz="2000" spc="-70">
                <a:latin typeface="Consolas" panose="020B0609020204030204" pitchFamily="49" charset="0"/>
              </a:rPr>
              <a:t>    {</a:t>
            </a:r>
          </a:p>
          <a:p>
            <a:pPr algn="l" rtl="0"/>
            <a:r>
              <a:rPr lang="en-US" sz="2000" spc="-70">
                <a:latin typeface="Consolas" panose="020B0609020204030204" pitchFamily="49" charset="0"/>
              </a:rPr>
              <a:t>        ⋮</a:t>
            </a:r>
          </a:p>
          <a:p>
            <a:pPr algn="l" rtl="0"/>
            <a:r>
              <a:rPr lang="en-US" sz="2000" spc="-70">
                <a:latin typeface="Consolas" panose="020B0609020204030204" pitchFamily="49" charset="0"/>
              </a:rPr>
              <a:t>        std::</a:t>
            </a:r>
            <a:r>
              <a:rPr lang="en-US" sz="2000" spc="-70" err="1">
                <a:latin typeface="Consolas" panose="020B0609020204030204" pitchFamily="49" charset="0"/>
              </a:rPr>
              <a:t>cout</a:t>
            </a:r>
            <a:r>
              <a:rPr lang="en-US" sz="2000" spc="-70">
                <a:latin typeface="Consolas" panose="020B0609020204030204" pitchFamily="49" charset="0"/>
              </a:rPr>
              <a:t> &lt;&lt; “copy constructor called…”;</a:t>
            </a:r>
          </a:p>
          <a:p>
            <a:pPr algn="l" rtl="0"/>
            <a:r>
              <a:rPr lang="en-US" sz="2000" spc="-70">
                <a:latin typeface="Consolas" panose="020B0609020204030204" pitchFamily="49" charset="0"/>
              </a:rPr>
              <a:t>    }</a:t>
            </a:r>
          </a:p>
          <a:p>
            <a:pPr algn="l" rtl="0"/>
            <a:r>
              <a:rPr lang="en-US" sz="2000" spc="-70">
                <a:latin typeface="Consolas" panose="020B0609020204030204" pitchFamily="49" charset="0"/>
              </a:rPr>
              <a:t>    Image(Image &amp;&amp;other) = default;</a:t>
            </a:r>
          </a:p>
          <a:p>
            <a:pPr algn="l" rtl="0"/>
            <a:r>
              <a:rPr lang="en-US" sz="2000" spc="-70">
                <a:latin typeface="Consolas" panose="020B0609020204030204" pitchFamily="49" charset="0"/>
              </a:rPr>
              <a:t>}</a:t>
            </a:r>
            <a:endParaRPr lang="he-IL" sz="2000" spc="-7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7277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BB49C-806D-AC65-8834-AF6EFB250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7E9A55E-F6E9-28D8-C383-0292ADD2E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>
                <a:effectLst/>
              </a:rPr>
              <a:t>פונקציות </a:t>
            </a:r>
            <a:r>
              <a:rPr lang="he-IL" err="1">
                <a:effectLst/>
              </a:rPr>
              <a:t>דיפולטיות</a:t>
            </a:r>
            <a:endParaRPr lang="en-US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61D556E7-6EA7-AF4C-9FAF-75FF5B98B47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394" y="1628980"/>
            <a:ext cx="7831137" cy="4770054"/>
          </a:xfrm>
        </p:spPr>
        <p:txBody>
          <a:bodyPr>
            <a:normAutofit/>
          </a:bodyPr>
          <a:lstStyle/>
          <a:p>
            <a:r>
              <a:rPr lang="he-IL" sz="2000" spc="-70">
                <a:latin typeface="+mn-lt"/>
              </a:rPr>
              <a:t>מה אם בכוונה </a:t>
            </a:r>
            <a:r>
              <a:rPr lang="he-IL" sz="2000" u="sng" spc="-70">
                <a:latin typeface="+mn-lt"/>
              </a:rPr>
              <a:t>לא רוצים</a:t>
            </a:r>
            <a:r>
              <a:rPr lang="he-IL" sz="2000" spc="-70">
                <a:latin typeface="+mn-lt"/>
              </a:rPr>
              <a:t> בנאי מסוים?</a:t>
            </a:r>
          </a:p>
          <a:p>
            <a:pPr algn="l" rtl="0"/>
            <a:r>
              <a:rPr lang="en-US" sz="2000" spc="-70">
                <a:latin typeface="Consolas" panose="020B0609020204030204" pitchFamily="49" charset="0"/>
              </a:rPr>
              <a:t>class </a:t>
            </a:r>
            <a:r>
              <a:rPr lang="en-US" sz="2000" spc="-70" err="1">
                <a:latin typeface="Consolas" panose="020B0609020204030204" pitchFamily="49" charset="0"/>
              </a:rPr>
              <a:t>NoCopy</a:t>
            </a:r>
            <a:endParaRPr lang="en-US" sz="2000" spc="-70">
              <a:latin typeface="Consolas" panose="020B0609020204030204" pitchFamily="49" charset="0"/>
            </a:endParaRPr>
          </a:p>
          <a:p>
            <a:pPr algn="l" rtl="0"/>
            <a:r>
              <a:rPr lang="en-US" sz="2000" spc="-70">
                <a:latin typeface="Consolas" panose="020B0609020204030204" pitchFamily="49" charset="0"/>
              </a:rPr>
              <a:t>{</a:t>
            </a:r>
          </a:p>
          <a:p>
            <a:pPr algn="l" rtl="0"/>
            <a:r>
              <a:rPr lang="en-US" sz="2000" spc="-70">
                <a:latin typeface="Consolas" panose="020B0609020204030204" pitchFamily="49" charset="0"/>
              </a:rPr>
              <a:t>    // a class that uses RAII</a:t>
            </a:r>
          </a:p>
          <a:p>
            <a:pPr algn="l" rtl="0"/>
            <a:r>
              <a:rPr lang="en-US" sz="2000" spc="-70">
                <a:latin typeface="Consolas" panose="020B0609020204030204" pitchFamily="49" charset="0"/>
              </a:rPr>
              <a:t>    // default: </a:t>
            </a:r>
            <a:r>
              <a:rPr lang="en-US" sz="2000" spc="-70" err="1">
                <a:latin typeface="Consolas" panose="020B0609020204030204" pitchFamily="49" charset="0"/>
              </a:rPr>
              <a:t>ctor</a:t>
            </a:r>
            <a:r>
              <a:rPr lang="en-US" sz="2000" spc="-70">
                <a:latin typeface="Consolas" panose="020B0609020204030204" pitchFamily="49" charset="0"/>
              </a:rPr>
              <a:t>, move </a:t>
            </a:r>
            <a:r>
              <a:rPr lang="en-US" sz="2000" spc="-70" err="1">
                <a:latin typeface="Consolas" panose="020B0609020204030204" pitchFamily="49" charset="0"/>
              </a:rPr>
              <a:t>ctor</a:t>
            </a:r>
            <a:r>
              <a:rPr lang="en-US" sz="2000" spc="-70">
                <a:latin typeface="Consolas" panose="020B0609020204030204" pitchFamily="49" charset="0"/>
              </a:rPr>
              <a:t>, move assignment operator</a:t>
            </a:r>
          </a:p>
          <a:p>
            <a:pPr algn="l" rtl="0"/>
            <a:r>
              <a:rPr lang="en-US" sz="2000" spc="-70">
                <a:latin typeface="Consolas" panose="020B0609020204030204" pitchFamily="49" charset="0"/>
              </a:rPr>
              <a:t>    </a:t>
            </a:r>
            <a:r>
              <a:rPr lang="en-US" sz="2000" spc="-70" err="1">
                <a:latin typeface="Consolas" panose="020B0609020204030204" pitchFamily="49" charset="0"/>
              </a:rPr>
              <a:t>NoCopy</a:t>
            </a:r>
            <a:r>
              <a:rPr lang="en-US" sz="2000" spc="-70">
                <a:latin typeface="Consolas" panose="020B0609020204030204" pitchFamily="49" charset="0"/>
              </a:rPr>
              <a:t>(const </a:t>
            </a:r>
            <a:r>
              <a:rPr lang="en-US" sz="2000" spc="-70" err="1">
                <a:latin typeface="Consolas" panose="020B0609020204030204" pitchFamily="49" charset="0"/>
              </a:rPr>
              <a:t>NoCopy</a:t>
            </a:r>
            <a:r>
              <a:rPr lang="en-US" sz="2000" spc="-70">
                <a:latin typeface="Consolas" panose="020B0609020204030204" pitchFamily="49" charset="0"/>
              </a:rPr>
              <a:t>&amp;) = delete;</a:t>
            </a:r>
          </a:p>
          <a:p>
            <a:pPr algn="l" rtl="0"/>
            <a:r>
              <a:rPr lang="en-US" sz="2000" spc="-70">
                <a:latin typeface="Consolas" panose="020B0609020204030204" pitchFamily="49" charset="0"/>
              </a:rPr>
              <a:t>    </a:t>
            </a:r>
            <a:r>
              <a:rPr lang="en-US" sz="2000" spc="-70" err="1">
                <a:latin typeface="Consolas" panose="020B0609020204030204" pitchFamily="49" charset="0"/>
              </a:rPr>
              <a:t>NoCopy</a:t>
            </a:r>
            <a:r>
              <a:rPr lang="en-US" sz="2000" spc="-70">
                <a:latin typeface="Consolas" panose="020B0609020204030204" pitchFamily="49" charset="0"/>
              </a:rPr>
              <a:t>&amp; operator=(const </a:t>
            </a:r>
            <a:r>
              <a:rPr lang="en-US" sz="2000" spc="-70" err="1">
                <a:latin typeface="Consolas" panose="020B0609020204030204" pitchFamily="49" charset="0"/>
              </a:rPr>
              <a:t>NoCopy</a:t>
            </a:r>
            <a:r>
              <a:rPr lang="en-US" sz="2000" spc="-70">
                <a:latin typeface="Consolas" panose="020B0609020204030204" pitchFamily="49" charset="0"/>
              </a:rPr>
              <a:t>&amp;) = delete;</a:t>
            </a:r>
          </a:p>
          <a:p>
            <a:pPr algn="l" rtl="0"/>
            <a:r>
              <a:rPr lang="en-US" sz="2000" spc="-70">
                <a:latin typeface="Consolas" panose="020B0609020204030204" pitchFamily="49" charset="0"/>
              </a:rPr>
              <a:t>}</a:t>
            </a:r>
          </a:p>
          <a:p>
            <a:pPr algn="l" rtl="0"/>
            <a:endParaRPr lang="en-US" sz="2000" spc="-70">
              <a:latin typeface="Consolas" panose="020B0609020204030204" pitchFamily="49" charset="0"/>
            </a:endParaRPr>
          </a:p>
          <a:p>
            <a:pPr marL="342900" indent="-342900" algn="r">
              <a:buFont typeface="Arial" panose="020B0604020202020204" pitchFamily="34" charset="0"/>
              <a:buChar char="•"/>
            </a:pPr>
            <a:r>
              <a:rPr lang="he-IL" sz="2000" spc="-70">
                <a:latin typeface="Consolas" panose="020B0609020204030204" pitchFamily="49" charset="0"/>
              </a:rPr>
              <a:t>(הערה: בחתימה בלבד לא חייבים את שמות המשתנים...)</a:t>
            </a:r>
          </a:p>
        </p:txBody>
      </p:sp>
    </p:spTree>
    <p:extLst>
      <p:ext uri="{BB962C8B-B14F-4D97-AF65-F5344CB8AC3E}">
        <p14:creationId xmlns:p14="http://schemas.microsoft.com/office/powerpoint/2010/main" val="3901756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69D6A-FF3E-324A-B5BC-C747B993C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B6B83DC-ECF0-F317-2C0F-5B1E1D6A0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he-IL">
                <a:effectLst/>
              </a:rPr>
              <a:t>העלמת העתקה (</a:t>
            </a:r>
            <a:r>
              <a:rPr lang="en-US">
                <a:effectLst/>
              </a:rPr>
              <a:t>copy </a:t>
            </a:r>
            <a:r>
              <a:rPr lang="en-US" err="1">
                <a:effectLst/>
              </a:rPr>
              <a:t>elison</a:t>
            </a:r>
            <a:r>
              <a:rPr lang="he-IL">
                <a:effectLst/>
              </a:rPr>
              <a:t>)</a:t>
            </a:r>
            <a:endParaRPr lang="en-US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064AB0A7-9E43-0BB3-AD53-EDC226451C3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394" y="1628980"/>
            <a:ext cx="7831137" cy="4770054"/>
          </a:xfrm>
        </p:spPr>
        <p:txBody>
          <a:bodyPr>
            <a:normAutofit/>
          </a:bodyPr>
          <a:lstStyle/>
          <a:p>
            <a:r>
              <a:rPr lang="he-IL" sz="2000" spc="-70"/>
              <a:t>מ </a:t>
            </a:r>
            <a:r>
              <a:rPr lang="en-US" sz="2000" spc="-70"/>
              <a:t>C++ 11</a:t>
            </a:r>
            <a:r>
              <a:rPr lang="he-IL" sz="2000" spc="-70"/>
              <a:t>: אופטימיזציה של ערך מוחזר (</a:t>
            </a:r>
            <a:r>
              <a:rPr lang="en-US" sz="2000" spc="-70"/>
              <a:t>RVO</a:t>
            </a:r>
            <a:r>
              <a:rPr lang="he-IL" sz="2000" spc="-70"/>
              <a:t>)</a:t>
            </a:r>
          </a:p>
          <a:p>
            <a:pPr algn="l" rtl="0"/>
            <a:r>
              <a:rPr lang="en-US" sz="2000" spc="-70">
                <a:latin typeface="+mn-lt"/>
              </a:rPr>
              <a:t>RVO = Return Value Optimization</a:t>
            </a:r>
            <a:endParaRPr lang="he-IL" sz="2000" spc="-70"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e-IL" sz="2000" spc="-70"/>
              <a:t>אופטימיזציה בהחזרה של </a:t>
            </a:r>
            <a:r>
              <a:rPr lang="en-US" sz="2000" spc="-70" err="1"/>
              <a:t>rvalue</a:t>
            </a:r>
            <a:endParaRPr lang="he-IL" sz="2000" spc="-70"/>
          </a:p>
          <a:p>
            <a:pPr algn="l" rtl="0">
              <a:spcBef>
                <a:spcPts val="0"/>
              </a:spcBef>
            </a:pPr>
            <a:r>
              <a:rPr lang="en-US" sz="2000" spc="-70">
                <a:latin typeface="Consolas" panose="020B0609020204030204" pitchFamily="49" charset="0"/>
              </a:rPr>
              <a:t>Image </a:t>
            </a:r>
            <a:r>
              <a:rPr lang="en-US" sz="2000" spc="-70" err="1">
                <a:latin typeface="Consolas" panose="020B0609020204030204" pitchFamily="49" charset="0"/>
              </a:rPr>
              <a:t>myPicture</a:t>
            </a:r>
            <a:r>
              <a:rPr lang="en-US" sz="2000" spc="-70">
                <a:latin typeface="Consolas" panose="020B0609020204030204" pitchFamily="49" charset="0"/>
              </a:rPr>
              <a:t>()</a:t>
            </a:r>
          </a:p>
          <a:p>
            <a:pPr algn="l" rtl="0">
              <a:spcBef>
                <a:spcPts val="0"/>
              </a:spcBef>
            </a:pPr>
            <a:r>
              <a:rPr lang="en-US" sz="2000" spc="-70">
                <a:latin typeface="Consolas" panose="020B0609020204030204" pitchFamily="49" charset="0"/>
              </a:rPr>
              <a:t>{</a:t>
            </a:r>
          </a:p>
          <a:p>
            <a:pPr algn="l" rtl="0">
              <a:spcBef>
                <a:spcPts val="0"/>
              </a:spcBef>
            </a:pPr>
            <a:r>
              <a:rPr lang="en-US" sz="2000" spc="-70">
                <a:latin typeface="Consolas" panose="020B0609020204030204" pitchFamily="49" charset="0"/>
              </a:rPr>
              <a:t>    char *bytes = …;</a:t>
            </a:r>
          </a:p>
          <a:p>
            <a:pPr algn="l" rtl="0">
              <a:spcBef>
                <a:spcPts val="0"/>
              </a:spcBef>
            </a:pPr>
            <a:r>
              <a:rPr lang="en-US" sz="2000" spc="-70">
                <a:latin typeface="Consolas" panose="020B0609020204030204" pitchFamily="49" charset="0"/>
              </a:rPr>
              <a:t>    // </a:t>
            </a:r>
            <a:r>
              <a:rPr lang="he-IL" sz="2000" spc="-70">
                <a:latin typeface="Consolas" panose="020B0609020204030204" pitchFamily="49" charset="0"/>
              </a:rPr>
              <a:t>הכנת התמונה</a:t>
            </a:r>
            <a:endParaRPr lang="en-US" sz="2000" spc="-70">
              <a:latin typeface="Consolas" panose="020B0609020204030204" pitchFamily="49" charset="0"/>
            </a:endParaRPr>
          </a:p>
          <a:p>
            <a:pPr algn="l" rtl="0">
              <a:spcBef>
                <a:spcPts val="0"/>
              </a:spcBef>
            </a:pPr>
            <a:r>
              <a:rPr lang="en-US" sz="2000" spc="-70">
                <a:latin typeface="Consolas" panose="020B0609020204030204" pitchFamily="49" charset="0"/>
              </a:rPr>
              <a:t>    return Image(1080, 1920, bytes);</a:t>
            </a:r>
          </a:p>
          <a:p>
            <a:pPr algn="l" rtl="0">
              <a:spcBef>
                <a:spcPts val="0"/>
              </a:spcBef>
            </a:pPr>
            <a:r>
              <a:rPr lang="en-US" sz="2000" spc="-70">
                <a:latin typeface="Consolas" panose="020B0609020204030204" pitchFamily="49" charset="0"/>
              </a:rPr>
              <a:t>}</a:t>
            </a:r>
            <a:endParaRPr lang="he-IL" sz="2000" spc="-70">
              <a:latin typeface="Consolas" panose="020B0609020204030204" pitchFamily="49" charset="0"/>
            </a:endParaRPr>
          </a:p>
          <a:p>
            <a:pPr algn="l" rtl="0">
              <a:spcBef>
                <a:spcPts val="0"/>
              </a:spcBef>
            </a:pPr>
            <a:r>
              <a:rPr lang="en-US" sz="2000" spc="-70">
                <a:latin typeface="Consolas" panose="020B0609020204030204" pitchFamily="49" charset="0"/>
              </a:rPr>
              <a:t>⋮</a:t>
            </a:r>
          </a:p>
          <a:p>
            <a:pPr algn="l" rtl="0">
              <a:spcBef>
                <a:spcPts val="0"/>
              </a:spcBef>
            </a:pPr>
            <a:r>
              <a:rPr lang="en-US" sz="2000" spc="-70">
                <a:latin typeface="Consolas" panose="020B0609020204030204" pitchFamily="49" charset="0"/>
              </a:rPr>
              <a:t>Image </a:t>
            </a:r>
            <a:r>
              <a:rPr lang="en-US" sz="2000" spc="-70" err="1">
                <a:latin typeface="Consolas" panose="020B0609020204030204" pitchFamily="49" charset="0"/>
              </a:rPr>
              <a:t>img</a:t>
            </a:r>
            <a:r>
              <a:rPr lang="en-US" sz="2000" spc="-70">
                <a:latin typeface="Consolas" panose="020B0609020204030204" pitchFamily="49" charset="0"/>
              </a:rPr>
              <a:t> = </a:t>
            </a:r>
            <a:r>
              <a:rPr lang="en-US" sz="2000" spc="-70" err="1">
                <a:latin typeface="Consolas" panose="020B0609020204030204" pitchFamily="49" charset="0"/>
              </a:rPr>
              <a:t>myPicture</a:t>
            </a:r>
            <a:r>
              <a:rPr lang="en-US" sz="2000" spc="-70">
                <a:latin typeface="Consolas" panose="020B0609020204030204" pitchFamily="49" charset="0"/>
              </a:rPr>
              <a:t>();</a:t>
            </a:r>
          </a:p>
          <a:p>
            <a:pPr marL="342900" indent="-342900" algn="r">
              <a:buFont typeface="Arial" panose="020B0604020202020204" pitchFamily="34" charset="0"/>
              <a:buChar char="•"/>
            </a:pPr>
            <a:r>
              <a:rPr lang="he-IL" sz="2000" spc="-70">
                <a:latin typeface="Consolas" panose="020B0609020204030204" pitchFamily="49" charset="0"/>
              </a:rPr>
              <a:t>לכאורה: העתקה</a:t>
            </a:r>
          </a:p>
          <a:p>
            <a:pPr marL="342900" indent="-342900" algn="r">
              <a:buFont typeface="Arial" panose="020B0604020202020204" pitchFamily="34" charset="0"/>
              <a:buChar char="•"/>
            </a:pPr>
            <a:r>
              <a:rPr lang="he-IL" sz="2000" spc="-70">
                <a:latin typeface="Consolas" panose="020B0609020204030204" pitchFamily="49" charset="0"/>
              </a:rPr>
              <a:t>בפועל (מגרסה 17 - תמיד): הפונקציה תכתוב ישירות ל </a:t>
            </a:r>
            <a:r>
              <a:rPr lang="en-US" sz="2000" spc="-70" err="1">
                <a:latin typeface="Consolas" panose="020B0609020204030204" pitchFamily="49" charset="0"/>
              </a:rPr>
              <a:t>img</a:t>
            </a:r>
            <a:endParaRPr lang="he-IL" sz="2000" spc="-70">
              <a:latin typeface="Consolas" panose="020B0609020204030204" pitchFamily="49" charset="0"/>
            </a:endParaRPr>
          </a:p>
          <a:p>
            <a:pPr marL="342900" indent="-342900" algn="r">
              <a:buFont typeface="Arial" panose="020B0604020202020204" pitchFamily="34" charset="0"/>
              <a:buChar char="•"/>
            </a:pPr>
            <a:r>
              <a:rPr lang="he-IL" sz="2000" spc="-70">
                <a:latin typeface="Consolas" panose="020B0609020204030204" pitchFamily="49" charset="0"/>
              </a:rPr>
              <a:t>המשתנה הזמני "ייעלם"</a:t>
            </a:r>
          </a:p>
        </p:txBody>
      </p:sp>
    </p:spTree>
    <p:extLst>
      <p:ext uri="{BB962C8B-B14F-4D97-AF65-F5344CB8AC3E}">
        <p14:creationId xmlns:p14="http://schemas.microsoft.com/office/powerpoint/2010/main" val="4038912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2A116-C5C4-2199-F15D-4629F7B9F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185A4B7-9D54-E94F-D557-15A8FD9F2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he-IL">
                <a:effectLst/>
              </a:rPr>
              <a:t>העלמת העתקה (</a:t>
            </a:r>
            <a:r>
              <a:rPr lang="en-US">
                <a:effectLst/>
              </a:rPr>
              <a:t>copy </a:t>
            </a:r>
            <a:r>
              <a:rPr lang="en-US" err="1">
                <a:effectLst/>
              </a:rPr>
              <a:t>elison</a:t>
            </a:r>
            <a:r>
              <a:rPr lang="he-IL">
                <a:effectLst/>
              </a:rPr>
              <a:t>)</a:t>
            </a:r>
            <a:endParaRPr lang="en-US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9084A5A9-48E7-0528-5EDE-F9F969EA01B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394" y="1628980"/>
            <a:ext cx="7831137" cy="4770054"/>
          </a:xfrm>
        </p:spPr>
        <p:txBody>
          <a:bodyPr>
            <a:normAutofit/>
          </a:bodyPr>
          <a:lstStyle/>
          <a:p>
            <a:r>
              <a:rPr lang="he-IL" sz="2000" spc="-70"/>
              <a:t>אופטימיזציה של ערך מוחזר עם שם (</a:t>
            </a:r>
            <a:r>
              <a:rPr lang="en-US" sz="2000" spc="-70"/>
              <a:t>NRVO</a:t>
            </a:r>
            <a:r>
              <a:rPr lang="he-IL" sz="2000" spc="-70"/>
              <a:t>)</a:t>
            </a:r>
          </a:p>
          <a:p>
            <a:pPr algn="l" rtl="0"/>
            <a:r>
              <a:rPr lang="en-US" sz="2000" spc="-70">
                <a:latin typeface="+mn-lt"/>
              </a:rPr>
              <a:t>NRVO = Named Return Value Optimization</a:t>
            </a:r>
            <a:endParaRPr lang="he-IL" sz="2000" spc="-70">
              <a:latin typeface="+mn-lt"/>
            </a:endParaRPr>
          </a:p>
          <a:p>
            <a:pPr marL="342900" indent="-342900" algn="r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he-IL" sz="2000" spc="-70">
                <a:latin typeface="+mn-lt"/>
              </a:rPr>
              <a:t>אופטימיזציה בהחזרה של </a:t>
            </a:r>
            <a:r>
              <a:rPr lang="en-US" sz="2000" spc="-70">
                <a:latin typeface="+mn-lt"/>
              </a:rPr>
              <a:t>lvalue</a:t>
            </a:r>
          </a:p>
          <a:p>
            <a:pPr algn="l" rtl="0">
              <a:spcBef>
                <a:spcPts val="0"/>
              </a:spcBef>
            </a:pPr>
            <a:r>
              <a:rPr lang="en-US" sz="2000" spc="-70">
                <a:latin typeface="Consolas" panose="020B0609020204030204" pitchFamily="49" charset="0"/>
              </a:rPr>
              <a:t>Image </a:t>
            </a:r>
            <a:r>
              <a:rPr lang="en-US" sz="2000" spc="-70" err="1">
                <a:latin typeface="Consolas" panose="020B0609020204030204" pitchFamily="49" charset="0"/>
              </a:rPr>
              <a:t>myPicture</a:t>
            </a:r>
            <a:r>
              <a:rPr lang="en-US" sz="2000" spc="-70">
                <a:latin typeface="Consolas" panose="020B0609020204030204" pitchFamily="49" charset="0"/>
              </a:rPr>
              <a:t>()</a:t>
            </a:r>
          </a:p>
          <a:p>
            <a:pPr algn="l" rtl="0">
              <a:spcBef>
                <a:spcPts val="0"/>
              </a:spcBef>
            </a:pPr>
            <a:r>
              <a:rPr lang="en-US" sz="2000" spc="-70">
                <a:latin typeface="Consolas" panose="020B0609020204030204" pitchFamily="49" charset="0"/>
              </a:rPr>
              <a:t>{</a:t>
            </a:r>
          </a:p>
          <a:p>
            <a:pPr algn="l" rtl="0">
              <a:spcBef>
                <a:spcPts val="0"/>
              </a:spcBef>
            </a:pPr>
            <a:r>
              <a:rPr lang="en-US" sz="2000" spc="-70">
                <a:latin typeface="Consolas" panose="020B0609020204030204" pitchFamily="49" charset="0"/>
              </a:rPr>
              <a:t>    Image pic(1080, 1920, …);</a:t>
            </a:r>
          </a:p>
          <a:p>
            <a:pPr algn="l" rtl="0">
              <a:spcBef>
                <a:spcPts val="0"/>
              </a:spcBef>
            </a:pPr>
            <a:r>
              <a:rPr lang="en-US" sz="2000" spc="-70">
                <a:latin typeface="Consolas" panose="020B0609020204030204" pitchFamily="49" charset="0"/>
              </a:rPr>
              <a:t>    // </a:t>
            </a:r>
            <a:r>
              <a:rPr lang="he-IL" sz="2000" spc="-70">
                <a:latin typeface="Consolas" panose="020B0609020204030204" pitchFamily="49" charset="0"/>
              </a:rPr>
              <a:t>הכנת התמונה</a:t>
            </a:r>
            <a:endParaRPr lang="en-US" sz="2000" spc="-70">
              <a:latin typeface="Consolas" panose="020B0609020204030204" pitchFamily="49" charset="0"/>
            </a:endParaRPr>
          </a:p>
          <a:p>
            <a:pPr algn="l" rtl="0">
              <a:spcBef>
                <a:spcPts val="0"/>
              </a:spcBef>
            </a:pPr>
            <a:r>
              <a:rPr lang="en-US" sz="2000" spc="-70">
                <a:latin typeface="Consolas" panose="020B0609020204030204" pitchFamily="49" charset="0"/>
              </a:rPr>
              <a:t>    return pic;</a:t>
            </a:r>
          </a:p>
          <a:p>
            <a:pPr algn="l" rtl="0">
              <a:spcBef>
                <a:spcPts val="0"/>
              </a:spcBef>
            </a:pPr>
            <a:r>
              <a:rPr lang="en-US" sz="2000" spc="-70">
                <a:latin typeface="Consolas" panose="020B0609020204030204" pitchFamily="49" charset="0"/>
              </a:rPr>
              <a:t>}</a:t>
            </a:r>
            <a:endParaRPr lang="he-IL" sz="2000" spc="-70">
              <a:latin typeface="Consolas" panose="020B0609020204030204" pitchFamily="49" charset="0"/>
            </a:endParaRPr>
          </a:p>
          <a:p>
            <a:pPr algn="l" rtl="0">
              <a:spcBef>
                <a:spcPts val="0"/>
              </a:spcBef>
            </a:pPr>
            <a:r>
              <a:rPr lang="en-US" sz="2000" spc="-70">
                <a:latin typeface="Consolas" panose="020B0609020204030204" pitchFamily="49" charset="0"/>
              </a:rPr>
              <a:t>⋮</a:t>
            </a:r>
          </a:p>
          <a:p>
            <a:pPr algn="l" rtl="0">
              <a:spcBef>
                <a:spcPts val="0"/>
              </a:spcBef>
            </a:pPr>
            <a:r>
              <a:rPr lang="en-US" sz="2000" spc="-70">
                <a:latin typeface="Consolas" panose="020B0609020204030204" pitchFamily="49" charset="0"/>
              </a:rPr>
              <a:t>Image </a:t>
            </a:r>
            <a:r>
              <a:rPr lang="en-US" sz="2000" spc="-70" err="1">
                <a:latin typeface="Consolas" panose="020B0609020204030204" pitchFamily="49" charset="0"/>
              </a:rPr>
              <a:t>img</a:t>
            </a:r>
            <a:r>
              <a:rPr lang="en-US" sz="2000" spc="-70">
                <a:latin typeface="Consolas" panose="020B0609020204030204" pitchFamily="49" charset="0"/>
              </a:rPr>
              <a:t> = </a:t>
            </a:r>
            <a:r>
              <a:rPr lang="en-US" sz="2000" spc="-70" err="1">
                <a:latin typeface="Consolas" panose="020B0609020204030204" pitchFamily="49" charset="0"/>
              </a:rPr>
              <a:t>myPicture</a:t>
            </a:r>
            <a:r>
              <a:rPr lang="en-US" sz="2000" spc="-70">
                <a:latin typeface="Consolas" panose="020B0609020204030204" pitchFamily="49" charset="0"/>
              </a:rPr>
              <a:t>();</a:t>
            </a:r>
          </a:p>
          <a:p>
            <a:pPr marL="342900" indent="-342900" algn="r">
              <a:buFont typeface="Arial" panose="020B0604020202020204" pitchFamily="34" charset="0"/>
              <a:buChar char="•"/>
            </a:pPr>
            <a:r>
              <a:rPr lang="he-IL" sz="2000" spc="-70">
                <a:latin typeface="Consolas" panose="020B0609020204030204" pitchFamily="49" charset="0"/>
              </a:rPr>
              <a:t>לכאורה זה העתקה</a:t>
            </a:r>
          </a:p>
          <a:p>
            <a:pPr marL="342900" indent="-342900" algn="r">
              <a:buFont typeface="Arial" panose="020B0604020202020204" pitchFamily="34" charset="0"/>
              <a:buChar char="•"/>
            </a:pPr>
            <a:r>
              <a:rPr lang="he-IL" sz="2000" spc="-70">
                <a:latin typeface="Consolas" panose="020B0609020204030204" pitchFamily="49" charset="0"/>
              </a:rPr>
              <a:t>בפועל תהיה </a:t>
            </a:r>
            <a:r>
              <a:rPr lang="he-IL" sz="2000" spc="-70" err="1">
                <a:latin typeface="Consolas" panose="020B0609020204030204" pitchFamily="49" charset="0"/>
              </a:rPr>
              <a:t>אופטימיזציית</a:t>
            </a:r>
            <a:r>
              <a:rPr lang="he-IL" sz="2000" spc="-70">
                <a:latin typeface="Consolas" panose="020B0609020204030204" pitchFamily="49" charset="0"/>
              </a:rPr>
              <a:t> </a:t>
            </a:r>
            <a:r>
              <a:rPr lang="en-US" sz="2000" spc="-70">
                <a:latin typeface="Consolas" panose="020B0609020204030204" pitchFamily="49" charset="0"/>
              </a:rPr>
              <a:t>NRVO</a:t>
            </a:r>
            <a:r>
              <a:rPr lang="he-IL" sz="2000" spc="-70">
                <a:latin typeface="Consolas" panose="020B0609020204030204" pitchFamily="49" charset="0"/>
              </a:rPr>
              <a:t> - הפונקציה תכתוב ישירות ל </a:t>
            </a:r>
            <a:r>
              <a:rPr lang="en-US" sz="2000" spc="-70" err="1">
                <a:latin typeface="Consolas" panose="020B0609020204030204" pitchFamily="49" charset="0"/>
              </a:rPr>
              <a:t>img</a:t>
            </a:r>
            <a:endParaRPr lang="he-IL" sz="2000" spc="-7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1613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DCAA4-8A00-3B4D-3E0C-67C8CA810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451AF75-0FFD-859E-40E4-F9A555D93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he-IL">
                <a:effectLst/>
              </a:rPr>
              <a:t>העלמת העתקה (</a:t>
            </a:r>
            <a:r>
              <a:rPr lang="en-US">
                <a:effectLst/>
              </a:rPr>
              <a:t>copy </a:t>
            </a:r>
            <a:r>
              <a:rPr lang="en-US" err="1">
                <a:effectLst/>
              </a:rPr>
              <a:t>elison</a:t>
            </a:r>
            <a:r>
              <a:rPr lang="he-IL">
                <a:effectLst/>
              </a:rPr>
              <a:t>)</a:t>
            </a:r>
            <a:endParaRPr lang="en-US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F1369151-B0DC-668F-E4D8-64C7FF76FB9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394" y="1628980"/>
            <a:ext cx="7831137" cy="4770054"/>
          </a:xfrm>
        </p:spPr>
        <p:txBody>
          <a:bodyPr>
            <a:normAutofit/>
          </a:bodyPr>
          <a:lstStyle/>
          <a:p>
            <a:r>
              <a:rPr lang="he-IL" sz="2000" spc="-70">
                <a:latin typeface="+mn-lt"/>
              </a:rPr>
              <a:t>מה יקרה אם נשתמש ב </a:t>
            </a:r>
            <a:r>
              <a:rPr lang="en-US" sz="2000" spc="-70">
                <a:latin typeface="+mn-lt"/>
              </a:rPr>
              <a:t>std::move</a:t>
            </a:r>
            <a:r>
              <a:rPr lang="he-IL" sz="2000" spc="-70">
                <a:latin typeface="+mn-lt"/>
              </a:rPr>
              <a:t>?</a:t>
            </a:r>
            <a:endParaRPr lang="en-US" sz="2000" spc="-70">
              <a:latin typeface="+mn-lt"/>
            </a:endParaRPr>
          </a:p>
          <a:p>
            <a:pPr algn="l" rtl="0">
              <a:spcBef>
                <a:spcPts val="0"/>
              </a:spcBef>
            </a:pPr>
            <a:r>
              <a:rPr lang="en-US" sz="2000" spc="-70">
                <a:latin typeface="Consolas" panose="020B0609020204030204" pitchFamily="49" charset="0"/>
              </a:rPr>
              <a:t>Image </a:t>
            </a:r>
            <a:r>
              <a:rPr lang="en-US" sz="2000" spc="-70" err="1">
                <a:latin typeface="Consolas" panose="020B0609020204030204" pitchFamily="49" charset="0"/>
              </a:rPr>
              <a:t>myPicture</a:t>
            </a:r>
            <a:r>
              <a:rPr lang="en-US" sz="2000" spc="-70">
                <a:latin typeface="Consolas" panose="020B0609020204030204" pitchFamily="49" charset="0"/>
              </a:rPr>
              <a:t>()</a:t>
            </a:r>
          </a:p>
          <a:p>
            <a:pPr algn="l" rtl="0">
              <a:spcBef>
                <a:spcPts val="0"/>
              </a:spcBef>
            </a:pPr>
            <a:r>
              <a:rPr lang="en-US" sz="2000" spc="-70">
                <a:latin typeface="Consolas" panose="020B0609020204030204" pitchFamily="49" charset="0"/>
              </a:rPr>
              <a:t>{</a:t>
            </a:r>
          </a:p>
          <a:p>
            <a:pPr algn="l" rtl="0">
              <a:spcBef>
                <a:spcPts val="0"/>
              </a:spcBef>
            </a:pPr>
            <a:r>
              <a:rPr lang="en-US" sz="2000" spc="-70">
                <a:latin typeface="Consolas" panose="020B0609020204030204" pitchFamily="49" charset="0"/>
              </a:rPr>
              <a:t>    Image pic(1080, 1920, …);</a:t>
            </a:r>
          </a:p>
          <a:p>
            <a:pPr algn="l" rtl="0">
              <a:spcBef>
                <a:spcPts val="0"/>
              </a:spcBef>
            </a:pPr>
            <a:r>
              <a:rPr lang="en-US" sz="2000" spc="-70">
                <a:latin typeface="Consolas" panose="020B0609020204030204" pitchFamily="49" charset="0"/>
              </a:rPr>
              <a:t>    // </a:t>
            </a:r>
            <a:r>
              <a:rPr lang="he-IL" sz="2000" spc="-70">
                <a:latin typeface="Consolas" panose="020B0609020204030204" pitchFamily="49" charset="0"/>
              </a:rPr>
              <a:t>הכנת התמונה</a:t>
            </a:r>
            <a:endParaRPr lang="en-US" sz="2000" spc="-70">
              <a:latin typeface="Consolas" panose="020B0609020204030204" pitchFamily="49" charset="0"/>
            </a:endParaRPr>
          </a:p>
          <a:p>
            <a:pPr algn="l" rtl="0">
              <a:spcBef>
                <a:spcPts val="0"/>
              </a:spcBef>
            </a:pPr>
            <a:r>
              <a:rPr lang="en-US" sz="2000" spc="-70">
                <a:latin typeface="Consolas" panose="020B0609020204030204" pitchFamily="49" charset="0"/>
              </a:rPr>
              <a:t>    return std::move(pic); // </a:t>
            </a:r>
            <a:r>
              <a:rPr lang="he-IL" sz="2000" spc="-70">
                <a:latin typeface="Consolas" panose="020B0609020204030204" pitchFamily="49" charset="0"/>
              </a:rPr>
              <a:t>לא רעיון טוב!</a:t>
            </a:r>
            <a:endParaRPr lang="en-US" sz="2000" spc="-70">
              <a:latin typeface="Consolas" panose="020B0609020204030204" pitchFamily="49" charset="0"/>
            </a:endParaRPr>
          </a:p>
          <a:p>
            <a:pPr algn="l" rtl="0">
              <a:spcBef>
                <a:spcPts val="0"/>
              </a:spcBef>
            </a:pPr>
            <a:r>
              <a:rPr lang="en-US" sz="2000" spc="-70">
                <a:latin typeface="Consolas" panose="020B0609020204030204" pitchFamily="49" charset="0"/>
              </a:rPr>
              <a:t>}</a:t>
            </a:r>
            <a:endParaRPr lang="he-IL" sz="2000" spc="-70">
              <a:latin typeface="Consolas" panose="020B0609020204030204" pitchFamily="49" charset="0"/>
            </a:endParaRPr>
          </a:p>
          <a:p>
            <a:pPr algn="l" rtl="0">
              <a:spcBef>
                <a:spcPts val="0"/>
              </a:spcBef>
            </a:pPr>
            <a:r>
              <a:rPr lang="en-US" sz="2000" spc="-70">
                <a:latin typeface="Consolas" panose="020B0609020204030204" pitchFamily="49" charset="0"/>
              </a:rPr>
              <a:t>⋮</a:t>
            </a:r>
          </a:p>
          <a:p>
            <a:pPr algn="l" rtl="0">
              <a:spcBef>
                <a:spcPts val="0"/>
              </a:spcBef>
            </a:pPr>
            <a:r>
              <a:rPr lang="en-US" sz="2000" spc="-70">
                <a:latin typeface="Consolas" panose="020B0609020204030204" pitchFamily="49" charset="0"/>
              </a:rPr>
              <a:t>Image </a:t>
            </a:r>
            <a:r>
              <a:rPr lang="en-US" sz="2000" spc="-70" err="1">
                <a:latin typeface="Consolas" panose="020B0609020204030204" pitchFamily="49" charset="0"/>
              </a:rPr>
              <a:t>img</a:t>
            </a:r>
            <a:r>
              <a:rPr lang="en-US" sz="2000" spc="-70">
                <a:latin typeface="Consolas" panose="020B0609020204030204" pitchFamily="49" charset="0"/>
              </a:rPr>
              <a:t> = </a:t>
            </a:r>
            <a:r>
              <a:rPr lang="en-US" sz="2000" spc="-70" err="1">
                <a:latin typeface="Consolas" panose="020B0609020204030204" pitchFamily="49" charset="0"/>
              </a:rPr>
              <a:t>myPicture</a:t>
            </a:r>
            <a:r>
              <a:rPr lang="en-US" sz="2000" spc="-70">
                <a:latin typeface="Consolas" panose="020B0609020204030204" pitchFamily="49" charset="0"/>
              </a:rPr>
              <a:t>();</a:t>
            </a:r>
          </a:p>
          <a:p>
            <a:pPr algn="r">
              <a:spcBef>
                <a:spcPts val="1800"/>
              </a:spcBef>
            </a:pPr>
            <a:r>
              <a:rPr lang="he-IL" sz="2000" spc="-70">
                <a:latin typeface="Consolas" panose="020B0609020204030204" pitchFamily="49" charset="0"/>
              </a:rPr>
              <a:t>למה זה לא רעיון טוב?</a:t>
            </a:r>
          </a:p>
          <a:p>
            <a:pPr marL="342900" indent="-342900" algn="r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he-IL" sz="2000" spc="-70">
                <a:latin typeface="Consolas" panose="020B0609020204030204" pitchFamily="49" charset="0"/>
              </a:rPr>
              <a:t>זה מכריח את הקומפיילר להשתמש בבנאי העברה במקום </a:t>
            </a:r>
            <a:r>
              <a:rPr lang="en-US" sz="2000" spc="-70">
                <a:latin typeface="Consolas" panose="020B0609020204030204" pitchFamily="49" charset="0"/>
              </a:rPr>
              <a:t>RVO</a:t>
            </a:r>
            <a:r>
              <a:rPr lang="he-IL" sz="2000" spc="-70">
                <a:latin typeface="Consolas" panose="020B0609020204030204" pitchFamily="49" charset="0"/>
              </a:rPr>
              <a:t> !</a:t>
            </a:r>
          </a:p>
          <a:p>
            <a:pPr marL="342900" indent="-34290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he-IL" sz="2000" spc="-70">
                <a:latin typeface="Consolas" panose="020B0609020204030204" pitchFamily="49" charset="0"/>
              </a:rPr>
              <a:t>ובלי </a:t>
            </a:r>
            <a:r>
              <a:rPr lang="en-US" sz="2000" spc="-70">
                <a:latin typeface="Consolas" panose="020B0609020204030204" pitchFamily="49" charset="0"/>
              </a:rPr>
              <a:t>std::move</a:t>
            </a:r>
            <a:r>
              <a:rPr lang="he-IL" sz="2000" spc="-70">
                <a:latin typeface="Consolas" panose="020B0609020204030204" pitchFamily="49" charset="0"/>
              </a:rPr>
              <a:t> </a:t>
            </a:r>
            <a:r>
              <a:rPr lang="he-IL" sz="2000" spc="-70" err="1">
                <a:latin typeface="Consolas" panose="020B0609020204030204" pitchFamily="49" charset="0"/>
              </a:rPr>
              <a:t>הקונפיילר</a:t>
            </a:r>
            <a:r>
              <a:rPr lang="he-IL" sz="2000" spc="-70">
                <a:latin typeface="Consolas" panose="020B0609020204030204" pitchFamily="49" charset="0"/>
              </a:rPr>
              <a:t> למעשה ישתמש </a:t>
            </a:r>
            <a:r>
              <a:rPr lang="he-IL" sz="2000" u="sng" spc="-70">
                <a:latin typeface="Consolas" panose="020B0609020204030204" pitchFamily="49" charset="0"/>
              </a:rPr>
              <a:t>אוטומטית</a:t>
            </a:r>
            <a:r>
              <a:rPr lang="he-IL" sz="2000" spc="-70">
                <a:latin typeface="Consolas" panose="020B0609020204030204" pitchFamily="49" charset="0"/>
              </a:rPr>
              <a:t> בבנאי העברה</a:t>
            </a:r>
            <a:br>
              <a:rPr lang="en-US" sz="2000" spc="-70">
                <a:latin typeface="Consolas" panose="020B0609020204030204" pitchFamily="49" charset="0"/>
              </a:rPr>
            </a:br>
            <a:r>
              <a:rPr lang="he-IL" sz="2000" spc="-70">
                <a:latin typeface="Consolas" panose="020B0609020204030204" pitchFamily="49" charset="0"/>
              </a:rPr>
              <a:t>(הוא יודע שסיימת להשתמש באובייקט כי זה בשלב ה </a:t>
            </a:r>
            <a:r>
              <a:rPr lang="en-US" sz="2000" spc="-70">
                <a:latin typeface="Consolas" panose="020B0609020204030204" pitchFamily="49" charset="0"/>
              </a:rPr>
              <a:t>return</a:t>
            </a:r>
            <a:r>
              <a:rPr lang="he-IL" sz="2000" spc="-70"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761929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07484C-A600-0F78-C391-99F7C9FBA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A737D2F-F9DD-1188-0A24-036ACEFB8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he-IL" dirty="0">
                <a:effectLst/>
              </a:rPr>
              <a:t>סיכום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E692005-BE89-CA5B-ABFE-1AF59A361F1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0498" y="1539697"/>
            <a:ext cx="7831137" cy="4859337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Rule of Zero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he-IL" dirty="0"/>
              <a:t>השתמשו ב </a:t>
            </a:r>
            <a:r>
              <a:rPr lang="en-US" dirty="0"/>
              <a:t>RAII</a:t>
            </a:r>
            <a:r>
              <a:rPr lang="he-IL" dirty="0"/>
              <a:t> כך שהקומפיילר ייצור עבורכם את הפונקציות</a:t>
            </a:r>
          </a:p>
          <a:p>
            <a:r>
              <a:rPr lang="en-US" b="1" dirty="0"/>
              <a:t>Smart Pointers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he-IL" dirty="0"/>
              <a:t>השתמשו ב </a:t>
            </a:r>
            <a:r>
              <a:rPr lang="en-US" dirty="0" err="1"/>
              <a:t>unique_ptr</a:t>
            </a:r>
            <a:r>
              <a:rPr lang="he-IL" dirty="0"/>
              <a:t> לבעלות בלעדית </a:t>
            </a:r>
            <a:r>
              <a:rPr lang="he-IL" dirty="0" err="1"/>
              <a:t>וב</a:t>
            </a:r>
            <a:r>
              <a:rPr lang="he-IL" dirty="0"/>
              <a:t> </a:t>
            </a:r>
            <a:r>
              <a:rPr lang="en-US" dirty="0" err="1"/>
              <a:t>shared_ptr</a:t>
            </a:r>
            <a:r>
              <a:rPr lang="he-IL" dirty="0"/>
              <a:t> לבעלות משותפת</a:t>
            </a:r>
          </a:p>
          <a:p>
            <a:r>
              <a:rPr lang="en-US" b="1" dirty="0"/>
              <a:t>RVO / NRVO</a:t>
            </a:r>
            <a:endParaRPr lang="he-IL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he-IL" dirty="0"/>
              <a:t>הקומפיילר יבצע אופטימיזציה לערכים מוחזרים</a:t>
            </a:r>
            <a:br>
              <a:rPr lang="en-US" dirty="0"/>
            </a:br>
            <a:r>
              <a:rPr lang="he-IL" dirty="0"/>
              <a:t>אל תשתמשו ב </a:t>
            </a:r>
            <a:r>
              <a:rPr lang="en-US" dirty="0"/>
              <a:t>std::move</a:t>
            </a:r>
            <a:r>
              <a:rPr lang="he-IL" dirty="0"/>
              <a:t> בפקודת </a:t>
            </a:r>
            <a:r>
              <a:rPr lang="en-US" dirty="0"/>
              <a:t>return</a:t>
            </a:r>
            <a:endParaRPr lang="he-IL" dirty="0"/>
          </a:p>
          <a:p>
            <a:r>
              <a:rPr lang="he-IL" b="1" dirty="0"/>
              <a:t>פונקציות ברירת מחדל ומחיקת פונקציות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he-IL" dirty="0"/>
              <a:t>השתמשו ב </a:t>
            </a:r>
            <a:r>
              <a:rPr lang="en-US" dirty="0"/>
              <a:t>default</a:t>
            </a:r>
            <a:r>
              <a:rPr lang="he-IL" dirty="0"/>
              <a:t> ו </a:t>
            </a:r>
            <a:r>
              <a:rPr lang="en-US" dirty="0"/>
              <a:t>delete</a:t>
            </a:r>
            <a:r>
              <a:rPr lang="he-IL" dirty="0"/>
              <a:t> כדי לשלוט באופן מפורש באיזה פונקציות הקומפיילר יוצר עבורכם</a:t>
            </a:r>
          </a:p>
        </p:txBody>
      </p:sp>
    </p:spTree>
    <p:extLst>
      <p:ext uri="{BB962C8B-B14F-4D97-AF65-F5344CB8AC3E}">
        <p14:creationId xmlns:p14="http://schemas.microsoft.com/office/powerpoint/2010/main" val="1038329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Words>2076</Words>
  <Application>Microsoft Office PowerPoint</Application>
  <PresentationFormat>On-screen Show (4:3)</PresentationFormat>
  <Paragraphs>403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0" baseType="lpstr">
      <vt:lpstr>Aptos</vt:lpstr>
      <vt:lpstr>Arial</vt:lpstr>
      <vt:lpstr>Calibri</vt:lpstr>
      <vt:lpstr>Consolas</vt:lpstr>
      <vt:lpstr>Wingdings</vt:lpstr>
      <vt:lpstr>Office Theme</vt:lpstr>
      <vt:lpstr>פרק 5 חוק החמישה  וחוק האפס</vt:lpstr>
      <vt:lpstr>ערך מיקום (lvalue)</vt:lpstr>
      <vt:lpstr>ערך זמני (rvalue)</vt:lpstr>
      <vt:lpstr>קישור קבוע ל lvalue</vt:lpstr>
      <vt:lpstr>אופרטור העברה std::move</vt:lpstr>
      <vt:lpstr>סמנטיקת העברה</vt:lpstr>
      <vt:lpstr>קישור ל rvalue</vt:lpstr>
      <vt:lpstr>בנאי-העברה</vt:lpstr>
      <vt:lpstr>בנאי-העברה</vt:lpstr>
      <vt:lpstr>בנאי-העברה</vt:lpstr>
      <vt:lpstr>בנאי-העברה</vt:lpstr>
      <vt:lpstr>בנאי-העברה</vt:lpstr>
      <vt:lpstr>בנאי-העברה</vt:lpstr>
      <vt:lpstr>בנאי-העברה</vt:lpstr>
      <vt:lpstr>אופרטור העברה</vt:lpstr>
      <vt:lpstr>אופרטור העברה</vt:lpstr>
      <vt:lpstr>חוק החמישה</vt:lpstr>
      <vt:lpstr>ניהול משאבים אוטומטי RAII</vt:lpstr>
      <vt:lpstr>ניהול משאבים אוטומטי RAII</vt:lpstr>
      <vt:lpstr>חוק האפס</vt:lpstr>
      <vt:lpstr>מצביע חכם ייחודי</vt:lpstr>
      <vt:lpstr>מצביע חכם ייחודי</vt:lpstr>
      <vt:lpstr>מצביע חכם משותף</vt:lpstr>
      <vt:lpstr>מצביע חכם משותף</vt:lpstr>
      <vt:lpstr>מצביע חכם משותף</vt:lpstr>
      <vt:lpstr>מצביע חכם משותף</vt:lpstr>
      <vt:lpstr>מצביע חכם משותף</vt:lpstr>
      <vt:lpstr>פונקציות דיפולטיות</vt:lpstr>
      <vt:lpstr>פונקציות דיפולטיות</vt:lpstr>
      <vt:lpstr>פונקציות דיפולטיות</vt:lpstr>
      <vt:lpstr>העלמת העתקה (copy elison)</vt:lpstr>
      <vt:lpstr>העלמת העתקה (copy elison)</vt:lpstr>
      <vt:lpstr>העלמת העתקה (copy elison)</vt:lpstr>
      <vt:lpstr>סיכום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Tal R.</dc:creator>
  <cp:lastModifiedBy>Tal R.</cp:lastModifiedBy>
  <cp:revision>1</cp:revision>
  <dcterms:created xsi:type="dcterms:W3CDTF">2023-11-25T13:14:24Z</dcterms:created>
  <dcterms:modified xsi:type="dcterms:W3CDTF">2025-11-21T19:59:59Z</dcterms:modified>
</cp:coreProperties>
</file>