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541" r:id="rId2"/>
    <p:sldId id="816" r:id="rId3"/>
    <p:sldId id="819" r:id="rId4"/>
    <p:sldId id="837" r:id="rId5"/>
    <p:sldId id="540" r:id="rId6"/>
    <p:sldId id="539" r:id="rId7"/>
    <p:sldId id="543" r:id="rId8"/>
    <p:sldId id="561" r:id="rId9"/>
    <p:sldId id="570" r:id="rId10"/>
    <p:sldId id="724" r:id="rId11"/>
    <p:sldId id="728" r:id="rId12"/>
    <p:sldId id="735" r:id="rId13"/>
    <p:sldId id="727" r:id="rId14"/>
    <p:sldId id="730" r:id="rId15"/>
    <p:sldId id="733" r:id="rId16"/>
    <p:sldId id="729" r:id="rId17"/>
    <p:sldId id="734" r:id="rId18"/>
    <p:sldId id="731" r:id="rId19"/>
    <p:sldId id="736" r:id="rId20"/>
    <p:sldId id="737" r:id="rId21"/>
    <p:sldId id="738" r:id="rId22"/>
    <p:sldId id="739" r:id="rId23"/>
    <p:sldId id="818" r:id="rId24"/>
    <p:sldId id="815" r:id="rId25"/>
    <p:sldId id="821" r:id="rId26"/>
    <p:sldId id="820" r:id="rId27"/>
    <p:sldId id="825" r:id="rId28"/>
    <p:sldId id="835" r:id="rId29"/>
    <p:sldId id="864" r:id="rId30"/>
    <p:sldId id="840" r:id="rId31"/>
    <p:sldId id="839" r:id="rId32"/>
    <p:sldId id="826" r:id="rId33"/>
    <p:sldId id="817" r:id="rId34"/>
    <p:sldId id="842" r:id="rId35"/>
    <p:sldId id="827" r:id="rId36"/>
    <p:sldId id="836" r:id="rId37"/>
    <p:sldId id="862" r:id="rId38"/>
    <p:sldId id="834" r:id="rId39"/>
    <p:sldId id="845" r:id="rId40"/>
    <p:sldId id="851" r:id="rId41"/>
    <p:sldId id="850" r:id="rId42"/>
    <p:sldId id="843" r:id="rId43"/>
    <p:sldId id="861" r:id="rId44"/>
    <p:sldId id="847" r:id="rId45"/>
    <p:sldId id="848" r:id="rId46"/>
    <p:sldId id="849" r:id="rId47"/>
    <p:sldId id="833" r:id="rId48"/>
    <p:sldId id="829" r:id="rId49"/>
    <p:sldId id="831" r:id="rId50"/>
    <p:sldId id="841" r:id="rId51"/>
    <p:sldId id="853" r:id="rId52"/>
    <p:sldId id="856" r:id="rId53"/>
    <p:sldId id="857" r:id="rId54"/>
    <p:sldId id="863" r:id="rId55"/>
    <p:sldId id="858" r:id="rId56"/>
    <p:sldId id="855" r:id="rId57"/>
    <p:sldId id="854" r:id="rId58"/>
    <p:sldId id="859" r:id="rId59"/>
    <p:sldId id="866" r:id="rId60"/>
    <p:sldId id="865" r:id="rId61"/>
    <p:sldId id="860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41043-9E5F-4BB5-A82C-716730BE12B5}" v="9359" dt="2025-12-03T20:19:10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0" autoAdjust="0"/>
    <p:restoredTop sz="94962" autoAdjust="0"/>
  </p:normalViewPr>
  <p:slideViewPr>
    <p:cSldViewPr>
      <p:cViewPr varScale="1">
        <p:scale>
          <a:sx n="88" d="100"/>
          <a:sy n="88" d="100"/>
        </p:scale>
        <p:origin x="22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20"/>
    </p:cViewPr>
  </p:sorter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012321CB-D30F-40A1-894C-E46D43B30E68}"/>
    <pc:docChg chg="undo redo custSel addSld delSld modSld sldOrd">
      <pc:chgData name="Tal R." userId="03e9e69c0e8a7741" providerId="LiveId" clId="{012321CB-D30F-40A1-894C-E46D43B30E68}" dt="2025-12-03T20:19:10.696" v="4122"/>
      <pc:docMkLst>
        <pc:docMk/>
      </pc:docMkLst>
      <pc:sldChg chg="modSp mod addAnim delAnim modAnim">
        <pc:chgData name="Tal R." userId="03e9e69c0e8a7741" providerId="LiveId" clId="{012321CB-D30F-40A1-894C-E46D43B30E68}" dt="2025-12-03T20:16:12.006" v="4112"/>
        <pc:sldMkLst>
          <pc:docMk/>
          <pc:sldMk cId="3812926840" sldId="831"/>
        </pc:sldMkLst>
        <pc:spChg chg="mod">
          <ac:chgData name="Tal R." userId="03e9e69c0e8a7741" providerId="LiveId" clId="{012321CB-D30F-40A1-894C-E46D43B30E68}" dt="2025-12-03T18:43:13.444" v="2441" actId="20577"/>
          <ac:spMkLst>
            <pc:docMk/>
            <pc:sldMk cId="3812926840" sldId="831"/>
            <ac:spMk id="3" creationId="{3724BA6F-E199-D394-31A3-2E229596438D}"/>
          </ac:spMkLst>
        </pc:spChg>
      </pc:sldChg>
      <pc:sldChg chg="modSp mod">
        <pc:chgData name="Tal R." userId="03e9e69c0e8a7741" providerId="LiveId" clId="{012321CB-D30F-40A1-894C-E46D43B30E68}" dt="2025-12-03T18:39:43.521" v="2410" actId="14100"/>
        <pc:sldMkLst>
          <pc:docMk/>
          <pc:sldMk cId="2147494752" sldId="833"/>
        </pc:sldMkLst>
        <pc:spChg chg="mod">
          <ac:chgData name="Tal R." userId="03e9e69c0e8a7741" providerId="LiveId" clId="{012321CB-D30F-40A1-894C-E46D43B30E68}" dt="2025-12-03T18:39:43.521" v="2410" actId="14100"/>
          <ac:spMkLst>
            <pc:docMk/>
            <pc:sldMk cId="2147494752" sldId="833"/>
            <ac:spMk id="3" creationId="{C82F3708-B4C4-DB6D-076E-EE3E331DCD3B}"/>
          </ac:spMkLst>
        </pc:spChg>
      </pc:sldChg>
      <pc:sldChg chg="modSp del mod">
        <pc:chgData name="Tal R." userId="03e9e69c0e8a7741" providerId="LiveId" clId="{012321CB-D30F-40A1-894C-E46D43B30E68}" dt="2025-12-03T18:36:53.833" v="2314" actId="2696"/>
        <pc:sldMkLst>
          <pc:docMk/>
          <pc:sldMk cId="477471295" sldId="834"/>
        </pc:sldMkLst>
        <pc:spChg chg="mod">
          <ac:chgData name="Tal R." userId="03e9e69c0e8a7741" providerId="LiveId" clId="{012321CB-D30F-40A1-894C-E46D43B30E68}" dt="2025-12-03T18:36:34.084" v="2313" actId="404"/>
          <ac:spMkLst>
            <pc:docMk/>
            <pc:sldMk cId="477471295" sldId="834"/>
            <ac:spMk id="3" creationId="{CD4A35F3-3861-7882-8B8E-CBEDDCC339C5}"/>
          </ac:spMkLst>
        </pc:spChg>
      </pc:sldChg>
      <pc:sldChg chg="modSp add mod addAnim delAnim modAnim">
        <pc:chgData name="Tal R." userId="03e9e69c0e8a7741" providerId="LiveId" clId="{012321CB-D30F-40A1-894C-E46D43B30E68}" dt="2025-12-03T20:15:01.458" v="4110"/>
        <pc:sldMkLst>
          <pc:docMk/>
          <pc:sldMk cId="2246804262" sldId="834"/>
        </pc:sldMkLst>
        <pc:spChg chg="mod">
          <ac:chgData name="Tal R." userId="03e9e69c0e8a7741" providerId="LiveId" clId="{012321CB-D30F-40A1-894C-E46D43B30E68}" dt="2025-12-03T20:14:55.071" v="4108" actId="20577"/>
          <ac:spMkLst>
            <pc:docMk/>
            <pc:sldMk cId="2246804262" sldId="834"/>
            <ac:spMk id="3" creationId="{CD4A35F3-3861-7882-8B8E-CBEDDCC339C5}"/>
          </ac:spMkLst>
        </pc:spChg>
      </pc:sldChg>
      <pc:sldChg chg="addSp modSp mod">
        <pc:chgData name="Tal R." userId="03e9e69c0e8a7741" providerId="LiveId" clId="{012321CB-D30F-40A1-894C-E46D43B30E68}" dt="2025-12-03T19:27:53.087" v="2555" actId="14100"/>
        <pc:sldMkLst>
          <pc:docMk/>
          <pc:sldMk cId="2359936692" sldId="835"/>
        </pc:sldMkLst>
        <pc:picChg chg="add mod">
          <ac:chgData name="Tal R." userId="03e9e69c0e8a7741" providerId="LiveId" clId="{012321CB-D30F-40A1-894C-E46D43B30E68}" dt="2025-12-03T19:27:53.087" v="2555" actId="14100"/>
          <ac:picMkLst>
            <pc:docMk/>
            <pc:sldMk cId="2359936692" sldId="835"/>
            <ac:picMk id="5" creationId="{22E21D1C-F1CA-A12E-CBF1-44D135CF011B}"/>
          </ac:picMkLst>
        </pc:picChg>
      </pc:sldChg>
      <pc:sldChg chg="modSp modAnim">
        <pc:chgData name="Tal R." userId="03e9e69c0e8a7741" providerId="LiveId" clId="{012321CB-D30F-40A1-894C-E46D43B30E68}" dt="2025-12-03T18:16:07.387" v="1129" actId="20577"/>
        <pc:sldMkLst>
          <pc:docMk/>
          <pc:sldMk cId="3955617575" sldId="849"/>
        </pc:sldMkLst>
        <pc:spChg chg="mod">
          <ac:chgData name="Tal R." userId="03e9e69c0e8a7741" providerId="LiveId" clId="{012321CB-D30F-40A1-894C-E46D43B30E68}" dt="2025-12-03T18:16:07.387" v="1129" actId="20577"/>
          <ac:spMkLst>
            <pc:docMk/>
            <pc:sldMk cId="3955617575" sldId="849"/>
            <ac:spMk id="3" creationId="{F66E9111-17A0-4268-61AD-E840428913CC}"/>
          </ac:spMkLst>
        </pc:spChg>
      </pc:sldChg>
      <pc:sldChg chg="addSp delSp modSp modTransition">
        <pc:chgData name="Tal R." userId="03e9e69c0e8a7741" providerId="LiveId" clId="{012321CB-D30F-40A1-894C-E46D43B30E68}" dt="2025-12-03T20:17:06.744" v="4114"/>
        <pc:sldMkLst>
          <pc:docMk/>
          <pc:sldMk cId="1516514046" sldId="853"/>
        </pc:sldMkLst>
        <pc:picChg chg="add mod">
          <ac:chgData name="Tal R." userId="03e9e69c0e8a7741" providerId="LiveId" clId="{012321CB-D30F-40A1-894C-E46D43B30E68}" dt="2025-12-03T18:47:07.581" v="2461" actId="1076"/>
          <ac:picMkLst>
            <pc:docMk/>
            <pc:sldMk cId="1516514046" sldId="853"/>
            <ac:picMk id="1026" creationId="{FF985F14-586E-A9B8-889A-267A212F39FB}"/>
          </ac:picMkLst>
        </pc:picChg>
        <pc:picChg chg="add mod">
          <ac:chgData name="Tal R." userId="03e9e69c0e8a7741" providerId="LiveId" clId="{012321CB-D30F-40A1-894C-E46D43B30E68}" dt="2025-12-03T18:48:48.396" v="2469" actId="1076"/>
          <ac:picMkLst>
            <pc:docMk/>
            <pc:sldMk cId="1516514046" sldId="853"/>
            <ac:picMk id="1028" creationId="{CD610CCE-8B0B-4835-770F-F838CD08FD5E}"/>
          </ac:picMkLst>
        </pc:picChg>
        <pc:picChg chg="add del">
          <ac:chgData name="Tal R." userId="03e9e69c0e8a7741" providerId="LiveId" clId="{012321CB-D30F-40A1-894C-E46D43B30E68}" dt="2025-12-03T18:48:38.706" v="2463" actId="478"/>
          <ac:picMkLst>
            <pc:docMk/>
            <pc:sldMk cId="1516514046" sldId="853"/>
            <ac:picMk id="1030" creationId="{80A1B420-B919-764F-4134-3905D1889E9C}"/>
          </ac:picMkLst>
        </pc:picChg>
      </pc:sldChg>
      <pc:sldChg chg="modSp mod modAnim">
        <pc:chgData name="Tal R." userId="03e9e69c0e8a7741" providerId="LiveId" clId="{012321CB-D30F-40A1-894C-E46D43B30E68}" dt="2025-12-03T20:19:06.308" v="4121"/>
        <pc:sldMkLst>
          <pc:docMk/>
          <pc:sldMk cId="2367445844" sldId="854"/>
        </pc:sldMkLst>
        <pc:spChg chg="mod">
          <ac:chgData name="Tal R." userId="03e9e69c0e8a7741" providerId="LiveId" clId="{012321CB-D30F-40A1-894C-E46D43B30E68}" dt="2025-12-03T19:29:50.541" v="2568" actId="14100"/>
          <ac:spMkLst>
            <pc:docMk/>
            <pc:sldMk cId="2367445844" sldId="854"/>
            <ac:spMk id="3" creationId="{03CC769E-8414-0D7E-9D52-69AFBF727055}"/>
          </ac:spMkLst>
        </pc:spChg>
      </pc:sldChg>
      <pc:sldChg chg="modSp modAnim">
        <pc:chgData name="Tal R." userId="03e9e69c0e8a7741" providerId="LiveId" clId="{012321CB-D30F-40A1-894C-E46D43B30E68}" dt="2025-12-03T20:19:10.696" v="4122"/>
        <pc:sldMkLst>
          <pc:docMk/>
          <pc:sldMk cId="2047345959" sldId="855"/>
        </pc:sldMkLst>
        <pc:spChg chg="mod">
          <ac:chgData name="Tal R." userId="03e9e69c0e8a7741" providerId="LiveId" clId="{012321CB-D30F-40A1-894C-E46D43B30E68}" dt="2025-12-03T20:19:10.696" v="4122"/>
          <ac:spMkLst>
            <pc:docMk/>
            <pc:sldMk cId="2047345959" sldId="855"/>
            <ac:spMk id="2" creationId="{542E7408-E225-5EB1-CFBC-A21EE919F535}"/>
          </ac:spMkLst>
        </pc:spChg>
        <pc:spChg chg="mod">
          <ac:chgData name="Tal R." userId="03e9e69c0e8a7741" providerId="LiveId" clId="{012321CB-D30F-40A1-894C-E46D43B30E68}" dt="2025-12-03T20:06:08.591" v="4026" actId="113"/>
          <ac:spMkLst>
            <pc:docMk/>
            <pc:sldMk cId="2047345959" sldId="855"/>
            <ac:spMk id="3" creationId="{B005A1CD-9E6F-698F-64E5-D61F3A42DC55}"/>
          </ac:spMkLst>
        </pc:spChg>
      </pc:sldChg>
      <pc:sldChg chg="modSp mod modTransition modAnim">
        <pc:chgData name="Tal R." userId="03e9e69c0e8a7741" providerId="LiveId" clId="{012321CB-D30F-40A1-894C-E46D43B30E68}" dt="2025-12-03T20:18:02.725" v="4119"/>
        <pc:sldMkLst>
          <pc:docMk/>
          <pc:sldMk cId="157788398" sldId="856"/>
        </pc:sldMkLst>
        <pc:spChg chg="mod">
          <ac:chgData name="Tal R." userId="03e9e69c0e8a7741" providerId="LiveId" clId="{012321CB-D30F-40A1-894C-E46D43B30E68}" dt="2025-12-03T20:17:43.343" v="4116" actId="14100"/>
          <ac:spMkLst>
            <pc:docMk/>
            <pc:sldMk cId="157788398" sldId="856"/>
            <ac:spMk id="3" creationId="{24056E80-BB07-551F-D6FB-3D8DD9E1AA32}"/>
          </ac:spMkLst>
        </pc:spChg>
      </pc:sldChg>
      <pc:sldChg chg="modSp">
        <pc:chgData name="Tal R." userId="03e9e69c0e8a7741" providerId="LiveId" clId="{012321CB-D30F-40A1-894C-E46D43B30E68}" dt="2025-12-03T19:18:28.197" v="2548" actId="207"/>
        <pc:sldMkLst>
          <pc:docMk/>
          <pc:sldMk cId="747940203" sldId="858"/>
        </pc:sldMkLst>
        <pc:spChg chg="mod">
          <ac:chgData name="Tal R." userId="03e9e69c0e8a7741" providerId="LiveId" clId="{012321CB-D30F-40A1-894C-E46D43B30E68}" dt="2025-12-03T19:18:28.197" v="2548" actId="207"/>
          <ac:spMkLst>
            <pc:docMk/>
            <pc:sldMk cId="747940203" sldId="858"/>
            <ac:spMk id="3" creationId="{6F2AD331-D8C4-9ACE-1AD3-3B030E3AD01A}"/>
          </ac:spMkLst>
        </pc:spChg>
      </pc:sldChg>
      <pc:sldChg chg="modSp mod modAnim">
        <pc:chgData name="Tal R." userId="03e9e69c0e8a7741" providerId="LiveId" clId="{012321CB-D30F-40A1-894C-E46D43B30E68}" dt="2025-12-03T20:11:18.284" v="4107" actId="6549"/>
        <pc:sldMkLst>
          <pc:docMk/>
          <pc:sldMk cId="3892633436" sldId="859"/>
        </pc:sldMkLst>
        <pc:spChg chg="mod">
          <ac:chgData name="Tal R." userId="03e9e69c0e8a7741" providerId="LiveId" clId="{012321CB-D30F-40A1-894C-E46D43B30E68}" dt="2025-12-03T20:11:18.284" v="4107" actId="6549"/>
          <ac:spMkLst>
            <pc:docMk/>
            <pc:sldMk cId="3892633436" sldId="859"/>
            <ac:spMk id="3" creationId="{6F3044D6-AB46-DCB2-4AFD-4B097148E56C}"/>
          </ac:spMkLst>
        </pc:spChg>
      </pc:sldChg>
      <pc:sldChg chg="del">
        <pc:chgData name="Tal R." userId="03e9e69c0e8a7741" providerId="LiveId" clId="{012321CB-D30F-40A1-894C-E46D43B30E68}" dt="2025-12-03T19:47:16.489" v="3301" actId="2696"/>
        <pc:sldMkLst>
          <pc:docMk/>
          <pc:sldMk cId="776798633" sldId="860"/>
        </pc:sldMkLst>
      </pc:sldChg>
      <pc:sldChg chg="modSp add mod modAnim">
        <pc:chgData name="Tal R." userId="03e9e69c0e8a7741" providerId="LiveId" clId="{012321CB-D30F-40A1-894C-E46D43B30E68}" dt="2025-12-03T20:04:21.894" v="3956" actId="20577"/>
        <pc:sldMkLst>
          <pc:docMk/>
          <pc:sldMk cId="1594004548" sldId="860"/>
        </pc:sldMkLst>
        <pc:spChg chg="mod">
          <ac:chgData name="Tal R." userId="03e9e69c0e8a7741" providerId="LiveId" clId="{012321CB-D30F-40A1-894C-E46D43B30E68}" dt="2025-12-03T20:04:21.894" v="3956" actId="20577"/>
          <ac:spMkLst>
            <pc:docMk/>
            <pc:sldMk cId="1594004548" sldId="860"/>
            <ac:spMk id="3" creationId="{5F19774D-59F8-BFD2-F89C-FD054F3E6AEE}"/>
          </ac:spMkLst>
        </pc:spChg>
      </pc:sldChg>
      <pc:sldChg chg="modSp add mod modAnim">
        <pc:chgData name="Tal R." userId="03e9e69c0e8a7741" providerId="LiveId" clId="{012321CB-D30F-40A1-894C-E46D43B30E68}" dt="2025-12-03T18:35:13.779" v="2311" actId="20577"/>
        <pc:sldMkLst>
          <pc:docMk/>
          <pc:sldMk cId="3459297738" sldId="861"/>
        </pc:sldMkLst>
        <pc:spChg chg="mod">
          <ac:chgData name="Tal R." userId="03e9e69c0e8a7741" providerId="LiveId" clId="{012321CB-D30F-40A1-894C-E46D43B30E68}" dt="2025-12-03T18:35:13.779" v="2311" actId="20577"/>
          <ac:spMkLst>
            <pc:docMk/>
            <pc:sldMk cId="3459297738" sldId="861"/>
            <ac:spMk id="3" creationId="{819DA44C-F2F8-0A98-9FA4-5BD31CCEE963}"/>
          </ac:spMkLst>
        </pc:spChg>
      </pc:sldChg>
      <pc:sldChg chg="modSp add mod addAnim delAnim modAnim">
        <pc:chgData name="Tal R." userId="03e9e69c0e8a7741" providerId="LiveId" clId="{012321CB-D30F-40A1-894C-E46D43B30E68}" dt="2025-12-03T18:33:28.114" v="2301"/>
        <pc:sldMkLst>
          <pc:docMk/>
          <pc:sldMk cId="1148612194" sldId="862"/>
        </pc:sldMkLst>
        <pc:spChg chg="mod">
          <ac:chgData name="Tal R." userId="03e9e69c0e8a7741" providerId="LiveId" clId="{012321CB-D30F-40A1-894C-E46D43B30E68}" dt="2025-12-03T18:33:04.760" v="2298" actId="115"/>
          <ac:spMkLst>
            <pc:docMk/>
            <pc:sldMk cId="1148612194" sldId="862"/>
            <ac:spMk id="3" creationId="{04FF7CCF-98C4-054D-8394-25EAA32C9F85}"/>
          </ac:spMkLst>
        </pc:spChg>
      </pc:sldChg>
      <pc:sldChg chg="addSp modSp add mod modAnim">
        <pc:chgData name="Tal R." userId="03e9e69c0e8a7741" providerId="LiveId" clId="{012321CB-D30F-40A1-894C-E46D43B30E68}" dt="2025-12-03T20:18:27.072" v="4120"/>
        <pc:sldMkLst>
          <pc:docMk/>
          <pc:sldMk cId="527717372" sldId="863"/>
        </pc:sldMkLst>
        <pc:spChg chg="mod">
          <ac:chgData name="Tal R." userId="03e9e69c0e8a7741" providerId="LiveId" clId="{012321CB-D30F-40A1-894C-E46D43B30E68}" dt="2025-12-03T19:18:19.126" v="2547" actId="14100"/>
          <ac:spMkLst>
            <pc:docMk/>
            <pc:sldMk cId="527717372" sldId="863"/>
            <ac:spMk id="3" creationId="{6A74D4AE-A84C-736D-879E-4FD44106C802}"/>
          </ac:spMkLst>
        </pc:spChg>
        <pc:picChg chg="add mod">
          <ac:chgData name="Tal R." userId="03e9e69c0e8a7741" providerId="LiveId" clId="{012321CB-D30F-40A1-894C-E46D43B30E68}" dt="2025-12-03T19:17:29.996" v="2546" actId="14826"/>
          <ac:picMkLst>
            <pc:docMk/>
            <pc:sldMk cId="527717372" sldId="863"/>
            <ac:picMk id="2050" creationId="{A8DCE90F-7B0A-08D3-3DED-91CE7E37C8DD}"/>
          </ac:picMkLst>
        </pc:picChg>
      </pc:sldChg>
      <pc:sldChg chg="addSp modSp add mod modTransition">
        <pc:chgData name="Tal R." userId="03e9e69c0e8a7741" providerId="LiveId" clId="{012321CB-D30F-40A1-894C-E46D43B30E68}" dt="2025-12-03T19:28:57.952" v="2567"/>
        <pc:sldMkLst>
          <pc:docMk/>
          <pc:sldMk cId="2581298832" sldId="864"/>
        </pc:sldMkLst>
        <pc:picChg chg="add mod">
          <ac:chgData name="Tal R." userId="03e9e69c0e8a7741" providerId="LiveId" clId="{012321CB-D30F-40A1-894C-E46D43B30E68}" dt="2025-12-03T19:28:28.505" v="2566" actId="1440"/>
          <ac:picMkLst>
            <pc:docMk/>
            <pc:sldMk cId="2581298832" sldId="864"/>
            <ac:picMk id="5" creationId="{471DEF1C-8FE7-12E2-CA42-7E4EE35F3D53}"/>
          </ac:picMkLst>
        </pc:picChg>
      </pc:sldChg>
      <pc:sldChg chg="modSp add mod addAnim delAnim modAnim">
        <pc:chgData name="Tal R." userId="03e9e69c0e8a7741" providerId="LiveId" clId="{012321CB-D30F-40A1-894C-E46D43B30E68}" dt="2025-12-03T19:52:27.134" v="3511" actId="14100"/>
        <pc:sldMkLst>
          <pc:docMk/>
          <pc:sldMk cId="2425126368" sldId="865"/>
        </pc:sldMkLst>
        <pc:spChg chg="mod">
          <ac:chgData name="Tal R." userId="03e9e69c0e8a7741" providerId="LiveId" clId="{012321CB-D30F-40A1-894C-E46D43B30E68}" dt="2025-12-03T19:52:27.134" v="3511" actId="14100"/>
          <ac:spMkLst>
            <pc:docMk/>
            <pc:sldMk cId="2425126368" sldId="865"/>
            <ac:spMk id="3" creationId="{31451A1A-7A2A-47C2-E71C-4AE4760A5FF5}"/>
          </ac:spMkLst>
        </pc:spChg>
      </pc:sldChg>
      <pc:sldChg chg="modSp add mod ord addAnim delAnim modAnim">
        <pc:chgData name="Tal R." userId="03e9e69c0e8a7741" providerId="LiveId" clId="{012321CB-D30F-40A1-894C-E46D43B30E68}" dt="2025-12-03T19:53:20.116" v="3562" actId="113"/>
        <pc:sldMkLst>
          <pc:docMk/>
          <pc:sldMk cId="4090710297" sldId="866"/>
        </pc:sldMkLst>
        <pc:spChg chg="mod">
          <ac:chgData name="Tal R." userId="03e9e69c0e8a7741" providerId="LiveId" clId="{012321CB-D30F-40A1-894C-E46D43B30E68}" dt="2025-12-03T19:53:20.116" v="3562" actId="113"/>
          <ac:spMkLst>
            <pc:docMk/>
            <pc:sldMk cId="4090710297" sldId="866"/>
            <ac:spMk id="3" creationId="{1220A6E0-7092-6519-A6FC-5956102230E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>
                <a:latin typeface="Calibri" panose="020F0502020204030204" pitchFamily="34" charset="0"/>
              </a:rPr>
              <a:t>12/03/2025</a:t>
            </a:fld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>
                <a:latin typeface="Calibri" panose="020F0502020204030204" pitchFamily="34" charset="0"/>
              </a:rPr>
              <a:t>‹#›</a:t>
            </a:fld>
            <a:endParaRPr lang="en-I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5E4470E-428A-49A2-9F21-2FC2656C022F}" type="datetimeFigureOut">
              <a:rPr lang="LID4096" smtClean="0"/>
              <a:pPr/>
              <a:t>12/03/2025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3455DA9-2505-44F6-AA4C-A32366DA151B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9A7C-63FD-4ED9-905B-2734C803DF0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85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65D14-5138-F62E-6504-B7081E7B7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42768-0091-1BF0-C564-CDBAE09DD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A64BA-3C30-CADE-9CCC-B8B2EC5FB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הדגשה לתלמידים</a:t>
            </a:r>
            <a:endParaRPr lang="en-US" dirty="0"/>
          </a:p>
          <a:p>
            <a:pPr marL="171450" indent="-171450" algn="r" rtl="1">
              <a:buFontTx/>
              <a:buChar char="-"/>
            </a:pPr>
            <a:r>
              <a:rPr lang="en-US" dirty="0"/>
              <a:t>Take</a:t>
            </a:r>
            <a:r>
              <a:rPr lang="he-IL" dirty="0"/>
              <a:t> ממתין לנתון, </a:t>
            </a:r>
            <a:r>
              <a:rPr lang="en-US" dirty="0"/>
              <a:t>Put</a:t>
            </a:r>
            <a:r>
              <a:rPr lang="he-IL" dirty="0"/>
              <a:t> מכניס ערך ומעיר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אם כמה ממתינים, הסדר לא מובטח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חוט עלול להתעורר מוקדם מדי בלי לולאה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חייב להיות בתוך </a:t>
            </a:r>
            <a:r>
              <a:rPr lang="en-US" dirty="0"/>
              <a:t>synchronized</a:t>
            </a:r>
          </a:p>
          <a:p>
            <a:pPr marL="171450" indent="-171450" algn="r" rtl="1">
              <a:buFontTx/>
              <a:buChar char="-"/>
            </a:pP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C77DC-1E5F-96D7-DC7C-11900EF3C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39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8333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B39D-9B64-44E2-2C6C-C330EA20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98B2A-A39C-3517-B5D9-DC79315F6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9246F-E395-51AB-2354-AF054198E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הדגשה לתלמידים</a:t>
            </a:r>
            <a:endParaRPr lang="en-US" dirty="0"/>
          </a:p>
          <a:p>
            <a:pPr marL="171450" indent="-171450" algn="r" rtl="1">
              <a:buFontTx/>
              <a:buChar char="-"/>
            </a:pPr>
            <a:r>
              <a:rPr lang="en-US" dirty="0"/>
              <a:t>Take</a:t>
            </a:r>
            <a:r>
              <a:rPr lang="he-IL" dirty="0"/>
              <a:t> ממתין לנתון, </a:t>
            </a:r>
            <a:r>
              <a:rPr lang="en-US" dirty="0"/>
              <a:t>Put</a:t>
            </a:r>
            <a:r>
              <a:rPr lang="he-IL" dirty="0"/>
              <a:t> מכניס ערך ומעיר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אם כמה ממתינים, הסדר לא מובטח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חוט עלול להתעורר מוקדם מדי בלי לולאה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חייב להיות בתוך </a:t>
            </a:r>
            <a:r>
              <a:rPr lang="en-US" dirty="0"/>
              <a:t>synchronized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קריאה ל </a:t>
            </a:r>
            <a:r>
              <a:rPr lang="en-US" dirty="0"/>
              <a:t>wait</a:t>
            </a:r>
            <a:r>
              <a:rPr lang="he-IL" dirty="0"/>
              <a:t> משחררת את </a:t>
            </a:r>
            <a:r>
              <a:rPr lang="he-IL" u="sng" dirty="0"/>
              <a:t>המוניטור</a:t>
            </a:r>
            <a:endParaRPr lang="en-US" u="sng" dirty="0"/>
          </a:p>
          <a:p>
            <a:pPr marL="171450" indent="-171450" algn="r" rtl="1">
              <a:buFontTx/>
              <a:buChar char="-"/>
            </a:pP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DF9ED-5E7E-58E4-1F1F-B2B312E0E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40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07132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C230-6620-9020-4784-4C6CC8848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972DC-8843-C749-ADB3-65CD27487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34A28-F015-CA8F-A133-D90873212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הדגשה לתלמידים</a:t>
            </a:r>
            <a:endParaRPr lang="en-US" dirty="0"/>
          </a:p>
          <a:p>
            <a:pPr marL="171450" indent="-171450" algn="r" rtl="1">
              <a:buFontTx/>
              <a:buChar char="-"/>
            </a:pPr>
            <a:r>
              <a:rPr lang="en-US" dirty="0"/>
              <a:t>Take</a:t>
            </a:r>
            <a:r>
              <a:rPr lang="he-IL" dirty="0"/>
              <a:t> ממתין לנתון, </a:t>
            </a:r>
            <a:r>
              <a:rPr lang="en-US" dirty="0"/>
              <a:t>Put</a:t>
            </a:r>
            <a:r>
              <a:rPr lang="he-IL" dirty="0"/>
              <a:t> מכניס ערך ומעיר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אם כמה ממתינים, הסדר לא מובטח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חוט עלול להתעורר מוקדם מדי בלי לולאה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חייב להיות בתוך </a:t>
            </a:r>
            <a:r>
              <a:rPr lang="en-US" dirty="0"/>
              <a:t>synchronized</a:t>
            </a:r>
          </a:p>
          <a:p>
            <a:pPr marL="171450" indent="-171450" algn="r" rtl="1">
              <a:buFontTx/>
              <a:buChar char="-"/>
            </a:pPr>
            <a:r>
              <a:rPr lang="he-IL" dirty="0"/>
              <a:t>קריאה ל </a:t>
            </a:r>
            <a:r>
              <a:rPr lang="en-US" dirty="0"/>
              <a:t>wait</a:t>
            </a:r>
            <a:r>
              <a:rPr lang="he-IL" dirty="0"/>
              <a:t> משחררת את </a:t>
            </a:r>
            <a:r>
              <a:rPr lang="he-IL" u="sng" dirty="0"/>
              <a:t>המוניטור</a:t>
            </a:r>
            <a:endParaRPr lang="en-US" u="sng" dirty="0"/>
          </a:p>
          <a:p>
            <a:pPr marL="171450" indent="-171450" algn="r" rtl="1">
              <a:buFontTx/>
              <a:buChar char="-"/>
            </a:pP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F9D51-6BD6-76BA-F044-463926D12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41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25039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42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1588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0AAB0-66B2-C568-886C-035764C1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BE223-4CE6-D812-20E7-9D2950713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5C475-D9FD-732F-4FFA-4B10F4ECE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FF3B7-E170-29C9-D2B0-E18881289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43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48360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86F1A-70C2-6271-7253-E6F41E56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2624B-C4FA-44DC-B025-E23DB8BB8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114B9-97D6-F8A1-255F-E04736CAD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7A83A-E4EF-D981-C427-AF4267CA4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44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16252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C1B56-E096-E3C9-0C62-948E3692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B9461-E3C9-5A29-6FBE-8CEE54241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50B9F-8A67-4647-74CE-31418C662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DC39D-40D9-8047-3564-D1B96B9D6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45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67163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09A8E-4CE9-56CE-85F9-95FEB091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3296A-36E0-7852-3D54-D01F57412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ADD3E-2863-00AC-855E-DB5EB57CF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8FA2-AA34-2766-C0A3-5BFD5137D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46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12626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37449-EB81-5AAB-CEA7-C8968EBB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2F946-58E3-2AA6-15F3-7467D69F2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37022-EFD3-67A1-2902-1FF5A4FD4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CC2A1-38D8-30F0-B0DD-99BFB27DD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56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0638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78B7D-5BCD-D301-D1DB-DDA4639D9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48950-E757-CC89-7A85-FF03F68B8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B6DCB-D702-52AE-7922-82F8AC67F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D088D-DD97-95A3-8600-3273365D4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57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02631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39EE-DB60-31F0-F328-4808C6B2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0B722-B2E7-CE2E-B709-43B640B1A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A496D-420F-82B0-C8A0-2089D838E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98F79-7D42-36BA-7E83-2DFCBD4A3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58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2719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F6C9F-569D-BD39-6FEB-97484F64D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B77A2-6054-9C5A-9E14-363AC5199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75C0A-1EE3-BEBA-27C0-2A82D6F77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E742B-4764-9BA5-AFAB-6A7AB2B03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59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17914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46123-9672-B1E3-C03E-84A88AA3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03D65-19B2-9405-DD85-8845659D1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08CC2-9F1F-015C-30F9-6594BADEB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E7A51-04F4-AE28-7581-ED101C58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60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16572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B5B8-95A5-3ABF-C1A0-344ABE5F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9DF81-CDBC-7096-3275-2B1AEAA78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D299E-FFA0-C54E-5FAC-FD39E7FAB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634A8-3244-3792-B910-FB0249CBB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61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7270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2F18ED-7451-038C-1D76-A9F0FDCAE0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4726" y="818971"/>
            <a:ext cx="7067314" cy="55489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 anchor="ctr" anchorCtr="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60" y="549275"/>
            <a:ext cx="7667536" cy="2789724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5" y="458966"/>
            <a:ext cx="7740652" cy="720009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394" y="1448979"/>
            <a:ext cx="7740652" cy="5129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027" y="587140"/>
            <a:ext cx="7565457" cy="951719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6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</p:spTree>
    <p:extLst>
      <p:ext uri="{BB962C8B-B14F-4D97-AF65-F5344CB8AC3E}">
        <p14:creationId xmlns:p14="http://schemas.microsoft.com/office/powerpoint/2010/main" val="45321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5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5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806090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8: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מקביליות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CB35B-095F-4677-0CAC-099D1BC04859}"/>
              </a:ext>
            </a:extLst>
          </p:cNvPr>
          <p:cNvSpPr txBox="1"/>
          <p:nvPr/>
        </p:nvSpPr>
        <p:spPr>
          <a:xfrm>
            <a:off x="881960" y="3384231"/>
            <a:ext cx="7667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ריצה מקבילית, חוטי-ביצוע ומנגנוני סינכרוניזציה</a:t>
            </a:r>
            <a:endParaRPr lang="LID4096" sz="32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CCB6-39DE-35D1-4E0B-8E41CAEF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766D-E294-A129-1705-3671D895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מקביליות של תהליכים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5E0EB-BFD7-C9A1-8CAE-8C054552E1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כמעט אי אפשר להגביר משמעותית את מהירויות השעון של מעבדים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הרבה יותר קל וזול להגדיל את מספר המעבדים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במחשב ממוצע רצות עשרות עד מאות תוכניות במקביל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i="1" dirty="0">
                <a:latin typeface="+mn-lt"/>
              </a:rPr>
              <a:t>בדיקת מספר תהליכים במחשב </a:t>
            </a:r>
            <a:r>
              <a:rPr lang="en-US" i="1" dirty="0">
                <a:latin typeface="+mn-lt"/>
              </a:rPr>
              <a:t>PC</a:t>
            </a:r>
            <a:r>
              <a:rPr lang="he-IL" i="1" dirty="0">
                <a:latin typeface="+mn-lt"/>
              </a:rPr>
              <a:t> טיפוסי:</a:t>
            </a:r>
            <a:endParaRPr lang="en-US" i="1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latin typeface="+mn-lt"/>
              </a:rPr>
              <a:t>קל יחסית להריץ תהליכים שונים במקביל. תהליך הוא: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"מופע-ריצה" של תוכנית, שמנוהל ע"י מערכת ההפעלה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מערכת ההפעלה מתזמנת את זמני המעבד בין תהליכים שונים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מרחב זיכרון ווירטואלי משאבים פנימיים משותפים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תהליכים לא משתפים זיכרון ישירות – תקשורת דורשת מנגנונים מיוחדים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BC74B3-5BD7-BACB-C92D-20BD3CA46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00" y="2907298"/>
            <a:ext cx="3854706" cy="14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3F1F1-4FB3-4465-27BD-19D0F102A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E824-DA21-16EE-C660-8031882D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מקביליות של תהליכים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8D6D7-9AD0-6C3D-527C-DEF0C10E5C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latin typeface="+mn-lt"/>
              </a:rPr>
              <a:t>דוגמה: שלושה מחשבונים (אותה תוכנית) במקביל – אין שיתוף משאבים: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AD2BAC-FE2C-AAEE-6B01-87F1F2A5E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960" y="2168985"/>
            <a:ext cx="7559683" cy="404747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013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CD08-85C7-F047-6C15-2A1A8D99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D977-0680-5DF7-8706-0ECF544B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מקביליות של תהליכים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40706-C059-99E5-664E-ED8F05351B2C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881395" y="1448978"/>
                <a:ext cx="7740652" cy="518232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he-IL" b="1" u="sng" dirty="0">
                    <a:solidFill>
                      <a:schemeClr val="tx1"/>
                    </a:solidFill>
                  </a:rPr>
                  <a:t>זיכרון פיזי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he-IL" dirty="0">
                    <a:solidFill>
                      <a:schemeClr val="tx1"/>
                    </a:solidFill>
                  </a:rPr>
                  <a:t>תאי זיכרון </a:t>
                </a:r>
                <a:r>
                  <a:rPr lang="he-IL" u="sng" dirty="0">
                    <a:solidFill>
                      <a:schemeClr val="tx1"/>
                    </a:solidFill>
                  </a:rPr>
                  <a:t>אמיתיים</a:t>
                </a:r>
                <a:r>
                  <a:rPr lang="he-IL" dirty="0">
                    <a:solidFill>
                      <a:schemeClr val="tx1"/>
                    </a:solidFill>
                  </a:rPr>
                  <a:t> (</a:t>
                </a:r>
                <a:r>
                  <a:rPr lang="en-US" dirty="0">
                    <a:solidFill>
                      <a:schemeClr val="tx1"/>
                    </a:solidFill>
                  </a:rPr>
                  <a:t>RAM</a:t>
                </a:r>
                <a:r>
                  <a:rPr lang="he-IL" dirty="0">
                    <a:solidFill>
                      <a:schemeClr val="tx1"/>
                    </a:solidFill>
                  </a:rPr>
                  <a:t>) על צ'יפים שמחוברים למחשב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he-IL" dirty="0">
                    <a:solidFill>
                      <a:schemeClr val="tx1"/>
                    </a:solidFill>
                  </a:rPr>
                  <a:t>כל תא יש לו כתובת שהיא המיפוי </a:t>
                </a:r>
                <a:r>
                  <a:rPr lang="he-IL" u="sng" dirty="0">
                    <a:solidFill>
                      <a:schemeClr val="tx1"/>
                    </a:solidFill>
                  </a:rPr>
                  <a:t>הפיזי</a:t>
                </a:r>
                <a:r>
                  <a:rPr lang="he-IL" dirty="0">
                    <a:solidFill>
                      <a:schemeClr val="tx1"/>
                    </a:solidFill>
                  </a:rPr>
                  <a:t> של התא הזה בצ'יפ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he-IL" b="1" u="sng" dirty="0">
                    <a:solidFill>
                      <a:schemeClr val="tx1"/>
                    </a:solidFill>
                  </a:rPr>
                  <a:t>זיכרון וירטואלי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he-IL" dirty="0">
                    <a:solidFill>
                      <a:schemeClr val="tx1"/>
                    </a:solidFill>
                  </a:rPr>
                  <a:t>תהליך "רואה" את מרחב הזיכרון כאילו הוא היחיד במערכת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he-IL" dirty="0">
                    <a:solidFill>
                      <a:schemeClr val="tx1"/>
                    </a:solidFill>
                  </a:rPr>
                  <a:t>הזיכרון הזה </a:t>
                </a:r>
                <a:r>
                  <a:rPr lang="he-IL" u="sng" dirty="0">
                    <a:solidFill>
                      <a:schemeClr val="tx1"/>
                    </a:solidFill>
                  </a:rPr>
                  <a:t>רציף</a:t>
                </a:r>
                <a:r>
                  <a:rPr lang="he-IL" dirty="0">
                    <a:solidFill>
                      <a:schemeClr val="tx1"/>
                    </a:solidFill>
                  </a:rPr>
                  <a:t> מכתובת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he-IL" dirty="0">
                    <a:solidFill>
                      <a:schemeClr val="tx1"/>
                    </a:solidFill>
                  </a:rPr>
                  <a:t> עד כתובת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endParaRPr lang="he-IL" b="0" dirty="0">
                  <a:solidFill>
                    <a:schemeClr val="tx1"/>
                  </a:solidFill>
                </a:endParaRPr>
              </a:p>
              <a:p>
                <a:pPr marL="342900" indent="-342900">
                  <a:lnSpc>
                    <a:spcPct val="10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he-IL" u="sng" dirty="0">
                    <a:solidFill>
                      <a:schemeClr val="tx1"/>
                    </a:solidFill>
                  </a:rPr>
                  <a:t>מערכת ההפעלה</a:t>
                </a:r>
                <a:r>
                  <a:rPr lang="he-IL" dirty="0">
                    <a:solidFill>
                      <a:schemeClr val="tx1"/>
                    </a:solidFill>
                  </a:rPr>
                  <a:t> ממפה את הכתובות בזיכרון הווירטואלי לפיזי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he-IL" b="1" u="sng" dirty="0">
                    <a:solidFill>
                      <a:schemeClr val="tx1"/>
                    </a:solidFill>
                  </a:rPr>
                  <a:t>מה זה נותן?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he-IL" dirty="0">
                    <a:solidFill>
                      <a:schemeClr val="tx1"/>
                    </a:solidFill>
                  </a:rPr>
                  <a:t>שימוש יעיל בזיכרון הפיזי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he-IL" u="sng" dirty="0">
                    <a:solidFill>
                      <a:schemeClr val="tx1"/>
                    </a:solidFill>
                  </a:rPr>
                  <a:t>שקוף לחלוטין</a:t>
                </a:r>
                <a:r>
                  <a:rPr lang="he-IL" dirty="0">
                    <a:solidFill>
                      <a:schemeClr val="tx1"/>
                    </a:solidFill>
                  </a:rPr>
                  <a:t> לתהליך ולכן קל לשימוש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he-IL" dirty="0">
                    <a:solidFill>
                      <a:schemeClr val="tx1"/>
                    </a:solidFill>
                  </a:rPr>
                  <a:t>בטיחות – הגנה מפני טעויות ו/או תוכניות זדוניות</a:t>
                </a:r>
              </a:p>
              <a:p>
                <a:pPr marL="342900" indent="-342900">
                  <a:lnSpc>
                    <a:spcPct val="10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he-IL" dirty="0">
                    <a:solidFill>
                      <a:schemeClr val="tx1"/>
                    </a:solidFill>
                  </a:rPr>
                  <a:t>בידוד – מאפשר לרוץ בלי "להתנגש" בזיכרון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r>
                  <a:rPr lang="he-IL" dirty="0">
                    <a:solidFill>
                      <a:schemeClr val="tx1"/>
                    </a:solidFill>
                  </a:rPr>
                  <a:t>(אפילו לתהליכים של אותה תוכנית)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40706-C059-99E5-664E-ED8F05351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881395" y="1448978"/>
                <a:ext cx="7740652" cy="5182325"/>
              </a:xfrm>
              <a:blipFill>
                <a:blip r:embed="rId2"/>
                <a:stretch>
                  <a:fillRect t="-824" r="-110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63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8475-45B2-934F-CCF5-7DF3C131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5CF2CB9-DC2C-F1C2-13F1-387AA4C9A9F4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!!program">
            <a:extLst>
              <a:ext uri="{FF2B5EF4-FFF2-40B4-BE49-F238E27FC236}">
                <a16:creationId xmlns:a16="http://schemas.microsoft.com/office/drawing/2014/main" id="{CFA46A5A-05DE-2BA1-D54D-87EEEA5CFE74}"/>
              </a:ext>
            </a:extLst>
          </p:cNvPr>
          <p:cNvGrpSpPr/>
          <p:nvPr/>
        </p:nvGrpSpPr>
        <p:grpSpPr>
          <a:xfrm>
            <a:off x="4211996" y="2080909"/>
            <a:ext cx="3019134" cy="4010906"/>
            <a:chOff x="4211996" y="2080909"/>
            <a:chExt cx="3019134" cy="4010906"/>
          </a:xfrm>
        </p:grpSpPr>
        <p:sp>
          <p:nvSpPr>
            <p:cNvPr id="8" name="!!stack">
              <a:extLst>
                <a:ext uri="{FF2B5EF4-FFF2-40B4-BE49-F238E27FC236}">
                  <a16:creationId xmlns:a16="http://schemas.microsoft.com/office/drawing/2014/main" id="{27705D9A-001B-4301-0472-DC4AD56E2968}"/>
                </a:ext>
              </a:extLst>
            </p:cNvPr>
            <p:cNvSpPr/>
            <p:nvPr/>
          </p:nvSpPr>
          <p:spPr>
            <a:xfrm>
              <a:off x="4211996" y="2080909"/>
              <a:ext cx="3019134" cy="62967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מחסנית (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stack</a:t>
              </a:r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!!heap">
              <a:extLst>
                <a:ext uri="{FF2B5EF4-FFF2-40B4-BE49-F238E27FC236}">
                  <a16:creationId xmlns:a16="http://schemas.microsoft.com/office/drawing/2014/main" id="{1B408CE1-5D52-AD4E-0A47-3B221FE97D53}"/>
                </a:ext>
              </a:extLst>
            </p:cNvPr>
            <p:cNvSpPr/>
            <p:nvPr/>
          </p:nvSpPr>
          <p:spPr>
            <a:xfrm>
              <a:off x="4211996" y="4520621"/>
              <a:ext cx="3019134" cy="761002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ערימה (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heap</a:t>
              </a:r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!!static">
              <a:extLst>
                <a:ext uri="{FF2B5EF4-FFF2-40B4-BE49-F238E27FC236}">
                  <a16:creationId xmlns:a16="http://schemas.microsoft.com/office/drawing/2014/main" id="{3233463A-6717-1A5B-1052-FB4B46AE5846}"/>
                </a:ext>
              </a:extLst>
            </p:cNvPr>
            <p:cNvSpPr/>
            <p:nvPr/>
          </p:nvSpPr>
          <p:spPr>
            <a:xfrm>
              <a:off x="4211996" y="5281623"/>
              <a:ext cx="3019134" cy="26707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משתנים לא מאותחלים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!!const">
              <a:extLst>
                <a:ext uri="{FF2B5EF4-FFF2-40B4-BE49-F238E27FC236}">
                  <a16:creationId xmlns:a16="http://schemas.microsoft.com/office/drawing/2014/main" id="{A742D236-DE60-ADA0-6E96-DA03C1534B63}"/>
                </a:ext>
              </a:extLst>
            </p:cNvPr>
            <p:cNvSpPr/>
            <p:nvPr/>
          </p:nvSpPr>
          <p:spPr>
            <a:xfrm>
              <a:off x="4211996" y="5548694"/>
              <a:ext cx="3019134" cy="26707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משתנים מאותחלים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!!prog">
              <a:extLst>
                <a:ext uri="{FF2B5EF4-FFF2-40B4-BE49-F238E27FC236}">
                  <a16:creationId xmlns:a16="http://schemas.microsoft.com/office/drawing/2014/main" id="{DFC96767-ACEE-57EA-A56E-DE30A4F9692F}"/>
                </a:ext>
              </a:extLst>
            </p:cNvPr>
            <p:cNvSpPr/>
            <p:nvPr/>
          </p:nvSpPr>
          <p:spPr>
            <a:xfrm>
              <a:off x="4211996" y="5824744"/>
              <a:ext cx="3019134" cy="26707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קוד התוכנית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!!free">
              <a:extLst>
                <a:ext uri="{FF2B5EF4-FFF2-40B4-BE49-F238E27FC236}">
                  <a16:creationId xmlns:a16="http://schemas.microsoft.com/office/drawing/2014/main" id="{C04A6F26-E318-5C73-6D66-FD1889FB1415}"/>
                </a:ext>
              </a:extLst>
            </p:cNvPr>
            <p:cNvSpPr/>
            <p:nvPr/>
          </p:nvSpPr>
          <p:spPr>
            <a:xfrm>
              <a:off x="4211996" y="2710580"/>
              <a:ext cx="3019134" cy="18100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!!down">
              <a:extLst>
                <a:ext uri="{FF2B5EF4-FFF2-40B4-BE49-F238E27FC236}">
                  <a16:creationId xmlns:a16="http://schemas.microsoft.com/office/drawing/2014/main" id="{363799D3-8AD7-F47B-A7AD-793360DF6FA6}"/>
                </a:ext>
              </a:extLst>
            </p:cNvPr>
            <p:cNvSpPr/>
            <p:nvPr/>
          </p:nvSpPr>
          <p:spPr>
            <a:xfrm>
              <a:off x="6583058" y="2368941"/>
              <a:ext cx="504056" cy="510408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!!up">
              <a:extLst>
                <a:ext uri="{FF2B5EF4-FFF2-40B4-BE49-F238E27FC236}">
                  <a16:creationId xmlns:a16="http://schemas.microsoft.com/office/drawing/2014/main" id="{B738DE5E-AF52-6C7E-AC93-CCC59C330C01}"/>
                </a:ext>
              </a:extLst>
            </p:cNvPr>
            <p:cNvSpPr/>
            <p:nvPr/>
          </p:nvSpPr>
          <p:spPr>
            <a:xfrm rot="10800000">
              <a:off x="6583058" y="4368657"/>
              <a:ext cx="504056" cy="510408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22ACAA-CF16-5795-3EAA-533DF14670C7}"/>
              </a:ext>
            </a:extLst>
          </p:cNvPr>
          <p:cNvGrpSpPr/>
          <p:nvPr/>
        </p:nvGrpSpPr>
        <p:grpSpPr>
          <a:xfrm>
            <a:off x="1293336" y="2082834"/>
            <a:ext cx="1987568" cy="4046196"/>
            <a:chOff x="6328848" y="2061131"/>
            <a:chExt cx="1987568" cy="4046196"/>
          </a:xfrm>
        </p:grpSpPr>
        <p:sp>
          <p:nvSpPr>
            <p:cNvPr id="29" name="Arrow: Up 28">
              <a:extLst>
                <a:ext uri="{FF2B5EF4-FFF2-40B4-BE49-F238E27FC236}">
                  <a16:creationId xmlns:a16="http://schemas.microsoft.com/office/drawing/2014/main" id="{31E45598-ACDC-945E-F377-09CC84DA2F03}"/>
                </a:ext>
              </a:extLst>
            </p:cNvPr>
            <p:cNvSpPr/>
            <p:nvPr/>
          </p:nvSpPr>
          <p:spPr>
            <a:xfrm>
              <a:off x="6328848" y="2061131"/>
              <a:ext cx="1987568" cy="4008982"/>
            </a:xfrm>
            <a:prstGeom prst="upArrow">
              <a:avLst>
                <a:gd name="adj1" fmla="val 50000"/>
                <a:gd name="adj2" fmla="val 72588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20ED9A-E714-E19B-9D04-2342B3FC9BD2}"/>
                </a:ext>
              </a:extLst>
            </p:cNvPr>
            <p:cNvSpPr txBox="1"/>
            <p:nvPr/>
          </p:nvSpPr>
          <p:spPr>
            <a:xfrm>
              <a:off x="6693253" y="2597756"/>
              <a:ext cx="1262486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indent="0" algn="ctr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3600" b="1" cap="none" spc="0">
                  <a:ln w="6350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he-IL" sz="1800" dirty="0">
                  <a:ln w="12700">
                    <a:solidFill>
                      <a:schemeClr val="tx1"/>
                    </a:solidFill>
                    <a:prstDash val="solid"/>
                  </a:ln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כתובות גבוהות</a:t>
              </a:r>
              <a:endParaRPr lang="en-US" sz="1800" dirty="0">
                <a:ln w="12700">
                  <a:solidFill>
                    <a:schemeClr val="tx1"/>
                  </a:solidFill>
                  <a:prstDash val="solid"/>
                </a:ln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898A299-4742-3920-9B99-876BE0A18F98}"/>
                </a:ext>
              </a:extLst>
            </p:cNvPr>
            <p:cNvSpPr txBox="1"/>
            <p:nvPr/>
          </p:nvSpPr>
          <p:spPr>
            <a:xfrm>
              <a:off x="6657770" y="5516396"/>
              <a:ext cx="1329724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indent="0" algn="ctr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3600" b="1" cap="none" spc="0">
                  <a:ln w="6350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he-IL" sz="1800" dirty="0">
                  <a:ln w="12700">
                    <a:solidFill>
                      <a:schemeClr val="tx1"/>
                    </a:solidFill>
                    <a:prstDash val="solid"/>
                  </a:ln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כתובות נמוכות</a:t>
              </a:r>
              <a:endParaRPr lang="en-US" sz="1800" dirty="0">
                <a:ln w="12700">
                  <a:solidFill>
                    <a:schemeClr val="tx1"/>
                  </a:solidFill>
                  <a:prstDash val="solid"/>
                </a:ln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1CDC8F58-44E8-C88D-2490-86AAD74CBBB1}"/>
              </a:ext>
            </a:extLst>
          </p:cNvPr>
          <p:cNvSpPr/>
          <p:nvPr/>
        </p:nvSpPr>
        <p:spPr>
          <a:xfrm>
            <a:off x="7168560" y="2097714"/>
            <a:ext cx="1061316" cy="3938579"/>
          </a:xfrm>
          <a:prstGeom prst="rect">
            <a:avLst/>
          </a:prstGeom>
          <a:noFill/>
        </p:spPr>
        <p:txBody>
          <a:bodyPr vert="wordArtVert" wrap="none" lIns="91440" tIns="45720" rIns="91440" bIns="45720">
            <a:spAutoFit/>
          </a:bodyPr>
          <a:lstStyle/>
          <a:p>
            <a:pPr algn="ctr"/>
            <a:r>
              <a:rPr lang="he-IL" sz="4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סגמנטים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635FC1FF-17EC-3AE4-0465-EE30BEF6F64D}"/>
              </a:ext>
            </a:extLst>
          </p:cNvPr>
          <p:cNvSpPr/>
          <p:nvPr/>
        </p:nvSpPr>
        <p:spPr>
          <a:xfrm>
            <a:off x="7317159" y="2090268"/>
            <a:ext cx="104160" cy="616420"/>
          </a:xfrm>
          <a:prstGeom prst="rightBrace">
            <a:avLst/>
          </a:prstGeom>
          <a:ln w="12700">
            <a:solidFill>
              <a:srgbClr val="27C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445AEFE2-6DE3-F3D8-324A-964F493D8AB1}"/>
              </a:ext>
            </a:extLst>
          </p:cNvPr>
          <p:cNvSpPr/>
          <p:nvPr/>
        </p:nvSpPr>
        <p:spPr>
          <a:xfrm>
            <a:off x="7317159" y="2719387"/>
            <a:ext cx="104160" cy="1793876"/>
          </a:xfrm>
          <a:prstGeom prst="rightBrac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1" name="Right Brace 50">
            <a:extLst>
              <a:ext uri="{FF2B5EF4-FFF2-40B4-BE49-F238E27FC236}">
                <a16:creationId xmlns:a16="http://schemas.microsoft.com/office/drawing/2014/main" id="{FEDF51F8-68BD-A321-F50E-52B7D416FB5C}"/>
              </a:ext>
            </a:extLst>
          </p:cNvPr>
          <p:cNvSpPr/>
          <p:nvPr/>
        </p:nvSpPr>
        <p:spPr>
          <a:xfrm>
            <a:off x="7317159" y="4525963"/>
            <a:ext cx="104160" cy="750887"/>
          </a:xfrm>
          <a:prstGeom prst="rightBrace">
            <a:avLst/>
          </a:prstGeom>
          <a:ln w="12700">
            <a:solidFill>
              <a:srgbClr val="3E8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3" name="Right Brace 52">
            <a:extLst>
              <a:ext uri="{FF2B5EF4-FFF2-40B4-BE49-F238E27FC236}">
                <a16:creationId xmlns:a16="http://schemas.microsoft.com/office/drawing/2014/main" id="{523861C8-1733-C702-3955-D6C3D69BAB10}"/>
              </a:ext>
            </a:extLst>
          </p:cNvPr>
          <p:cNvSpPr/>
          <p:nvPr/>
        </p:nvSpPr>
        <p:spPr>
          <a:xfrm>
            <a:off x="7317159" y="5289551"/>
            <a:ext cx="104160" cy="250824"/>
          </a:xfrm>
          <a:prstGeom prst="rightBrace">
            <a:avLst/>
          </a:prstGeom>
          <a:ln w="12700">
            <a:solidFill>
              <a:srgbClr val="62A3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5E72FABB-EF2B-C2EE-1BED-22FBFF3FB700}"/>
              </a:ext>
            </a:extLst>
          </p:cNvPr>
          <p:cNvSpPr/>
          <p:nvPr/>
        </p:nvSpPr>
        <p:spPr>
          <a:xfrm>
            <a:off x="7317159" y="5553075"/>
            <a:ext cx="104160" cy="261938"/>
          </a:xfrm>
          <a:prstGeom prst="rightBrace">
            <a:avLst/>
          </a:prstGeom>
          <a:ln w="12700">
            <a:solidFill>
              <a:srgbClr val="42BA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86563A29-A096-533A-A3E1-98CDE081BE0B}"/>
              </a:ext>
            </a:extLst>
          </p:cNvPr>
          <p:cNvSpPr/>
          <p:nvPr/>
        </p:nvSpPr>
        <p:spPr>
          <a:xfrm>
            <a:off x="7317159" y="5827713"/>
            <a:ext cx="104160" cy="265113"/>
          </a:xfrm>
          <a:prstGeom prst="rightBrace">
            <a:avLst/>
          </a:prstGeom>
          <a:ln w="12700">
            <a:solidFill>
              <a:srgbClr val="2683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2439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8475-45B2-934F-CCF5-7DF3C131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6226F-8FFF-CCF8-A4F5-11546B3D12EB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6429C-596F-EEE2-C9E2-C74B8964B6BF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pSp>
        <p:nvGrpSpPr>
          <p:cNvPr id="14" name="!!program">
            <a:extLst>
              <a:ext uri="{FF2B5EF4-FFF2-40B4-BE49-F238E27FC236}">
                <a16:creationId xmlns:a16="http://schemas.microsoft.com/office/drawing/2014/main" id="{EEF2A96C-D9F4-E8FE-E510-BCF87EF0F123}"/>
              </a:ext>
            </a:extLst>
          </p:cNvPr>
          <p:cNvGrpSpPr/>
          <p:nvPr/>
        </p:nvGrpSpPr>
        <p:grpSpPr>
          <a:xfrm rot="5400000">
            <a:off x="4348843" y="-484196"/>
            <a:ext cx="919265" cy="6547131"/>
            <a:chOff x="4211993" y="2080909"/>
            <a:chExt cx="3019145" cy="4010907"/>
          </a:xfrm>
        </p:grpSpPr>
        <p:sp>
          <p:nvSpPr>
            <p:cNvPr id="16" name="!!stack">
              <a:extLst>
                <a:ext uri="{FF2B5EF4-FFF2-40B4-BE49-F238E27FC236}">
                  <a16:creationId xmlns:a16="http://schemas.microsoft.com/office/drawing/2014/main" id="{9CE44A60-05EC-EC00-EBA7-FFF90A4B732A}"/>
                </a:ext>
              </a:extLst>
            </p:cNvPr>
            <p:cNvSpPr/>
            <p:nvPr/>
          </p:nvSpPr>
          <p:spPr>
            <a:xfrm>
              <a:off x="4211996" y="2080909"/>
              <a:ext cx="3019134" cy="646476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מחסנית (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stack</a:t>
              </a:r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heap">
              <a:extLst>
                <a:ext uri="{FF2B5EF4-FFF2-40B4-BE49-F238E27FC236}">
                  <a16:creationId xmlns:a16="http://schemas.microsoft.com/office/drawing/2014/main" id="{DB0EE896-DF6D-2D3A-740D-FA2C79FC075A}"/>
                </a:ext>
              </a:extLst>
            </p:cNvPr>
            <p:cNvSpPr/>
            <p:nvPr/>
          </p:nvSpPr>
          <p:spPr>
            <a:xfrm>
              <a:off x="4212001" y="4166868"/>
              <a:ext cx="3019132" cy="761002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ערימה (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heap</a:t>
              </a:r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!!static">
              <a:extLst>
                <a:ext uri="{FF2B5EF4-FFF2-40B4-BE49-F238E27FC236}">
                  <a16:creationId xmlns:a16="http://schemas.microsoft.com/office/drawing/2014/main" id="{9EA9B965-4182-580D-709B-64539C429E6B}"/>
                </a:ext>
              </a:extLst>
            </p:cNvPr>
            <p:cNvSpPr/>
            <p:nvPr/>
          </p:nvSpPr>
          <p:spPr>
            <a:xfrm>
              <a:off x="4212004" y="4927520"/>
              <a:ext cx="3019134" cy="38798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משתנים מאותחלים</a:t>
              </a:r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!!const">
              <a:extLst>
                <a:ext uri="{FF2B5EF4-FFF2-40B4-BE49-F238E27FC236}">
                  <a16:creationId xmlns:a16="http://schemas.microsoft.com/office/drawing/2014/main" id="{3116CECC-1C46-30D4-BC2F-4F810B1B4473}"/>
                </a:ext>
              </a:extLst>
            </p:cNvPr>
            <p:cNvSpPr/>
            <p:nvPr/>
          </p:nvSpPr>
          <p:spPr>
            <a:xfrm>
              <a:off x="4211998" y="5315852"/>
              <a:ext cx="3019134" cy="38798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משתנים לא מאותחלים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!!prog">
              <a:extLst>
                <a:ext uri="{FF2B5EF4-FFF2-40B4-BE49-F238E27FC236}">
                  <a16:creationId xmlns:a16="http://schemas.microsoft.com/office/drawing/2014/main" id="{5FA0DD62-0E51-42F4-699C-544B750204E1}"/>
                </a:ext>
              </a:extLst>
            </p:cNvPr>
            <p:cNvSpPr/>
            <p:nvPr/>
          </p:nvSpPr>
          <p:spPr>
            <a:xfrm>
              <a:off x="4211993" y="5703834"/>
              <a:ext cx="3019133" cy="38798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קוד התוכנית</a:t>
              </a:r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!!free">
              <a:extLst>
                <a:ext uri="{FF2B5EF4-FFF2-40B4-BE49-F238E27FC236}">
                  <a16:creationId xmlns:a16="http://schemas.microsoft.com/office/drawing/2014/main" id="{40DAE2FE-05E6-D722-38D9-D06DD15CABF2}"/>
                </a:ext>
              </a:extLst>
            </p:cNvPr>
            <p:cNvSpPr/>
            <p:nvPr/>
          </p:nvSpPr>
          <p:spPr>
            <a:xfrm>
              <a:off x="4212003" y="2727385"/>
              <a:ext cx="3019135" cy="1439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!!down">
              <a:extLst>
                <a:ext uri="{FF2B5EF4-FFF2-40B4-BE49-F238E27FC236}">
                  <a16:creationId xmlns:a16="http://schemas.microsoft.com/office/drawing/2014/main" id="{12AB6239-1FF6-C716-D05F-2E6104FF8C1F}"/>
                </a:ext>
              </a:extLst>
            </p:cNvPr>
            <p:cNvSpPr/>
            <p:nvPr/>
          </p:nvSpPr>
          <p:spPr>
            <a:xfrm>
              <a:off x="5915433" y="2632278"/>
              <a:ext cx="1038355" cy="220543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!!up">
              <a:extLst>
                <a:ext uri="{FF2B5EF4-FFF2-40B4-BE49-F238E27FC236}">
                  <a16:creationId xmlns:a16="http://schemas.microsoft.com/office/drawing/2014/main" id="{1F63FF6C-EF95-80C4-EF31-4FC8437D664E}"/>
                </a:ext>
              </a:extLst>
            </p:cNvPr>
            <p:cNvSpPr/>
            <p:nvPr/>
          </p:nvSpPr>
          <p:spPr>
            <a:xfrm rot="10800000">
              <a:off x="5915430" y="4043807"/>
              <a:ext cx="1038355" cy="220544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252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8475-45B2-934F-CCF5-7DF3C131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D0E62056-EF41-5AA6-DC80-45C2B80C1B8B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0118B-EB66-5D4A-46FC-E95E4B550DB3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169B1-EF75-4E8B-28FE-CB1611FE2342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C4E90A-7B94-7BCB-C138-A3298E7ADDDF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9" name="!!higher">
              <a:extLst>
                <a:ext uri="{FF2B5EF4-FFF2-40B4-BE49-F238E27FC236}">
                  <a16:creationId xmlns:a16="http://schemas.microsoft.com/office/drawing/2014/main" id="{6E866C1A-50FA-D154-AD3E-C6E827DDBE69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!!lower">
              <a:extLst>
                <a:ext uri="{FF2B5EF4-FFF2-40B4-BE49-F238E27FC236}">
                  <a16:creationId xmlns:a16="http://schemas.microsoft.com/office/drawing/2014/main" id="{953A5A9B-FFCE-E175-6E16-5E5B797CDC66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!!free">
              <a:extLst>
                <a:ext uri="{FF2B5EF4-FFF2-40B4-BE49-F238E27FC236}">
                  <a16:creationId xmlns:a16="http://schemas.microsoft.com/office/drawing/2014/main" id="{6ED8BB9F-24D8-951B-00B1-6741CA746C52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!!down">
              <a:extLst>
                <a:ext uri="{FF2B5EF4-FFF2-40B4-BE49-F238E27FC236}">
                  <a16:creationId xmlns:a16="http://schemas.microsoft.com/office/drawing/2014/main" id="{8C13BFC1-CDB5-AFED-2567-7E8545C43623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!!up">
              <a:extLst>
                <a:ext uri="{FF2B5EF4-FFF2-40B4-BE49-F238E27FC236}">
                  <a16:creationId xmlns:a16="http://schemas.microsoft.com/office/drawing/2014/main" id="{0ECBB111-3E8F-1E62-8056-15E0F8DA2CC5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765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8475-45B2-934F-CCF5-7DF3C131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9" name="Rectangle: Rounded Corners 28" hidden="1">
            <a:extLst>
              <a:ext uri="{FF2B5EF4-FFF2-40B4-BE49-F238E27FC236}">
                <a16:creationId xmlns:a16="http://schemas.microsoft.com/office/drawing/2014/main" id="{FA060067-E4C6-C883-DD81-18A323254BBC}"/>
              </a:ext>
            </a:extLst>
          </p:cNvPr>
          <p:cNvSpPr/>
          <p:nvPr/>
        </p:nvSpPr>
        <p:spPr>
          <a:xfrm>
            <a:off x="1961971" y="4314610"/>
            <a:ext cx="1493262" cy="506743"/>
          </a:xfrm>
          <a:prstGeom prst="round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D81C200-D460-2496-1075-D9A30BD5A0FF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92770-43CF-9023-9308-C521252F5C1D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34849E-DE5B-1C7E-6162-F8213F870FCA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4" name="!!physical">
            <a:extLst>
              <a:ext uri="{FF2B5EF4-FFF2-40B4-BE49-F238E27FC236}">
                <a16:creationId xmlns:a16="http://schemas.microsoft.com/office/drawing/2014/main" id="{32316E3F-CD47-7E11-A29D-8B6940DB3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23778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5" name="!!virtual">
            <a:extLst>
              <a:ext uri="{FF2B5EF4-FFF2-40B4-BE49-F238E27FC236}">
                <a16:creationId xmlns:a16="http://schemas.microsoft.com/office/drawing/2014/main" id="{5033AEB8-5658-D402-EABD-3F2C48A81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576109"/>
              </p:ext>
            </p:extLst>
          </p:nvPr>
        </p:nvGraphicFramePr>
        <p:xfrm>
          <a:off x="1005840" y="369900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D4C30F7F-B035-1B53-5A2E-C85F7E9ED4F0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7" name="!!higher">
              <a:extLst>
                <a:ext uri="{FF2B5EF4-FFF2-40B4-BE49-F238E27FC236}">
                  <a16:creationId xmlns:a16="http://schemas.microsoft.com/office/drawing/2014/main" id="{442A4ADF-9EC7-42A9-8968-4FFCD1640E34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!!lower">
              <a:extLst>
                <a:ext uri="{FF2B5EF4-FFF2-40B4-BE49-F238E27FC236}">
                  <a16:creationId xmlns:a16="http://schemas.microsoft.com/office/drawing/2014/main" id="{CFBB9152-E97C-F5F6-1E31-D501C9A31694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!!free">
              <a:extLst>
                <a:ext uri="{FF2B5EF4-FFF2-40B4-BE49-F238E27FC236}">
                  <a16:creationId xmlns:a16="http://schemas.microsoft.com/office/drawing/2014/main" id="{CC54FE69-9197-3719-E376-C2B31E39511C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!!down">
              <a:extLst>
                <a:ext uri="{FF2B5EF4-FFF2-40B4-BE49-F238E27FC236}">
                  <a16:creationId xmlns:a16="http://schemas.microsoft.com/office/drawing/2014/main" id="{03960894-D6B5-AC9A-83AA-2F87D7A4EB62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!!up">
              <a:extLst>
                <a:ext uri="{FF2B5EF4-FFF2-40B4-BE49-F238E27FC236}">
                  <a16:creationId xmlns:a16="http://schemas.microsoft.com/office/drawing/2014/main" id="{F84EA0B3-7902-8EAF-281C-6957DAB7ADAB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2DF752F-295B-FE03-3072-378BAF0B0B2A}"/>
              </a:ext>
            </a:extLst>
          </p:cNvPr>
          <p:cNvSpPr txBox="1"/>
          <p:nvPr/>
        </p:nvSpPr>
        <p:spPr>
          <a:xfrm>
            <a:off x="1362088" y="4006747"/>
            <a:ext cx="6719952" cy="461665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he-IL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זיכרון ווירטואלי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18A5A0-8DC2-6CCB-AC41-99C8099101A5}"/>
              </a:ext>
            </a:extLst>
          </p:cNvPr>
          <p:cNvSpPr txBox="1"/>
          <p:nvPr/>
        </p:nvSpPr>
        <p:spPr>
          <a:xfrm>
            <a:off x="1341882" y="5365438"/>
            <a:ext cx="6740157" cy="461665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he-IL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זיכרון פיסי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6024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8475-45B2-934F-CCF5-7DF3C131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1442F2F4-2BE8-8AD4-CA67-7D6A040066A9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24E41-A8F0-A6F4-82E2-89B8555425F3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88E59-0B13-D475-AF93-F3B8A0EAECB4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ED053C0D-447B-07B7-EA7C-A1EE19068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34165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894AE39D-5613-CF90-6BF6-B538A08F0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473924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684C8A6E-68F1-1F58-C963-4AEF7474587D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A8A0E078-0F36-0872-3BD2-E1FE71675D39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668D7D40-3045-1620-14E9-2426703F80B2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945A4651-D2EB-1F39-6338-75DF43D7EE53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6050ABAE-A798-B049-B5D0-D13EFB888DEC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F0E3C37B-5B70-9A1B-53AF-CBCA160BE544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652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B068-F164-5456-8528-296A84EBB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3B1EF-0238-1B00-4836-C95AD8EE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EDA22E10-7F8A-3263-CA21-DB467B629F5D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70269-DE86-D244-92CF-A9B806B91D9B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8E7D99-E340-C163-760F-6DB3547DEADD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0D6C3B66-B7FE-2BA6-6631-5CC31E880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392808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97E7BEFC-38DF-8CE2-BF9D-409F68D9E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197628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55DB3361-FDD0-F075-B4EA-8F5271103004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CAA189CB-BE5D-653B-CA78-C157E4C84E83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1302EDEA-FC5F-8E54-CB75-AE0E8EB6D9CB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FE23F1A0-3BB1-96C6-0EA7-B32E10EB9FCE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44F86F5F-A49A-620F-0D83-871E3D8EC369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E1383C78-2CBB-FC4B-896F-2BD9AF6B4C56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55A306-49DB-47BA-5227-00F37E175240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38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F22D5-7947-70CA-3168-1B4A1367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7AB5-6B6C-5971-6BBF-86346CEFD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6FDE4DC4-B97A-0E0F-76E2-7B8B1F755876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D51DE-056F-672F-51AC-9D30AE1C381B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2B5AF-C024-ACF9-F46D-52C1ACCB0BA5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26EAB008-17A8-C957-5B0F-31CD2D9A8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051906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E1D76F34-8953-386D-9606-4F964D037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352355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34D25EFA-AE95-4494-8114-C7926AB280C0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4128D320-0ED1-A257-E833-7B016F0A6BCD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8D9DAD5B-F00B-BEE8-17E5-6D4130CD61F7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F567C6D2-1526-CA79-A06C-25CC607771F5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ED2D4C99-C527-9C11-A96D-1BDC527DAD2C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530E2CE6-D775-6A65-4304-FAD7AC8A8951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AC8A48-03BB-8CFF-6555-B85F11DB2EFB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621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F194-79F7-FB8F-3DE7-36B57324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A509F-D8F2-9EA2-38AD-E68E8190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F428BEE6-71A5-24F4-49A9-2A6D9B0D6F4A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ACD247-5905-BB3F-40E1-BACC06BFC32B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489CC-3875-28B0-9848-D4F015E5925A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7D8D087C-9CF9-E087-D2DD-93A8AB838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42620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EE6C29D9-B25E-91BB-B552-C9F76F3F7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023751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F3BA8A58-2447-9FD1-F373-C508A448C22E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CF169B20-EC60-5047-A628-582D3B4A9D70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548BEF40-F77A-930B-E8C0-96C544D13F1B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199BB658-0B50-6D29-BA97-D092496621C3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70F0A8FA-1FBB-AB90-7F05-ADD60A3482BC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2E9320A1-B54F-DB60-3E38-F37154FB98C5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Arrow: Down 2">
            <a:extLst>
              <a:ext uri="{FF2B5EF4-FFF2-40B4-BE49-F238E27FC236}">
                <a16:creationId xmlns:a16="http://schemas.microsoft.com/office/drawing/2014/main" id="{4AC5E05D-E8F0-1402-9D62-33D5ECC6C10F}"/>
              </a:ext>
            </a:extLst>
          </p:cNvPr>
          <p:cNvSpPr/>
          <p:nvPr/>
        </p:nvSpPr>
        <p:spPr>
          <a:xfrm>
            <a:off x="1691968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60DF72-BE05-A937-D9C1-F9CC78D1E241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10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5CC2-8277-B100-C67B-966E6A085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E8DC-76FA-572E-962D-A0F33C78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ACE8E0F3-05AB-BB6B-79B2-AEAAA5B9A698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A72B8A-96A3-D3C0-DA40-549AD186E986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09BC33D-1B7E-4C9E-0FE3-871081B019B8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6EB2F-A7B1-9F45-D69F-129746FFE4E5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2B425D44-8258-EE91-0C7A-2F4956BB7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210279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A50A76A1-42E2-B6BC-CC84-7F518F484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461782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FFFF7236-1FF4-BC5F-92F0-BB7AB264CE4F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69A06250-2EE0-84F2-BF84-5B9AA98153C9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792EFF15-5CFE-1363-A078-726205D61E79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2F9BC340-BC54-731A-89AA-D1FF3A7C2BAB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0B4193A0-55F0-F36E-E603-8E08514222BA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1944198E-ED07-1C93-E755-5CF8FB9D4549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1D9528-A25F-DB62-0A93-DDF3F564C3C7}"/>
              </a:ext>
            </a:extLst>
          </p:cNvPr>
          <p:cNvCxnSpPr>
            <a:cxnSpLocks/>
          </p:cNvCxnSpPr>
          <p:nvPr/>
        </p:nvCxnSpPr>
        <p:spPr>
          <a:xfrm>
            <a:off x="2126673" y="4294909"/>
            <a:ext cx="2459182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EE3590D-FADB-E055-70B0-C836471B7AD8}"/>
              </a:ext>
            </a:extLst>
          </p:cNvPr>
          <p:cNvSpPr/>
          <p:nvPr/>
        </p:nvSpPr>
        <p:spPr>
          <a:xfrm>
            <a:off x="1691968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7823464"/>
      </p:ext>
    </p:extLst>
  </p:cSld>
  <p:clrMapOvr>
    <a:masterClrMapping/>
  </p:clrMapOvr>
  <p:transition spd="slow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4EC91-80DA-6364-8106-357485BE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7BC3E3-86CE-39AC-F88A-368EB96F1631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38BB2-C3AB-9CF4-6ADB-5C7606781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87F1193A-5A4C-5170-3166-3357A5985EB5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8A24C-F06D-8ABF-9D1A-7005814887F5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01624E-5FCC-6C8C-98D9-DD6F6AC8BC47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9649613A-72D4-3A1D-CA22-ABB2C0ED2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218500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FCC1079B-343F-CA57-7671-94A676349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599634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06450C5D-8E3C-3547-9815-F819681E2AAF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A3D45604-438F-2500-E2F5-321922C9876D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7073099E-D73A-D42E-6908-710EF8989DF9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B50F6C2B-5222-5496-C1CF-0B4E42A8E168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D7DE8A5C-5099-8E65-6F64-4992FB390CB0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11698CC5-937D-DD85-CF50-F3D282C8B6DE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D66B189-511B-B61D-AA03-B0122756D22C}"/>
              </a:ext>
            </a:extLst>
          </p:cNvPr>
          <p:cNvCxnSpPr>
            <a:cxnSpLocks/>
          </p:cNvCxnSpPr>
          <p:nvPr/>
        </p:nvCxnSpPr>
        <p:spPr>
          <a:xfrm>
            <a:off x="2126673" y="4294909"/>
            <a:ext cx="2459182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Arrow: Down 5">
            <a:extLst>
              <a:ext uri="{FF2B5EF4-FFF2-40B4-BE49-F238E27FC236}">
                <a16:creationId xmlns:a16="http://schemas.microsoft.com/office/drawing/2014/main" id="{DD5059B3-99D2-C1D8-6410-32BFE9532FDC}"/>
              </a:ext>
            </a:extLst>
          </p:cNvPr>
          <p:cNvSpPr/>
          <p:nvPr/>
        </p:nvSpPr>
        <p:spPr>
          <a:xfrm>
            <a:off x="5432695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223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09F6-B656-273F-11AF-3FF96B12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4F8AF4-84C1-5AC9-3236-DA742AB311DC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92FFB-DA01-AB9A-E463-42292D62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07D9E92A-DAA2-FFB2-76A0-24A6B2E14888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1BFC4-8881-5E48-2522-555AF556AF37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CEF82-94A1-4BA2-4EEC-7047D4839617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3A3949BD-92B6-072E-0238-4CDE86697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435094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74C26121-0557-21DA-2FC4-7A870D8D4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040377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8B769F1F-F8F6-F812-3CC6-0E0E580F4C23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BBD35554-ECE1-777E-B052-9C41DB332310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4BBADBA6-21FC-B885-D967-D7746A2BEC61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35C14FFA-2C60-5CB9-2A31-C5BA2FE66819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E472F233-4317-A026-71E0-BE9643B1BAEB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28F576CF-3FBE-2C8A-2185-3ECE0CA408CF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2CC80B-5A3C-0CA6-41B5-5E40F0EB3BAA}"/>
              </a:ext>
            </a:extLst>
          </p:cNvPr>
          <p:cNvCxnSpPr>
            <a:cxnSpLocks/>
          </p:cNvCxnSpPr>
          <p:nvPr/>
        </p:nvCxnSpPr>
        <p:spPr>
          <a:xfrm>
            <a:off x="2126673" y="4294909"/>
            <a:ext cx="2459182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7BBBE5-6A2D-367E-1D5E-14113281579E}"/>
              </a:ext>
            </a:extLst>
          </p:cNvPr>
          <p:cNvCxnSpPr>
            <a:cxnSpLocks/>
          </p:cNvCxnSpPr>
          <p:nvPr/>
        </p:nvCxnSpPr>
        <p:spPr>
          <a:xfrm flipH="1">
            <a:off x="2126673" y="4294909"/>
            <a:ext cx="3352800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3316E0A7-8F0E-9E49-CDF3-47B50300C462}"/>
              </a:ext>
            </a:extLst>
          </p:cNvPr>
          <p:cNvSpPr/>
          <p:nvPr/>
        </p:nvSpPr>
        <p:spPr>
          <a:xfrm>
            <a:off x="5432695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46413"/>
      </p:ext>
    </p:extLst>
  </p:cSld>
  <p:clrMapOvr>
    <a:masterClrMapping/>
  </p:clrMapOvr>
  <p:transition spd="slow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5612A-252F-693F-A872-22440DD1B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206C5E-8A0C-F0D2-1893-21CC771D8F07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D75F5-EECB-260C-3AAB-F39563403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28F3329B-BCCE-1F0E-E41A-0A925BB6CAA6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73735-49B9-BFCB-C172-1038543EFC14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13D47-7C99-52D9-CD30-E0CAC078650C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BE0A2FDC-FAC8-CEEA-1855-E46A5D3CF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021514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1175B1C8-6083-C919-C447-6FCB81694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257808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BEC1683B-9945-5B76-3EB1-8D6BB6471971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D6B665F8-4400-D44F-B75D-09F88792F405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F397A989-3F67-1BD8-03FD-96A8F535FF24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04BDFBDF-C663-25AD-D8C8-9C6E04CD7F3D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CF7FEC32-3802-5A77-E307-FB381F1590F8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D029A351-C703-7C15-9A37-AD9D321ECDEA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55D4B8-CB64-06D4-97EF-AD828D7543ED}"/>
              </a:ext>
            </a:extLst>
          </p:cNvPr>
          <p:cNvCxnSpPr>
            <a:cxnSpLocks/>
          </p:cNvCxnSpPr>
          <p:nvPr/>
        </p:nvCxnSpPr>
        <p:spPr>
          <a:xfrm>
            <a:off x="2126673" y="4294909"/>
            <a:ext cx="2459182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C588E05-AAB9-A26D-7440-55DD53955E13}"/>
              </a:ext>
            </a:extLst>
          </p:cNvPr>
          <p:cNvCxnSpPr>
            <a:cxnSpLocks/>
          </p:cNvCxnSpPr>
          <p:nvPr/>
        </p:nvCxnSpPr>
        <p:spPr>
          <a:xfrm flipH="1">
            <a:off x="2126673" y="4294909"/>
            <a:ext cx="3352800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Arrow: Down 21">
            <a:extLst>
              <a:ext uri="{FF2B5EF4-FFF2-40B4-BE49-F238E27FC236}">
                <a16:creationId xmlns:a16="http://schemas.microsoft.com/office/drawing/2014/main" id="{D6454ED1-F5B9-5337-E520-EDCDED578BA1}"/>
              </a:ext>
            </a:extLst>
          </p:cNvPr>
          <p:cNvSpPr/>
          <p:nvPr/>
        </p:nvSpPr>
        <p:spPr>
          <a:xfrm>
            <a:off x="3548476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5407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646E1-04E8-8353-B424-DE262A92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162691D-C9DE-D699-ECD2-F353C15065B2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48D81-DF20-781A-2D3B-938A17E06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8DB84193-BADE-47AA-6DCF-726C8BF3A247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6C506-F593-AC27-3C80-FF46141E8CDF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D2266-3126-A308-186E-4FA4F34C8CB4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88C5EA92-D0D7-48FC-41FE-B85042479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586259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4E43A0DF-9605-244D-A52B-46E52CF53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508278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2197621A-9DFD-918F-2D59-39278561452E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FA8441D1-CD19-F121-7A28-C430E2F305DD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E3E29AF7-7D29-C7BE-A356-BF6766CE9F99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E66B4F81-B510-26A5-C00A-0E7EFEA49079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337EFB24-08FA-AC5B-3D32-83EF6FBA5491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9839B0C3-5446-9ECF-7D4D-1053639A3FAB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79A4EE5-60C6-5922-53D8-F40819C9B3DD}"/>
              </a:ext>
            </a:extLst>
          </p:cNvPr>
          <p:cNvCxnSpPr>
            <a:cxnSpLocks/>
          </p:cNvCxnSpPr>
          <p:nvPr/>
        </p:nvCxnSpPr>
        <p:spPr>
          <a:xfrm>
            <a:off x="2126673" y="4294909"/>
            <a:ext cx="2459182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D780F5-8CBE-9334-79B1-D8AD55B0A5B2}"/>
              </a:ext>
            </a:extLst>
          </p:cNvPr>
          <p:cNvCxnSpPr>
            <a:cxnSpLocks/>
          </p:cNvCxnSpPr>
          <p:nvPr/>
        </p:nvCxnSpPr>
        <p:spPr>
          <a:xfrm flipH="1">
            <a:off x="2126673" y="4294909"/>
            <a:ext cx="3352800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Arrow: Down 5">
            <a:extLst>
              <a:ext uri="{FF2B5EF4-FFF2-40B4-BE49-F238E27FC236}">
                <a16:creationId xmlns:a16="http://schemas.microsoft.com/office/drawing/2014/main" id="{DA310AA6-A86A-78B9-9057-1CA8CC4659D5}"/>
              </a:ext>
            </a:extLst>
          </p:cNvPr>
          <p:cNvSpPr/>
          <p:nvPr/>
        </p:nvSpPr>
        <p:spPr>
          <a:xfrm>
            <a:off x="3548476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CA6DA3-FA66-E7FC-30C9-35E8824E0141}"/>
              </a:ext>
            </a:extLst>
          </p:cNvPr>
          <p:cNvCxnSpPr>
            <a:cxnSpLocks/>
          </p:cNvCxnSpPr>
          <p:nvPr/>
        </p:nvCxnSpPr>
        <p:spPr>
          <a:xfrm>
            <a:off x="3997036" y="4287982"/>
            <a:ext cx="2403764" cy="1350818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298729"/>
      </p:ext>
    </p:extLst>
  </p:cSld>
  <p:clrMapOvr>
    <a:masterClrMapping/>
  </p:clrMapOvr>
  <p:transition spd="slow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7166-542F-B54D-9790-A94DB6BC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2F1545E-67CE-B947-8132-71A5661CDCEF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D3E0-F5FF-E042-B15D-C30813A5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3A1EFB05-4B3E-38DC-A348-A0D110F9C359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5D2CA-18AA-BBE7-4EFB-F32B1EC307B8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AA0D73-232E-C7C0-8FEA-2F0D5B63D7CC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E1734EA8-206B-8428-C77C-135898AD4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697065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ADA6A1A6-6592-DC1E-BA60-1851E4A5B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395178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5F7E2480-EF67-809B-ADD7-968BC736AE03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AD2A20A3-FBF1-8F58-6983-EAD2320777CE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2111FF4B-3BEB-49E9-EF66-D33B310BCBF5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69BB7173-2863-433A-973C-BE770176C146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B9E4E1C0-97B3-5CD0-4B21-B157C5846B69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ACFD9880-F8DB-2DE9-7560-464993DE253E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496A18D-789A-9A71-AC0E-B18F2E5EBE6D}"/>
              </a:ext>
            </a:extLst>
          </p:cNvPr>
          <p:cNvCxnSpPr>
            <a:cxnSpLocks/>
          </p:cNvCxnSpPr>
          <p:nvPr/>
        </p:nvCxnSpPr>
        <p:spPr>
          <a:xfrm>
            <a:off x="2126673" y="4294909"/>
            <a:ext cx="2459182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B2C595-8714-667E-5682-71A380F27610}"/>
              </a:ext>
            </a:extLst>
          </p:cNvPr>
          <p:cNvCxnSpPr>
            <a:cxnSpLocks/>
          </p:cNvCxnSpPr>
          <p:nvPr/>
        </p:nvCxnSpPr>
        <p:spPr>
          <a:xfrm flipH="1">
            <a:off x="2126673" y="4294909"/>
            <a:ext cx="3352800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895F22B7-19D3-0528-91D0-20F45254DCBF}"/>
              </a:ext>
            </a:extLst>
          </p:cNvPr>
          <p:cNvSpPr/>
          <p:nvPr/>
        </p:nvSpPr>
        <p:spPr>
          <a:xfrm>
            <a:off x="5432694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8B76A6-0CBB-C74A-EB60-8660490EB46B}"/>
              </a:ext>
            </a:extLst>
          </p:cNvPr>
          <p:cNvCxnSpPr>
            <a:cxnSpLocks/>
          </p:cNvCxnSpPr>
          <p:nvPr/>
        </p:nvCxnSpPr>
        <p:spPr>
          <a:xfrm>
            <a:off x="3997036" y="4287982"/>
            <a:ext cx="2403764" cy="1350818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549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787BF-E6F3-D97E-E8B5-4EB79F03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435546C-D660-1A0D-387F-37D196348C5E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F4A41-8F4C-79F2-1234-70DD16266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A7F5262B-3D24-4978-9907-C74060124537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6DC375-089E-7F50-A1AE-DD0441CFBBC1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2407DC-3441-60C9-FCEC-AA9757E3C5EC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405942AC-A3AC-ECF1-C163-FA9D4D452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855753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7C06C0C3-36C4-4CFE-C80F-A9891F522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089636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75099D0-A2A2-521D-2C76-BD34A8C19FB6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48399B79-AC22-0EC8-0E5A-D0AFE732DFB0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D1460702-ABCB-0C86-DAA1-06BE67A31BC1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94FEA130-1DF5-480F-BC2F-13583E7D4AC1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A0BD79E9-CBA0-EF5D-2531-C2DBF205A9AA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994642CA-C4F7-A052-A9D8-E1404F52C036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69E83DA-3E52-A3DA-DF2A-89CD7E2C0DC3}"/>
              </a:ext>
            </a:extLst>
          </p:cNvPr>
          <p:cNvCxnSpPr>
            <a:cxnSpLocks/>
          </p:cNvCxnSpPr>
          <p:nvPr/>
        </p:nvCxnSpPr>
        <p:spPr>
          <a:xfrm flipH="1">
            <a:off x="2126673" y="4294909"/>
            <a:ext cx="3352800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88918E92-4B32-566A-45C9-DB009CCF6F9A}"/>
              </a:ext>
            </a:extLst>
          </p:cNvPr>
          <p:cNvSpPr/>
          <p:nvPr/>
        </p:nvSpPr>
        <p:spPr>
          <a:xfrm>
            <a:off x="5432694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73F002-04BD-08B4-7D6F-A636AAC809FF}"/>
              </a:ext>
            </a:extLst>
          </p:cNvPr>
          <p:cNvCxnSpPr>
            <a:cxnSpLocks/>
          </p:cNvCxnSpPr>
          <p:nvPr/>
        </p:nvCxnSpPr>
        <p:spPr>
          <a:xfrm>
            <a:off x="3997036" y="4287982"/>
            <a:ext cx="2403764" cy="1350818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277025"/>
      </p:ext>
    </p:extLst>
  </p:cSld>
  <p:clrMapOvr>
    <a:masterClrMapping/>
  </p:clrMapOvr>
  <p:transition spd="slow">
    <p:wipe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D4A1-076F-330E-8E66-EB66DEE8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9EECCF-9153-0CF7-7DE0-F509B36D7A55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BEF17-0769-AA96-D78A-F93114261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8561A9BB-F416-798D-0BF1-3CFBA4C06E47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FF05B-7F13-3A61-62DD-85E9A561B06D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12CF2F-621C-0931-E5ED-BBC6AA9FDE72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4E4AE9C8-E9F0-71A6-EF1E-82F5A1977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588749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B1F24D1E-D3A6-7217-E020-6293E26ED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80401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12CF86FC-14B4-875F-FBD7-36295B8A698E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F44B5FF1-679C-6663-BB04-DA552423167D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C6D294B0-0D25-540C-3A2C-C0D3E7DDCE82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8D3A460C-0BCF-1515-9D68-1372652024B9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904CE7D8-D23D-E2E1-5885-B658D195A571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431473BD-CA69-8D4C-A8ED-368B31068AC7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C609CB5-2F62-41F9-D147-9BBE23884753}"/>
              </a:ext>
            </a:extLst>
          </p:cNvPr>
          <p:cNvCxnSpPr>
            <a:cxnSpLocks/>
          </p:cNvCxnSpPr>
          <p:nvPr/>
        </p:nvCxnSpPr>
        <p:spPr>
          <a:xfrm flipH="1">
            <a:off x="2126673" y="4294909"/>
            <a:ext cx="3352800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AA8C402D-36F2-38D5-82D8-F7AD30DEE61D}"/>
              </a:ext>
            </a:extLst>
          </p:cNvPr>
          <p:cNvSpPr/>
          <p:nvPr/>
        </p:nvSpPr>
        <p:spPr>
          <a:xfrm>
            <a:off x="6358166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DFDEB0-EA13-C3ED-FF5A-55B94DFBC2DB}"/>
              </a:ext>
            </a:extLst>
          </p:cNvPr>
          <p:cNvCxnSpPr>
            <a:cxnSpLocks/>
          </p:cNvCxnSpPr>
          <p:nvPr/>
        </p:nvCxnSpPr>
        <p:spPr>
          <a:xfrm>
            <a:off x="3997036" y="4287982"/>
            <a:ext cx="2403764" cy="1350818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51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74226-9369-7D7F-3AF4-DAA5A5D5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B9F9E70-9F71-DE20-938B-F7E87DCF14C2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D71DD-A345-0A8E-36CB-33FDBC833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86AAB61C-4844-AC40-7D90-ED2F933992AB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443CC-7430-4596-6FC8-5260027E9D99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0B5876-2FB2-C67E-5106-1ECDBD4FCD80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4DDA93D5-7F78-757A-314B-7C0917E14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25081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solidDmnd">
                      <a:fgClr>
                        <a:srgbClr val="DF7F7F"/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2DBBEB6A-8CFD-3174-14CF-8A7CB5F04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094508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open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solidDmnd">
                      <a:fgClr>
                        <a:schemeClr val="accent5">
                          <a:lumMod val="60000"/>
                          <a:lumOff val="4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34052DAD-A430-108F-1CA5-0E49F8CF5C2D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D5E6BA12-7962-13ED-2489-901A828A548C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D885DBEF-9966-398F-9894-881D72CB8293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C3BCB90D-7984-906D-88A0-9CDD88D61F97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7E910DE0-A52F-5C69-A918-F01119B65169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9ABEA6C3-B37C-F7D0-302C-2753B484095D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F4831F9-4BB4-71AC-37B8-74CC1E748CEA}"/>
              </a:ext>
            </a:extLst>
          </p:cNvPr>
          <p:cNvCxnSpPr>
            <a:cxnSpLocks/>
          </p:cNvCxnSpPr>
          <p:nvPr/>
        </p:nvCxnSpPr>
        <p:spPr>
          <a:xfrm flipH="1">
            <a:off x="2126673" y="4294909"/>
            <a:ext cx="3352800" cy="1343891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2781A261-DCCE-39F9-5721-99150D95C77E}"/>
              </a:ext>
            </a:extLst>
          </p:cNvPr>
          <p:cNvSpPr/>
          <p:nvPr/>
        </p:nvSpPr>
        <p:spPr>
          <a:xfrm>
            <a:off x="6358166" y="3381758"/>
            <a:ext cx="540006" cy="630009"/>
          </a:xfrm>
          <a:prstGeom prst="downArrow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D91C62-2B69-1914-C66D-F19F87270115}"/>
              </a:ext>
            </a:extLst>
          </p:cNvPr>
          <p:cNvCxnSpPr>
            <a:cxnSpLocks/>
          </p:cNvCxnSpPr>
          <p:nvPr/>
        </p:nvCxnSpPr>
        <p:spPr>
          <a:xfrm>
            <a:off x="3997036" y="4287982"/>
            <a:ext cx="2403764" cy="1350818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2F2F8F1-C88A-698B-E50A-C44B6E9A1006}"/>
              </a:ext>
            </a:extLst>
          </p:cNvPr>
          <p:cNvCxnSpPr>
            <a:cxnSpLocks/>
          </p:cNvCxnSpPr>
          <p:nvPr/>
        </p:nvCxnSpPr>
        <p:spPr>
          <a:xfrm flipH="1">
            <a:off x="5832014" y="4287982"/>
            <a:ext cx="568786" cy="1350818"/>
          </a:xfrm>
          <a:prstGeom prst="straightConnector1">
            <a:avLst/>
          </a:prstGeom>
          <a:ln w="25400">
            <a:solidFill>
              <a:schemeClr val="tx1">
                <a:alpha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180594"/>
      </p:ext>
    </p:extLst>
  </p:cSld>
  <p:clrMapOvr>
    <a:masterClrMapping/>
  </p:clrMapOvr>
  <p:transition spd="slow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DF3C1-ACFC-C399-D730-75D6364B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942398-88A3-52D1-9A91-B713AD8A03CA}"/>
              </a:ext>
            </a:extLst>
          </p:cNvPr>
          <p:cNvSpPr/>
          <p:nvPr/>
        </p:nvSpPr>
        <p:spPr>
          <a:xfrm rot="5400000">
            <a:off x="4379331" y="1729033"/>
            <a:ext cx="730776" cy="6314636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 rtl="1"/>
            <a:r>
              <a:rPr lang="he-IL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diagBrick">
                  <a:fgClr>
                    <a:schemeClr val="accent3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מערכת הפעלה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diagBrick">
                <a:fgClr>
                  <a:schemeClr val="accent3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3C6B0-38D1-84C0-A561-7C24E9D2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20C6F0BD-1560-1F85-7758-6D3A15FCC0A8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780E9-BED4-4FCD-904B-5C2EEB5D54E4}"/>
              </a:ext>
            </a:extLst>
          </p:cNvPr>
          <p:cNvSpPr txBox="1"/>
          <p:nvPr/>
        </p:nvSpPr>
        <p:spPr>
          <a:xfrm>
            <a:off x="1012422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EE4B7-0061-04A9-6E89-3B4BC1BADB12}"/>
              </a:ext>
            </a:extLst>
          </p:cNvPr>
          <p:cNvSpPr txBox="1"/>
          <p:nvPr/>
        </p:nvSpPr>
        <p:spPr>
          <a:xfrm>
            <a:off x="7478056" y="1899701"/>
            <a:ext cx="1044976" cy="43088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2</a:t>
            </a:r>
            <a:r>
              <a:rPr lang="en-US" sz="2800" b="1" baseline="3000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onsolas" panose="020B0609020204030204" pitchFamily="49" charset="0"/>
              </a:rPr>
              <a:t>64</a:t>
            </a:r>
            <a:endParaRPr lang="en-US" sz="2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Consolas" panose="020B0609020204030204" pitchFamily="49" charset="0"/>
            </a:endParaRPr>
          </a:p>
        </p:txBody>
      </p:sp>
      <p:graphicFrame>
        <p:nvGraphicFramePr>
          <p:cNvPr id="10" name="!!physical">
            <a:extLst>
              <a:ext uri="{FF2B5EF4-FFF2-40B4-BE49-F238E27FC236}">
                <a16:creationId xmlns:a16="http://schemas.microsoft.com/office/drawing/2014/main" id="{C5DC0109-7B13-6AFA-FC9F-F04380A01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808539"/>
              </p:ext>
            </p:extLst>
          </p:nvPr>
        </p:nvGraphicFramePr>
        <p:xfrm>
          <a:off x="1005840" y="5419602"/>
          <a:ext cx="747776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דף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45274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200K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204K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208K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212K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216K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16GB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9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</a:tbl>
          </a:graphicData>
        </a:graphic>
      </p:graphicFrame>
      <p:graphicFrame>
        <p:nvGraphicFramePr>
          <p:cNvPr id="11" name="!!virtual">
            <a:extLst>
              <a:ext uri="{FF2B5EF4-FFF2-40B4-BE49-F238E27FC236}">
                <a16:creationId xmlns:a16="http://schemas.microsoft.com/office/drawing/2014/main" id="{3588FE75-20C7-FBC1-F040-9E6849558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72732"/>
              </p:ext>
            </p:extLst>
          </p:nvPr>
        </p:nvGraphicFramePr>
        <p:xfrm>
          <a:off x="1005840" y="3696763"/>
          <a:ext cx="7477760" cy="741680"/>
        </p:xfrm>
        <a:graphic>
          <a:graphicData uri="http://schemas.openxmlformats.org/drawingml/2006/table">
            <a:tbl>
              <a:tblPr bandCol="1">
                <a:tableStyleId>{7DF18680-E054-41AD-8BC1-D1AEF772440D}</a:tableStyleId>
              </a:tblPr>
              <a:tblGrid>
                <a:gridCol w="467360">
                  <a:extLst>
                    <a:ext uri="{9D8B030D-6E8A-4147-A177-3AD203B41FA5}">
                      <a16:colId xmlns:a16="http://schemas.microsoft.com/office/drawing/2014/main" val="1630675424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216966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23301711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4220446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02055459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15915109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852677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53190040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67671404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1992326502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992472589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74760514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509020066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3283999205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19321278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90193144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4K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8K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16K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20K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</a:rPr>
                        <a:t>64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</a:rPr>
                        <a:t>דף</a:t>
                      </a:r>
                      <a:endParaRPr lang="en-US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9620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FBC8FE06-8E63-348A-8E2B-EC35ED833108}"/>
              </a:ext>
            </a:extLst>
          </p:cNvPr>
          <p:cNvGrpSpPr/>
          <p:nvPr/>
        </p:nvGrpSpPr>
        <p:grpSpPr>
          <a:xfrm>
            <a:off x="1534910" y="2329734"/>
            <a:ext cx="6547130" cy="919262"/>
            <a:chOff x="1534910" y="2329734"/>
            <a:chExt cx="6547130" cy="919262"/>
          </a:xfrm>
        </p:grpSpPr>
        <p:sp>
          <p:nvSpPr>
            <p:cNvPr id="13" name="!!higher">
              <a:extLst>
                <a:ext uri="{FF2B5EF4-FFF2-40B4-BE49-F238E27FC236}">
                  <a16:creationId xmlns:a16="http://schemas.microsoft.com/office/drawing/2014/main" id="{D6F2B007-A754-FD98-6536-0E7E2FBD151F}"/>
                </a:ext>
              </a:extLst>
            </p:cNvPr>
            <p:cNvSpPr/>
            <p:nvPr/>
          </p:nvSpPr>
          <p:spPr>
            <a:xfrm rot="5400000">
              <a:off x="7094778" y="2261733"/>
              <a:ext cx="919261" cy="105526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50000">
                  <a:schemeClr val="accent1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!!lower">
              <a:extLst>
                <a:ext uri="{FF2B5EF4-FFF2-40B4-BE49-F238E27FC236}">
                  <a16:creationId xmlns:a16="http://schemas.microsoft.com/office/drawing/2014/main" id="{2ED5EE01-A7BF-8968-8FBC-A7179FC30E53}"/>
                </a:ext>
              </a:extLst>
            </p:cNvPr>
            <p:cNvSpPr/>
            <p:nvPr/>
          </p:nvSpPr>
          <p:spPr>
            <a:xfrm rot="5400000">
              <a:off x="2646356" y="1218289"/>
              <a:ext cx="919261" cy="3142153"/>
            </a:xfrm>
            <a:prstGeom prst="rect">
              <a:avLst/>
            </a:prstGeom>
            <a:gradFill>
              <a:gsLst>
                <a:gs pos="0">
                  <a:srgbClr val="8AB833"/>
                </a:gs>
                <a:gs pos="24000">
                  <a:srgbClr val="029676"/>
                </a:gs>
                <a:gs pos="76000">
                  <a:srgbClr val="4AB5C4"/>
                </a:gs>
                <a:gs pos="43000">
                  <a:srgbClr val="0989B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!!free">
              <a:extLst>
                <a:ext uri="{FF2B5EF4-FFF2-40B4-BE49-F238E27FC236}">
                  <a16:creationId xmlns:a16="http://schemas.microsoft.com/office/drawing/2014/main" id="{20F12AC6-B03D-8508-F7F4-61C6FC028216}"/>
                </a:ext>
              </a:extLst>
            </p:cNvPr>
            <p:cNvSpPr/>
            <p:nvPr/>
          </p:nvSpPr>
          <p:spPr>
            <a:xfrm rot="5400000">
              <a:off x="5392292" y="1614506"/>
              <a:ext cx="919261" cy="23497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!!down">
              <a:extLst>
                <a:ext uri="{FF2B5EF4-FFF2-40B4-BE49-F238E27FC236}">
                  <a16:creationId xmlns:a16="http://schemas.microsoft.com/office/drawing/2014/main" id="{A8447EE6-25D4-CEDF-D8FF-154487BB36E2}"/>
                </a:ext>
              </a:extLst>
            </p:cNvPr>
            <p:cNvSpPr/>
            <p:nvPr/>
          </p:nvSpPr>
          <p:spPr>
            <a:xfrm rot="5400000">
              <a:off x="6843946" y="2826477"/>
              <a:ext cx="316157" cy="359999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!!up">
              <a:extLst>
                <a:ext uri="{FF2B5EF4-FFF2-40B4-BE49-F238E27FC236}">
                  <a16:creationId xmlns:a16="http://schemas.microsoft.com/office/drawing/2014/main" id="{C9C14FAB-D49E-BD1B-1CF4-65A338E8E71D}"/>
                </a:ext>
              </a:extLst>
            </p:cNvPr>
            <p:cNvSpPr/>
            <p:nvPr/>
          </p:nvSpPr>
          <p:spPr>
            <a:xfrm rot="16200000">
              <a:off x="4539861" y="2826475"/>
              <a:ext cx="316157" cy="360001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5528837"/>
      </p:ext>
    </p:extLst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BB2A4-6B00-F1E8-214B-15F9B0AF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0BE5-E8D2-FB4B-B429-F22F0CB8B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מקביליות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953B-E449-DD43-A02A-5176B98DE5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ניצול מספר מעבדים במקביל </a:t>
            </a:r>
            <a:r>
              <a:rPr lang="he-IL" b="1" u="sng" dirty="0">
                <a:latin typeface="+mn-lt"/>
              </a:rPr>
              <a:t>באותה</a:t>
            </a:r>
            <a:r>
              <a:rPr lang="he-IL" b="1" dirty="0">
                <a:latin typeface="+mn-lt"/>
              </a:rPr>
              <a:t> תוכנית. למשל: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he-IL" b="1" dirty="0">
                <a:latin typeface="+mn-lt"/>
              </a:rPr>
              <a:t>ממשק גרפי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ללא מקביליות בתהליך, כל חישוב "ארוך" (גם חישוב של שניה נחשב ארוך בקונטקסט הזה) היה תוקע את הממשק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b="1" dirty="0">
                <a:latin typeface="+mn-lt"/>
              </a:rPr>
              <a:t>קלט/פלט 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פעולות איטיות מאוד יחסית. אם לא היה ניתן להמשיך לפעול במקביל תוכניות היו מבזבזות המון זמן בהמתנה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b="1" dirty="0"/>
              <a:t>משחק ברשת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ממשק גרפי "כבד" מאוד, קלט/פלט, המון חישובים במקביל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b="1" dirty="0" err="1">
                <a:latin typeface="+mn-lt"/>
              </a:rPr>
              <a:t>סכימה</a:t>
            </a:r>
            <a:r>
              <a:rPr lang="he-IL" b="1" dirty="0">
                <a:latin typeface="+mn-lt"/>
              </a:rPr>
              <a:t> מתמטית מהירה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למשל, </a:t>
            </a:r>
            <a:r>
              <a:rPr lang="he-IL" dirty="0" err="1">
                <a:latin typeface="+mn-lt"/>
              </a:rPr>
              <a:t>סכימה</a:t>
            </a:r>
            <a:r>
              <a:rPr lang="he-IL" dirty="0">
                <a:latin typeface="+mn-lt"/>
              </a:rPr>
              <a:t> מהירה של מערך - פי (כמעט) מספר הליבות</a:t>
            </a:r>
          </a:p>
        </p:txBody>
      </p:sp>
    </p:spTree>
    <p:extLst>
      <p:ext uri="{BB962C8B-B14F-4D97-AF65-F5344CB8AC3E}">
        <p14:creationId xmlns:p14="http://schemas.microsoft.com/office/powerpoint/2010/main" val="162341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23996-8B15-023B-2982-D8410615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26DD-F361-0B9A-35CB-87F50EFB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מקביליות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7D84-23D6-17BA-5B1B-DB40819E92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7"/>
            <a:ext cx="7740652" cy="518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מהו חוט-ביצוע (</a:t>
            </a:r>
            <a:r>
              <a:rPr lang="en-US" b="1" dirty="0">
                <a:latin typeface="+mn-lt"/>
              </a:rPr>
              <a:t>thread of execution</a:t>
            </a:r>
            <a:r>
              <a:rPr lang="he-IL" b="1" dirty="0">
                <a:latin typeface="+mn-lt"/>
              </a:rPr>
              <a:t>)?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יחידת ביצוע עצמאית בתוך תהליך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לכל חוט יש מחסנית פרטית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תהליך מתחיל תמיד עם חוט אחד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תהליך יכול ליצור חוטים נוספים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חוטים יכולים לפעול במקביל (אם יש כמה ליבות) או באופן טורי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המכונה הווירטואלית – מנהלת את החוטים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מערכת ההפעלה – מתזמנת לליבות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/>
              <a:t>מדוע צריך את זה?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ביצוע משימות שונות במקביל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המתנה למשאבים (כגון קלט/פלט)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ביצוע </a:t>
            </a:r>
            <a:r>
              <a:rPr lang="he-IL" u="sng" dirty="0"/>
              <a:t>אמיתי</a:t>
            </a:r>
            <a:r>
              <a:rPr lang="he-IL" dirty="0"/>
              <a:t> במקביל (ריבוי ליבות)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קוד אסינכרוני:</a:t>
            </a:r>
            <a:r>
              <a:rPr lang="en-US" dirty="0">
                <a:latin typeface="+mn-lt"/>
              </a:rPr>
              <a:t> </a:t>
            </a:r>
            <a:r>
              <a:rPr lang="he-IL" dirty="0">
                <a:latin typeface="+mn-lt"/>
              </a:rPr>
              <a:t>מורכב ולא מתאים לכל סוגי המשימות</a:t>
            </a:r>
          </a:p>
        </p:txBody>
      </p:sp>
    </p:spTree>
    <p:extLst>
      <p:ext uri="{BB962C8B-B14F-4D97-AF65-F5344CB8AC3E}">
        <p14:creationId xmlns:p14="http://schemas.microsoft.com/office/powerpoint/2010/main" val="407875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81E7-49DD-09F3-3E4A-34F1D64F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8458-083E-8158-316F-87E86BA1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מקביליות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C62B9-3DE6-BEE7-D29D-0070DBCC02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המחלקה </a:t>
            </a:r>
            <a:r>
              <a:rPr lang="en-US" b="1" dirty="0">
                <a:latin typeface="+mn-lt"/>
              </a:rPr>
              <a:t>Thread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מייצגת חוט-ביצוע בתוך תהליך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אחראית על יצירה, הפעלה וסיום של החוט</a:t>
            </a:r>
          </a:p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he-IL" b="1" dirty="0">
                <a:latin typeface="+mn-lt"/>
              </a:rPr>
              <a:t>האינטרפייס </a:t>
            </a:r>
            <a:r>
              <a:rPr lang="en-US" b="1" dirty="0">
                <a:latin typeface="+mn-lt"/>
              </a:rPr>
              <a:t>Runnable</a:t>
            </a:r>
            <a:endParaRPr lang="he-IL" b="1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‎</a:t>
            </a:r>
            <a:r>
              <a:rPr lang="he-IL" dirty="0">
                <a:latin typeface="+mn-lt"/>
              </a:rPr>
              <a:t>מגדיר מטלה לביצוע בתוך החוט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מפריד בין </a:t>
            </a:r>
            <a:r>
              <a:rPr lang="he-IL" i="1" dirty="0">
                <a:latin typeface="+mn-lt"/>
              </a:rPr>
              <a:t>המטלה</a:t>
            </a:r>
            <a:r>
              <a:rPr lang="he-IL" dirty="0">
                <a:latin typeface="+mn-lt"/>
              </a:rPr>
              <a:t> לבין </a:t>
            </a:r>
            <a:r>
              <a:rPr lang="he-IL" i="1" dirty="0">
                <a:latin typeface="+mn-lt"/>
              </a:rPr>
              <a:t>ניהול החוט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מאפשר מבנה נקי ומודולרי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מאפשר להעביר פעולות שונות לאותו חוט</a:t>
            </a:r>
          </a:p>
        </p:txBody>
      </p:sp>
    </p:spTree>
    <p:extLst>
      <p:ext uri="{BB962C8B-B14F-4D97-AF65-F5344CB8AC3E}">
        <p14:creationId xmlns:p14="http://schemas.microsoft.com/office/powerpoint/2010/main" val="282241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8E7F-0660-6B67-F5E3-4270D1950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C9D9-1596-A3F8-BF70-122CBA86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סנכרון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9558F-A525-27DF-09DA-21041265CE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Calibri" panose="020F0502020204030204"/>
              </a:rPr>
              <a:t>הגדרת מטלה</a:t>
            </a:r>
            <a:r>
              <a:rPr lang="he-IL" b="1" dirty="0">
                <a:latin typeface="+mn-lt"/>
              </a:rPr>
              <a:t>:</a:t>
            </a:r>
            <a:endParaRPr lang="en-US" sz="2000" b="1" dirty="0">
              <a:effectLst/>
              <a:latin typeface="JetBrains Mono"/>
            </a:endParaRPr>
          </a:p>
          <a:p>
            <a:pPr algn="l" rtl="0"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implements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Runnable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final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algn="l" rtl="0"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@Override</a:t>
            </a:r>
            <a:endParaRPr lang="en-US" sz="1800" dirty="0">
              <a:solidFill>
                <a:srgbClr val="9E880D"/>
              </a:solidFill>
              <a:latin typeface="Consolas" panose="020B0609020204030204" pitchFamily="49" charset="0"/>
            </a:endParaRPr>
          </a:p>
          <a:p>
            <a:pPr algn="l" rtl="0">
              <a:buNone/>
            </a:pPr>
            <a:r>
              <a:rPr lang="en-US" sz="1800" dirty="0">
                <a:solidFill>
                  <a:srgbClr val="9E880D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/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/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.write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/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/* Ignore */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/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/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588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F478-960F-9EA8-0096-A24B105C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39C6-3581-BE70-69BB-FF650AC9F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סנכרון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AFD78-268D-2362-AE2D-DA6C529A590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defRPr/>
            </a:pPr>
            <a:r>
              <a:rPr lang="he-IL" b="1" dirty="0">
                <a:latin typeface="Calibri" panose="020F0502020204030204"/>
              </a:rPr>
              <a:t>הרצה ללא חוטים</a:t>
            </a:r>
            <a:r>
              <a:rPr kumimoji="0" lang="he-IL" sz="2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: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etBrains Mono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"out.txt"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Task(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800" b="1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.run</a:t>
            </a:r>
            <a:r>
              <a:rPr lang="en-US" sz="1800" b="1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.write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"ABCDE"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.close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מה יהיה תוכן הקובץ </a:t>
            </a:r>
            <a:r>
              <a:rPr lang="en-US" dirty="0"/>
              <a:t>out.txt</a:t>
            </a:r>
            <a:r>
              <a:rPr lang="he-IL" dirty="0"/>
              <a:t> אחרי הריצה?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ABCDE12345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12345ABCDE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אולי ערבוב: "</a:t>
            </a:r>
            <a:r>
              <a:rPr lang="en-US" dirty="0"/>
              <a:t>123AB45CDE</a:t>
            </a:r>
            <a:r>
              <a:rPr lang="he-IL" dirty="0"/>
              <a:t>" ?</a:t>
            </a:r>
          </a:p>
        </p:txBody>
      </p:sp>
    </p:spTree>
    <p:extLst>
      <p:ext uri="{BB962C8B-B14F-4D97-AF65-F5344CB8AC3E}">
        <p14:creationId xmlns:p14="http://schemas.microsoft.com/office/powerpoint/2010/main" val="387700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7AF3-87C2-CDA1-5A86-D21789B2F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CA20-C22D-94BD-802D-B4F16AF4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סנכרון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CDD81-46AA-3BAD-AC2B-55C39E244D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7"/>
            <a:ext cx="7740652" cy="5272326"/>
          </a:xfrm>
        </p:spPr>
        <p:txBody>
          <a:bodyPr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הרצה עם חוטים: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etBrains Mono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"out.txt"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Task(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Thread t 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Thread(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task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</a:pP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US" sz="1800" b="1" dirty="0" err="1">
                <a:solidFill>
                  <a:srgbClr val="080808"/>
                </a:solidFill>
                <a:latin typeface="Consolas" panose="020B0609020204030204" pitchFamily="49" charset="0"/>
              </a:rPr>
              <a:t>.start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.write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Consolas" panose="020B0609020204030204" pitchFamily="49" charset="0"/>
              </a:rPr>
              <a:t>"ABCDE"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.close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מה יהיה תוכן הקובץ </a:t>
            </a:r>
            <a:r>
              <a:rPr lang="en-US" dirty="0"/>
              <a:t>out.txt</a:t>
            </a:r>
            <a:r>
              <a:rPr lang="he-IL" dirty="0"/>
              <a:t> אחרי הריצה?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ABCDE12345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12345ABCDE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אולי ערבוב: "</a:t>
            </a:r>
            <a:r>
              <a:rPr lang="en-US" dirty="0"/>
              <a:t>123AB45CDE</a:t>
            </a:r>
            <a:r>
              <a:rPr lang="he-IL" dirty="0"/>
              <a:t>" ?</a:t>
            </a:r>
          </a:p>
        </p:txBody>
      </p:sp>
    </p:spTree>
    <p:extLst>
      <p:ext uri="{BB962C8B-B14F-4D97-AF65-F5344CB8AC3E}">
        <p14:creationId xmlns:p14="http://schemas.microsoft.com/office/powerpoint/2010/main" val="2359936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4374-AA5D-15D9-BBB6-6C3FE646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9D24-D539-A204-4C1D-E729BE80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סנכרון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805F3-54B4-6916-6CBD-CA30127175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7"/>
            <a:ext cx="7740652" cy="5272326"/>
          </a:xfrm>
        </p:spPr>
        <p:txBody>
          <a:bodyPr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הרצה עם חוטים: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etBrains Mono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"out.txt"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Task(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Thread t 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Thread(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task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</a:pP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US" sz="1800" b="1" dirty="0" err="1">
                <a:solidFill>
                  <a:srgbClr val="080808"/>
                </a:solidFill>
                <a:latin typeface="Consolas" panose="020B0609020204030204" pitchFamily="49" charset="0"/>
              </a:rPr>
              <a:t>.start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.write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Consolas" panose="020B0609020204030204" pitchFamily="49" charset="0"/>
              </a:rPr>
              <a:t>"ABCDE"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.close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מה יהיה תוכן הקובץ </a:t>
            </a:r>
            <a:r>
              <a:rPr lang="en-US" dirty="0"/>
              <a:t>out.txt</a:t>
            </a:r>
            <a:r>
              <a:rPr lang="he-IL" dirty="0"/>
              <a:t> אחרי הריצה?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ABCDE12345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12345ABCDE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אולי ערבוב: "</a:t>
            </a:r>
            <a:r>
              <a:rPr lang="en-US" dirty="0"/>
              <a:t>123AB45CDE</a:t>
            </a:r>
            <a:r>
              <a:rPr lang="he-IL" dirty="0"/>
              <a:t>" ?</a:t>
            </a:r>
          </a:p>
        </p:txBody>
      </p:sp>
      <p:pic>
        <p:nvPicPr>
          <p:cNvPr id="5" name="Picture 4" descr="A cartoon of a bug and a blue car">
            <a:extLst>
              <a:ext uri="{FF2B5EF4-FFF2-40B4-BE49-F238E27FC236}">
                <a16:creationId xmlns:a16="http://schemas.microsoft.com/office/drawing/2014/main" id="{471DEF1C-8FE7-12E2-CA42-7E4EE35F3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04" y="1268976"/>
            <a:ext cx="7542033" cy="41138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81298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8271C-473B-E7B9-0413-B48891CB8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8FE67-7974-837B-8ED5-CC755A29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סנכרון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D7DE-3B4D-0148-3040-7CD4E640C8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7"/>
            <a:ext cx="7740652" cy="5272326"/>
          </a:xfrm>
        </p:spPr>
        <p:txBody>
          <a:bodyPr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e-IL" b="1" dirty="0">
                <a:latin typeface="Calibri" panose="020F0502020204030204"/>
              </a:rPr>
              <a:t>איחוד חוטים</a:t>
            </a: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etBrains Mono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spcBef>
                <a:spcPts val="3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3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3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"out.txt"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3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Task(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Thread t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Thread(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3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.start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3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.write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Consolas" panose="020B0609020204030204" pitchFamily="49" charset="0"/>
              </a:rPr>
              <a:t>"ABCDE"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</a:pP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 err="1">
                <a:solidFill>
                  <a:srgbClr val="080808"/>
                </a:solidFill>
                <a:latin typeface="Consolas" panose="020B0609020204030204" pitchFamily="49" charset="0"/>
              </a:rPr>
              <a:t>t.join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.close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מה יהיה תוכן הקובץ </a:t>
            </a:r>
            <a:r>
              <a:rPr lang="en-US" dirty="0"/>
              <a:t>out.txt</a:t>
            </a:r>
            <a:r>
              <a:rPr lang="he-IL" dirty="0"/>
              <a:t> אחרי הריצה?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ABCDE12345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12345ABCDE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אולי ערבוב: "</a:t>
            </a:r>
            <a:r>
              <a:rPr lang="en-US" dirty="0"/>
              <a:t>123AB45CDE</a:t>
            </a:r>
            <a:r>
              <a:rPr lang="he-IL" dirty="0"/>
              <a:t>" ?</a:t>
            </a:r>
          </a:p>
        </p:txBody>
      </p:sp>
    </p:spTree>
    <p:extLst>
      <p:ext uri="{BB962C8B-B14F-4D97-AF65-F5344CB8AC3E}">
        <p14:creationId xmlns:p14="http://schemas.microsoft.com/office/powerpoint/2010/main" val="389134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AE3D-D8F5-2E6E-9752-BA467B95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30AF-0997-69CA-9D37-E16821DC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סנכרון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C379-7F45-9AF1-CAA2-ECD74B904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7"/>
            <a:ext cx="7740652" cy="5272326"/>
          </a:xfrm>
        </p:spPr>
        <p:txBody>
          <a:bodyPr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e-IL" b="1" dirty="0">
                <a:latin typeface="Calibri" panose="020F0502020204030204"/>
              </a:rPr>
              <a:t>איחוד חוטים</a:t>
            </a:r>
            <a:r>
              <a:rPr kumimoji="0" lang="he-IL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JetBrains Mono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spcBef>
                <a:spcPts val="3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3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3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"out.txt"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3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Task(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Thread t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Thread(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3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.start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3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 err="1">
                <a:solidFill>
                  <a:srgbClr val="080808"/>
                </a:solidFill>
                <a:latin typeface="Consolas" panose="020B0609020204030204" pitchFamily="49" charset="0"/>
              </a:rPr>
              <a:t>t.join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3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.write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Consolas" panose="020B0609020204030204" pitchFamily="49" charset="0"/>
              </a:rPr>
              <a:t>"ABCDE"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.close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מה יהיה תוכן הקובץ </a:t>
            </a:r>
            <a:r>
              <a:rPr lang="en-US" dirty="0"/>
              <a:t>out.txt</a:t>
            </a:r>
            <a:r>
              <a:rPr lang="he-IL" dirty="0"/>
              <a:t> אחרי הריצה?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ABCDE12345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"</a:t>
            </a:r>
            <a:r>
              <a:rPr lang="en-US" dirty="0"/>
              <a:t>12345ABCDE</a:t>
            </a:r>
            <a:r>
              <a:rPr lang="he-IL" dirty="0"/>
              <a:t>" ?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אולי ערבוב: "</a:t>
            </a:r>
            <a:r>
              <a:rPr lang="en-US" dirty="0"/>
              <a:t>123AB45CDE</a:t>
            </a:r>
            <a:r>
              <a:rPr lang="he-IL" dirty="0"/>
              <a:t>" ?</a:t>
            </a:r>
          </a:p>
        </p:txBody>
      </p:sp>
    </p:spTree>
    <p:extLst>
      <p:ext uri="{BB962C8B-B14F-4D97-AF65-F5344CB8AC3E}">
        <p14:creationId xmlns:p14="http://schemas.microsoft.com/office/powerpoint/2010/main" val="935842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57201-9652-0FC0-631A-932921AF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AD97-0D32-7569-872D-80BDE0BE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סנכרון בתוך תהליך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C8C1F-B957-86BD-AAAE-8ECA426B5B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e-IL" b="1" dirty="0">
                <a:latin typeface="Calibri" panose="020F0502020204030204"/>
              </a:rPr>
              <a:t>עם ביטוי למבדה:</a:t>
            </a:r>
            <a:endParaRPr lang="en-US" sz="1800" b="1" dirty="0">
              <a:effectLst/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</a:pPr>
            <a:endParaRPr lang="en-US" sz="1800" dirty="0">
              <a:solidFill>
                <a:srgbClr val="0033B3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spc="-1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spc="-1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spc="-1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spc="-1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lang="en-US" sz="1800" spc="-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spc="-1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spc="-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InterruptedException</a:t>
            </a:r>
            <a:r>
              <a:rPr lang="en-US" sz="1800" spc="-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spc="-1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final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FileWriter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"out.txt"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Thread t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Thread(() -&gt; {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851691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.write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"12345"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}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Exception 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/*Ignored*/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.start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.join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.write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"ABCDE"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</a:pP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70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6CF6A-6D30-E6D6-140D-79565B9E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EA2D-FFC5-B40B-7F17-2ED785AA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4F1E-7127-A689-CF33-C09EE5F8D3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9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>
                <a:latin typeface="+mn-lt"/>
              </a:rPr>
              <a:t>סנכרון בין תהליכים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מנוהל על ידי מערכת ההפעלה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אין צורך עקרוני בסנכרון – מערכת ההפעלה מנהלת אוטומטית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אם צריך סנכרון או שיתוף מידע – מסובך, מסורבל ואיטי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מנגנוני סנכרון </a:t>
            </a:r>
            <a:r>
              <a:rPr lang="he-IL" dirty="0"/>
              <a:t>–</a:t>
            </a:r>
            <a:r>
              <a:rPr lang="he-IL" dirty="0">
                <a:latin typeface="+mn-lt"/>
              </a:rPr>
              <a:t> של מערכת ההפעלה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he-IL" b="1" u="sng" dirty="0">
                <a:latin typeface="+mn-lt"/>
              </a:rPr>
              <a:t>סנכרון בתוך תהליך (בין חוטים)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אם יש רק חוט אחד </a:t>
            </a:r>
            <a:r>
              <a:rPr lang="he-IL" dirty="0"/>
              <a:t>–</a:t>
            </a:r>
            <a:r>
              <a:rPr lang="he-IL" dirty="0">
                <a:latin typeface="+mn-lt"/>
              </a:rPr>
              <a:t> אין טעם בסנכרון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אם יש יותר מחוט אחד – יתכן שיש צורך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אם צריך סנכרון או שיתוף מידע – יותר מהיר ופשוט מסנכרון בין תהליכים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אבל מסוכן </a:t>
            </a:r>
            <a:r>
              <a:rPr lang="he-IL" dirty="0"/>
              <a:t>–</a:t>
            </a:r>
            <a:r>
              <a:rPr lang="he-IL" dirty="0">
                <a:latin typeface="+mn-lt"/>
              </a:rPr>
              <a:t> </a:t>
            </a:r>
            <a:r>
              <a:rPr lang="en-US" dirty="0">
                <a:latin typeface="+mn-lt"/>
              </a:rPr>
              <a:t>memory corruption</a:t>
            </a:r>
            <a:r>
              <a:rPr lang="he-IL" dirty="0">
                <a:latin typeface="+mn-lt"/>
              </a:rPr>
              <a:t>, </a:t>
            </a:r>
            <a:r>
              <a:rPr lang="en-US" dirty="0">
                <a:latin typeface="+mn-lt"/>
              </a:rPr>
              <a:t>security</a:t>
            </a:r>
            <a:r>
              <a:rPr lang="he-IL" dirty="0">
                <a:latin typeface="+mn-lt"/>
              </a:rPr>
              <a:t>, </a:t>
            </a:r>
            <a:r>
              <a:rPr lang="en-US" dirty="0">
                <a:latin typeface="+mn-lt"/>
              </a:rPr>
              <a:t>deadlocks</a:t>
            </a:r>
            <a:endParaRPr lang="he-IL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מנגנוני סנכרון – של ה </a:t>
            </a:r>
            <a:r>
              <a:rPr lang="en-US" dirty="0">
                <a:latin typeface="+mn-lt"/>
              </a:rPr>
              <a:t>JVM</a:t>
            </a:r>
            <a:r>
              <a:rPr lang="he-IL" dirty="0">
                <a:latin typeface="+mn-lt"/>
              </a:rPr>
              <a:t> ו/או מערכת ההפעלה</a:t>
            </a:r>
          </a:p>
        </p:txBody>
      </p:sp>
    </p:spTree>
    <p:extLst>
      <p:ext uri="{BB962C8B-B14F-4D97-AF65-F5344CB8AC3E}">
        <p14:creationId xmlns:p14="http://schemas.microsoft.com/office/powerpoint/2010/main" val="115410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3483-E864-D2F2-225A-B82844735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4A4B-44DE-04E1-D4FB-2920888F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C5C4B-84F3-FFEC-7545-DE16D87C96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7"/>
            <a:ext cx="7740652" cy="518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>
                <a:latin typeface="+mn-lt"/>
              </a:rPr>
              <a:t>מטרות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מניעת התנגשויות בגישה למידע משותף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הבטחת סדר פעולות נכון ועקביות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שחרור משאבי מעבד בזמן המתנה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b="1" u="sng" dirty="0">
                <a:latin typeface="+mn-lt"/>
              </a:rPr>
              <a:t>מנגנון בסיסי: </a:t>
            </a:r>
            <a:r>
              <a:rPr lang="en-US" b="1" u="sng" dirty="0">
                <a:latin typeface="+mn-lt"/>
              </a:rPr>
              <a:t>synchronized</a:t>
            </a:r>
            <a:endParaRPr lang="he-IL" b="1" u="sng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סנכרון של פונקציה או קטע קוד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רק חוט אחד יכול להיכנס לאזור המסונכרן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נעילה על אובייקט כלשהו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לא מבטיח "הוגנות" בסדר הכניסה של החוטים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כניסה </a:t>
            </a:r>
            <a:r>
              <a:rPr lang="he-IL" dirty="0">
                <a:latin typeface="+mn-lt"/>
                <a:sym typeface="Wingdings" panose="05000000000000000000" pitchFamily="2" charset="2"/>
              </a:rPr>
              <a:t> תפיסת הנעילה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יציאה  שחרור הנעילה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חריגה  שחרור הנעילה</a:t>
            </a: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18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2827F-00ED-06B2-F820-4B0936CAB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B87A0-7AE5-DAE7-4C98-5257970B7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1519E-0297-3D94-2917-7CEEBAD22C5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b="1" dirty="0">
                <a:latin typeface="+mn-lt"/>
              </a:rPr>
              <a:t>נתונה תוכנית:</a:t>
            </a: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private int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int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++;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12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final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Even();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Thread(() -&gt; 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851691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.next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}).start();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.next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342900" indent="-342900" algn="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מה יהיה פלט התוכנית?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218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7874-36F6-5E46-08AC-C35C22049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B8C8-BD4E-B280-2A52-29A1C8409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5BC94-EBB9-BB84-31D8-59CDBF7DD9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נתונה תוכנית:</a:t>
            </a:r>
          </a:p>
          <a:p>
            <a:pPr algn="l" rtl="0">
              <a:spcBef>
                <a:spcPts val="12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private int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en-US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synchronized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 thread-safe</a:t>
            </a:r>
            <a:endParaRPr lang="en-US" sz="1800" dirty="0"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++;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12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final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Even();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Thread(() -&gt; 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851691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.next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}).start();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.next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r">
              <a:spcBef>
                <a:spcPts val="0"/>
              </a:spcBef>
            </a:pPr>
            <a:endParaRPr lang="en-US" dirty="0">
              <a:solidFill>
                <a:srgbClr val="403F5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2858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2D32A-6D4C-9636-F60A-56284BFB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E5D8-D222-4779-B220-79AE97D2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F7CCF-98C4-054D-8394-25EAA32C9F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he-IL" b="1" u="sng" dirty="0"/>
              <a:t>אזור קריטי (</a:t>
            </a:r>
            <a:r>
              <a:rPr lang="en-US" b="1" u="sng" dirty="0"/>
              <a:t>critical section</a:t>
            </a:r>
            <a:r>
              <a:rPr lang="he-IL" b="1" u="sng" dirty="0"/>
              <a:t>)</a:t>
            </a:r>
            <a:endParaRPr lang="he-IL" b="1" u="sng" dirty="0">
              <a:latin typeface="+mn-lt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אזור שמותר רק לחוט </a:t>
            </a:r>
            <a:r>
              <a:rPr lang="he-IL" u="sng" dirty="0"/>
              <a:t>אחד</a:t>
            </a:r>
            <a:r>
              <a:rPr lang="he-IL" dirty="0"/>
              <a:t> להיכנס אליו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כלומר דורש </a:t>
            </a:r>
            <a:r>
              <a:rPr lang="en-US" dirty="0"/>
              <a:t>mutual exclusion</a:t>
            </a:r>
            <a:r>
              <a:rPr lang="he-IL" dirty="0"/>
              <a:t> (</a:t>
            </a:r>
            <a:r>
              <a:rPr lang="en-US" dirty="0"/>
              <a:t>mutex</a:t>
            </a:r>
            <a:r>
              <a:rPr lang="he-IL" dirty="0"/>
              <a:t>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המילה השמורה </a:t>
            </a:r>
            <a:r>
              <a:rPr lang="en-US" dirty="0">
                <a:latin typeface="+mn-lt"/>
              </a:rPr>
              <a:t>synchronized</a:t>
            </a:r>
            <a:r>
              <a:rPr lang="he-IL" dirty="0">
                <a:latin typeface="+mn-lt"/>
              </a:rPr>
              <a:t> היא </a:t>
            </a:r>
            <a:r>
              <a:rPr lang="en-US" u="sng" dirty="0">
                <a:latin typeface="+mn-lt"/>
              </a:rPr>
              <a:t>mutex</a:t>
            </a:r>
            <a:r>
              <a:rPr lang="he-IL" dirty="0">
                <a:latin typeface="+mn-lt"/>
              </a:rPr>
              <a:t> (מגדירה </a:t>
            </a:r>
            <a:r>
              <a:rPr lang="en-US" dirty="0">
                <a:latin typeface="+mn-lt"/>
              </a:rPr>
              <a:t>critical section</a:t>
            </a:r>
            <a:r>
              <a:rPr lang="he-IL" dirty="0">
                <a:latin typeface="+mn-lt"/>
              </a:rPr>
              <a:t>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נדרש אובייקט "</a:t>
            </a:r>
            <a:r>
              <a:rPr lang="he-IL" dirty="0" err="1">
                <a:latin typeface="+mn-lt"/>
              </a:rPr>
              <a:t>להסתנכרן</a:t>
            </a:r>
            <a:r>
              <a:rPr lang="he-IL" dirty="0">
                <a:latin typeface="+mn-lt"/>
              </a:rPr>
              <a:t> עליו" שנקרא </a:t>
            </a:r>
            <a:r>
              <a:rPr lang="he-IL" u="sng" dirty="0">
                <a:latin typeface="+mn-lt"/>
              </a:rPr>
              <a:t>מוניטור</a:t>
            </a:r>
            <a:r>
              <a:rPr lang="he-IL" dirty="0">
                <a:latin typeface="+mn-lt"/>
              </a:rPr>
              <a:t> (</a:t>
            </a:r>
            <a:r>
              <a:rPr lang="en-US" dirty="0">
                <a:latin typeface="+mn-lt"/>
              </a:rPr>
              <a:t>monitor</a:t>
            </a:r>
            <a:r>
              <a:rPr lang="he-IL" dirty="0">
                <a:latin typeface="+mn-lt"/>
              </a:rPr>
              <a:t>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המחלקה </a:t>
            </a:r>
            <a:r>
              <a:rPr lang="en-US" dirty="0">
                <a:latin typeface="+mn-lt"/>
              </a:rPr>
              <a:t>Object</a:t>
            </a:r>
            <a:r>
              <a:rPr lang="he-IL" dirty="0">
                <a:latin typeface="+mn-lt"/>
              </a:rPr>
              <a:t> מכילה מוניטור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לכן </a:t>
            </a:r>
            <a:r>
              <a:rPr lang="he-IL" u="sng" dirty="0">
                <a:latin typeface="+mn-lt"/>
              </a:rPr>
              <a:t>כל אובייקט</a:t>
            </a:r>
            <a:r>
              <a:rPr lang="he-IL" dirty="0">
                <a:latin typeface="+mn-lt"/>
              </a:rPr>
              <a:t> מכיל מוניטור (כי כל המחלקות יורשות מ </a:t>
            </a:r>
            <a:r>
              <a:rPr lang="en-US" dirty="0">
                <a:latin typeface="+mn-lt"/>
              </a:rPr>
              <a:t>Object</a:t>
            </a:r>
            <a:r>
              <a:rPr lang="he-IL" dirty="0">
                <a:latin typeface="+mn-lt"/>
              </a:rPr>
              <a:t>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מוניטור כמעט תמיד צריך להיות </a:t>
            </a:r>
            <a:r>
              <a:rPr lang="en-US" u="sng" dirty="0"/>
              <a:t>final</a:t>
            </a:r>
            <a:endParaRPr lang="he-IL" u="sng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מתודה שהיא </a:t>
            </a:r>
            <a:r>
              <a:rPr lang="en-US" dirty="0">
                <a:latin typeface="+mn-lt"/>
              </a:rPr>
              <a:t>synchronized</a:t>
            </a:r>
            <a:r>
              <a:rPr lang="he-IL" dirty="0">
                <a:latin typeface="+mn-lt"/>
              </a:rPr>
              <a:t> משתמשת ב </a:t>
            </a:r>
            <a:r>
              <a:rPr lang="en-US" b="1" dirty="0">
                <a:latin typeface="+mn-lt"/>
              </a:rPr>
              <a:t>this</a:t>
            </a:r>
            <a:r>
              <a:rPr lang="he-IL" dirty="0">
                <a:latin typeface="+mn-lt"/>
              </a:rPr>
              <a:t> כמוניטור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 err="1">
                <a:latin typeface="+mn-lt"/>
              </a:rPr>
              <a:t>הרפרנס</a:t>
            </a:r>
            <a:r>
              <a:rPr lang="he-IL" dirty="0">
                <a:latin typeface="+mn-lt"/>
              </a:rPr>
              <a:t> </a:t>
            </a:r>
            <a:r>
              <a:rPr lang="en-US" b="1" dirty="0">
                <a:latin typeface="+mn-lt"/>
              </a:rPr>
              <a:t>this</a:t>
            </a:r>
            <a:r>
              <a:rPr lang="he-IL" dirty="0">
                <a:latin typeface="+mn-lt"/>
              </a:rPr>
              <a:t> בתוך מתודה הוא למעשה בפועל </a:t>
            </a:r>
            <a:r>
              <a:rPr lang="en-US" dirty="0">
                <a:latin typeface="+mn-lt"/>
              </a:rPr>
              <a:t>final</a:t>
            </a:r>
            <a:br>
              <a:rPr lang="en-US" dirty="0">
                <a:latin typeface="+mn-lt"/>
              </a:rPr>
            </a:br>
            <a:r>
              <a:rPr lang="he-IL" dirty="0">
                <a:latin typeface="+mn-lt"/>
              </a:rPr>
              <a:t>(גם אם האובייקט שהופעלה עליו המתודה הוא לא </a:t>
            </a:r>
            <a:r>
              <a:rPr lang="en-US" dirty="0">
                <a:latin typeface="+mn-lt"/>
              </a:rPr>
              <a:t>final</a:t>
            </a:r>
            <a:r>
              <a:rPr lang="he-IL" dirty="0">
                <a:latin typeface="+mn-lt"/>
              </a:rPr>
              <a:t>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מתודה </a:t>
            </a:r>
            <a:r>
              <a:rPr lang="he-IL" u="sng" dirty="0">
                <a:latin typeface="+mn-lt"/>
              </a:rPr>
              <a:t>סטטית</a:t>
            </a:r>
            <a:r>
              <a:rPr lang="he-IL" dirty="0">
                <a:latin typeface="+mn-lt"/>
              </a:rPr>
              <a:t> לא משויכת לאובייקט כלשהו של מחלקה, אלא רק למחלקה עצמה. אם היא </a:t>
            </a:r>
            <a:r>
              <a:rPr lang="en-US" dirty="0">
                <a:latin typeface="+mn-lt"/>
              </a:rPr>
              <a:t>synchronized</a:t>
            </a:r>
            <a:r>
              <a:rPr lang="he-IL" dirty="0">
                <a:latin typeface="+mn-lt"/>
              </a:rPr>
              <a:t> המוניטור שלה הוא האובייקט שמייצג את המחלקה (אין לה "</a:t>
            </a:r>
            <a:r>
              <a:rPr lang="en-US" dirty="0">
                <a:latin typeface="+mn-lt"/>
              </a:rPr>
              <a:t>this</a:t>
            </a:r>
            <a:r>
              <a:rPr lang="he-IL" dirty="0">
                <a:latin typeface="+mn-lt"/>
              </a:rPr>
              <a:t>")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8612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4373-1788-0753-C601-EA430AF41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6022-EAE9-AA45-A3B4-40800E471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A35F3-3861-7882-8B8E-CBEDDCC339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362327"/>
          </a:xfrm>
        </p:spPr>
        <p:txBody>
          <a:bodyPr>
            <a:noAutofit/>
          </a:bodyPr>
          <a:lstStyle/>
          <a:p>
            <a:pPr marL="342900" indent="-34290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שימוש באובייקט (שאינו </a:t>
            </a:r>
            <a:r>
              <a:rPr lang="en-US" dirty="0">
                <a:latin typeface="+mn-lt"/>
              </a:rPr>
              <a:t>this</a:t>
            </a:r>
            <a:r>
              <a:rPr lang="he-IL" dirty="0">
                <a:latin typeface="+mn-lt"/>
              </a:rPr>
              <a:t>) כמוניטור: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endParaRPr lang="he-IL" sz="1800" dirty="0">
              <a:solidFill>
                <a:srgbClr val="0033B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SharedResource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final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lock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Object();</a:t>
            </a:r>
            <a:endParaRPr lang="en-US" sz="1800" i="1" dirty="0">
              <a:solidFill>
                <a:srgbClr val="8C8C8C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lang="en-US" sz="1800" dirty="0" err="1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synchronized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do stuff…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endParaRPr lang="en-US" sz="1800" dirty="0"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Consolas" panose="020B0609020204030204" pitchFamily="49" charset="0"/>
              </a:rPr>
              <a:t>}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מתודה עם </a:t>
            </a:r>
            <a:r>
              <a:rPr lang="en-US" dirty="0">
                <a:latin typeface="+mn-lt"/>
              </a:rPr>
              <a:t>synchronized</a:t>
            </a:r>
            <a:r>
              <a:rPr lang="he-IL" dirty="0">
                <a:latin typeface="+mn-lt"/>
              </a:rPr>
              <a:t> שוות ערך ל:</a:t>
            </a:r>
            <a:endParaRPr lang="en-US" dirty="0">
              <a:latin typeface="+mn-lt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SharedResource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lang="en-US" sz="1800" dirty="0" err="1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synchronized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do stuff…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80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5026-0D1D-1A10-9B39-6ECF15B3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2A42-0335-8C7B-FE7C-9FDEF12E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4F319-C52A-1ED4-D96D-B9F7A87D77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pPr algn="r">
              <a:spcBef>
                <a:spcPts val="0"/>
              </a:spcBef>
            </a:pPr>
            <a:r>
              <a:rPr lang="he-IL" b="1" dirty="0">
                <a:latin typeface="+mn-lt"/>
              </a:rPr>
              <a:t>דוגמה: העברת ערך מחוט אחד לשני</a:t>
            </a:r>
          </a:p>
          <a:p>
            <a:pPr algn="l" rtl="0"/>
            <a:r>
              <a:rPr 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 bad example! (also - not really a queue…)</a:t>
            </a:r>
            <a:endParaRPr lang="en-US" sz="1800" dirty="0">
              <a:solidFill>
                <a:srgbClr val="0033B3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class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TransferQueue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private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Integer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int </a:t>
            </a:r>
            <a:r>
              <a:rPr lang="en-US" sz="1800" dirty="0">
                <a:solidFill>
                  <a:srgbClr val="00627A"/>
                </a:solidFill>
                <a:latin typeface="Consolas" panose="020B0609020204030204" pitchFamily="49" charset="0"/>
              </a:rPr>
              <a:t>take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 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while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en-US" sz="1800" dirty="0">
                <a:solidFill>
                  <a:srgbClr val="00627A"/>
                </a:solidFill>
                <a:latin typeface="Consolas" panose="020B0609020204030204" pitchFamily="49" charset="0"/>
              </a:rPr>
              <a:t>put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en-US" sz="1800" i="1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285750" indent="-285750" algn="r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080808"/>
                </a:solidFill>
                <a:latin typeface="Consolas" panose="020B0609020204030204" pitchFamily="49" charset="0"/>
              </a:rPr>
              <a:t>דפוס שימוש כזה נקרא </a:t>
            </a:r>
            <a:r>
              <a:rPr lang="en-US" u="sng" dirty="0">
                <a:solidFill>
                  <a:srgbClr val="080808"/>
                </a:solidFill>
                <a:latin typeface="+mn-lt"/>
              </a:rPr>
              <a:t>busy wait</a:t>
            </a:r>
          </a:p>
        </p:txBody>
      </p:sp>
    </p:spTree>
    <p:extLst>
      <p:ext uri="{BB962C8B-B14F-4D97-AF65-F5344CB8AC3E}">
        <p14:creationId xmlns:p14="http://schemas.microsoft.com/office/powerpoint/2010/main" val="284614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537F2-D03F-954F-2098-0247EE76D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AFC8-F5E4-2702-A7F8-E88BAF61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456F7-5378-632B-9EEF-AE5D87F03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pPr algn="r">
              <a:spcBef>
                <a:spcPts val="0"/>
              </a:spcBef>
            </a:pPr>
            <a:r>
              <a:rPr lang="he-IL" b="1" u="sng" dirty="0">
                <a:latin typeface="+mn-lt"/>
              </a:rPr>
              <a:t>מנגנון </a:t>
            </a:r>
            <a:r>
              <a:rPr lang="en-US" b="1" u="sng" dirty="0">
                <a:latin typeface="+mn-lt"/>
              </a:rPr>
              <a:t>wait/notify</a:t>
            </a:r>
          </a:p>
        </p:txBody>
      </p:sp>
      <p:sp>
        <p:nvSpPr>
          <p:cNvPr id="4" name="!!code">
            <a:extLst>
              <a:ext uri="{FF2B5EF4-FFF2-40B4-BE49-F238E27FC236}">
                <a16:creationId xmlns:a16="http://schemas.microsoft.com/office/drawing/2014/main" id="{AE9C4E65-099D-3A97-25A9-B6C5A6A6DE25}"/>
              </a:ext>
            </a:extLst>
          </p:cNvPr>
          <p:cNvSpPr txBox="1">
            <a:spLocks/>
          </p:cNvSpPr>
          <p:nvPr/>
        </p:nvSpPr>
        <p:spPr>
          <a:xfrm>
            <a:off x="881395" y="1596118"/>
            <a:ext cx="7740652" cy="52723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spcBef>
                <a:spcPts val="1800"/>
              </a:spcBef>
            </a:pP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class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TransferQueue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private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Integer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en-US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synchronized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 int </a:t>
            </a:r>
            <a:r>
              <a:rPr lang="en-US" sz="1800" dirty="0">
                <a:solidFill>
                  <a:srgbClr val="00627A"/>
                </a:solidFill>
                <a:latin typeface="Consolas" panose="020B0609020204030204" pitchFamily="49" charset="0"/>
              </a:rPr>
              <a:t>take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 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while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wait();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en-US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synchronized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 void </a:t>
            </a:r>
            <a:r>
              <a:rPr lang="en-US" sz="1800" dirty="0">
                <a:solidFill>
                  <a:srgbClr val="00627A"/>
                </a:solidFill>
                <a:latin typeface="Consolas" panose="020B0609020204030204" pitchFamily="49" charset="0"/>
              </a:rPr>
              <a:t>put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80808"/>
                </a:solidFill>
                <a:latin typeface="Consolas" panose="020B0609020204030204" pitchFamily="49" charset="0"/>
              </a:rPr>
              <a:t>notify();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5127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3196-DDF7-8AF5-9ED4-4AF9FFF9D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6AD290-9F09-C0B6-8B93-9B5B2B706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1974" y="2276487"/>
            <a:ext cx="6625806" cy="4465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C98D9F-955C-4E5C-A586-818A2D8C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!!code">
            <a:extLst>
              <a:ext uri="{FF2B5EF4-FFF2-40B4-BE49-F238E27FC236}">
                <a16:creationId xmlns:a16="http://schemas.microsoft.com/office/drawing/2014/main" id="{C006B7F5-8823-D658-894C-C7CDD5C61C0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69290" y="278965"/>
            <a:ext cx="4410613" cy="4230047"/>
          </a:xfrm>
        </p:spPr>
        <p:txBody>
          <a:bodyPr>
            <a:noAutofit/>
          </a:bodyPr>
          <a:lstStyle/>
          <a:p>
            <a:pPr algn="l" rtl="0">
              <a:spcBef>
                <a:spcPts val="1800"/>
              </a:spcBef>
            </a:pP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class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TransferQueue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private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Integer </a:t>
            </a:r>
            <a:r>
              <a:rPr lang="en-US" sz="12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en-US" sz="1200" b="1" dirty="0">
                <a:solidFill>
                  <a:srgbClr val="0033B3"/>
                </a:solidFill>
                <a:latin typeface="Consolas" panose="020B0609020204030204" pitchFamily="49" charset="0"/>
              </a:rPr>
              <a:t>synchronized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 int </a:t>
            </a:r>
            <a:r>
              <a:rPr lang="en-US" sz="1200" dirty="0">
                <a:solidFill>
                  <a:srgbClr val="00627A"/>
                </a:solidFill>
                <a:latin typeface="Consolas" panose="020B0609020204030204" pitchFamily="49" charset="0"/>
              </a:rPr>
              <a:t>take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() 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            throws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while 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== 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b="1" dirty="0">
                <a:solidFill>
                  <a:srgbClr val="080808"/>
                </a:solidFill>
                <a:latin typeface="Consolas" panose="020B0609020204030204" pitchFamily="49" charset="0"/>
              </a:rPr>
              <a:t>wait();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v 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200" dirty="0">
                <a:solidFill>
                  <a:srgbClr val="871094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null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en-US" sz="1200" b="1" dirty="0">
                <a:solidFill>
                  <a:srgbClr val="0033B3"/>
                </a:solidFill>
                <a:latin typeface="Consolas" panose="020B0609020204030204" pitchFamily="49" charset="0"/>
              </a:rPr>
              <a:t>synchronized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 void </a:t>
            </a:r>
            <a:r>
              <a:rPr lang="en-US" sz="1200" dirty="0">
                <a:solidFill>
                  <a:srgbClr val="00627A"/>
                </a:solidFill>
                <a:latin typeface="Consolas" panose="020B0609020204030204" pitchFamily="49" charset="0"/>
              </a:rPr>
              <a:t>put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1" dirty="0">
                <a:solidFill>
                  <a:srgbClr val="080808"/>
                </a:solidFill>
                <a:latin typeface="Consolas" panose="020B0609020204030204" pitchFamily="49" charset="0"/>
              </a:rPr>
              <a:t>notify();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spcBef>
                <a:spcPts val="600"/>
              </a:spcBef>
            </a:pPr>
            <a:r>
              <a:rPr lang="en-US" sz="12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5423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A916A-EF68-B10D-D935-AADF9088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6176-213C-10C5-6AFF-063B5070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7B968-EE3F-D5E4-BCAE-AB28B157E1A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 algn="r">
              <a:spcBef>
                <a:spcPts val="300"/>
              </a:spcBef>
            </a:pPr>
            <a:r>
              <a:rPr lang="he-IL" b="1" u="sng" dirty="0">
                <a:latin typeface="+mn-lt"/>
              </a:rPr>
              <a:t>מנגנון </a:t>
            </a:r>
            <a:r>
              <a:rPr lang="en-US" b="1" u="sng" dirty="0">
                <a:latin typeface="+mn-lt"/>
              </a:rPr>
              <a:t>wait/notify</a:t>
            </a:r>
            <a:endParaRPr lang="he-IL" b="1" u="sng" dirty="0">
              <a:latin typeface="+mn-lt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פונקציות: </a:t>
            </a:r>
            <a:r>
              <a:rPr lang="en-US" dirty="0"/>
              <a:t>wait, notify, </a:t>
            </a:r>
            <a:r>
              <a:rPr lang="en-US" dirty="0" err="1"/>
              <a:t>notifyAll</a:t>
            </a:r>
            <a:endParaRPr lang="he-IL" dirty="0"/>
          </a:p>
          <a:p>
            <a:pPr marL="342900" indent="-342900" algn="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משמש לתיאום ואיתות בין חוטים</a:t>
            </a:r>
          </a:p>
          <a:p>
            <a:pPr marL="342900" indent="-342900" algn="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מצבים שחוט מסוים צריך לחכות לחוט אחר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מנגנון בסיסי שמנגנונים אחרים מבוססים עליו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אם כמה ממתינים, הסדר לא מובטח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חוט עלול להתעורר מוקדם מדי בלי לולאה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חייב להיות בתוך </a:t>
            </a:r>
            <a:r>
              <a:rPr lang="en-US" dirty="0"/>
              <a:t>synchronized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קריאה ל </a:t>
            </a:r>
            <a:r>
              <a:rPr lang="en-US" dirty="0"/>
              <a:t>wait</a:t>
            </a:r>
            <a:r>
              <a:rPr lang="he-IL" dirty="0"/>
              <a:t> משחררת את המוניטור</a:t>
            </a:r>
          </a:p>
          <a:p>
            <a:pPr>
              <a:spcBef>
                <a:spcPts val="300"/>
              </a:spcBef>
            </a:pPr>
            <a:endParaRPr lang="he-IL" dirty="0"/>
          </a:p>
          <a:p>
            <a:pPr>
              <a:spcBef>
                <a:spcPts val="300"/>
              </a:spcBef>
            </a:pPr>
            <a:r>
              <a:rPr lang="he-IL" b="1" u="sng" dirty="0"/>
              <a:t>מוניטור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מנגנון סנכרון מבוסס על תור פנימי ומנעול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כל אובייקט מכיל מוניטור</a:t>
            </a:r>
          </a:p>
        </p:txBody>
      </p:sp>
    </p:spTree>
    <p:extLst>
      <p:ext uri="{BB962C8B-B14F-4D97-AF65-F5344CB8AC3E}">
        <p14:creationId xmlns:p14="http://schemas.microsoft.com/office/powerpoint/2010/main" val="316914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154B6-4992-1B48-B2F1-E710DD4E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57BF-EFD5-9A7C-CF90-5891CC93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DA44C-F2F8-0A98-9FA4-5BD31CCEE9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362327"/>
          </a:xfrm>
        </p:spPr>
        <p:txBody>
          <a:bodyPr>
            <a:noAutofit/>
          </a:bodyPr>
          <a:lstStyle/>
          <a:p>
            <a:pPr algn="r">
              <a:spcBef>
                <a:spcPts val="300"/>
              </a:spcBef>
            </a:pPr>
            <a:r>
              <a:rPr lang="he-IL" b="1" u="sng" dirty="0">
                <a:latin typeface="+mn-lt"/>
              </a:rPr>
              <a:t>מתי משתמשים ב </a:t>
            </a:r>
            <a:r>
              <a:rPr lang="en-US" b="1" u="sng" dirty="0" err="1">
                <a:latin typeface="+mn-lt"/>
              </a:rPr>
              <a:t>notifyAll</a:t>
            </a:r>
            <a:endParaRPr lang="he-IL" b="1" u="sng" dirty="0">
              <a:latin typeface="+mn-lt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כמה חוטים ממתינים על אותו אובייקט אבל לתנאים שונים</a:t>
            </a:r>
          </a:p>
          <a:p>
            <a:pPr marL="342900" indent="-342900" algn="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/>
              <a:t>notify</a:t>
            </a:r>
            <a:r>
              <a:rPr lang="he-IL" dirty="0"/>
              <a:t> עלול להעיר את החוט "הלא נכון"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Cafe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served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synchronized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wanted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throws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(served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&amp;&amp;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served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equals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(wanted))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wait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synchronized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serve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served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item;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notify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should be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notifyAll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!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pPr marL="285750" indent="-285750">
              <a:lnSpc>
                <a:spcPts val="23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חוט </a:t>
            </a:r>
            <a:r>
              <a:rPr lang="en-US" dirty="0"/>
              <a:t>A</a:t>
            </a:r>
            <a:r>
              <a:rPr lang="he-IL" dirty="0"/>
              <a:t> קורא ל </a:t>
            </a:r>
            <a:r>
              <a:rPr lang="en-US" dirty="0"/>
              <a:t>order</a:t>
            </a:r>
            <a:r>
              <a:rPr lang="he-IL" dirty="0"/>
              <a:t> עם "</a:t>
            </a:r>
            <a:r>
              <a:rPr lang="en-US" dirty="0"/>
              <a:t>coffee</a:t>
            </a:r>
            <a:r>
              <a:rPr lang="he-IL" dirty="0"/>
              <a:t>", ו </a:t>
            </a:r>
            <a:r>
              <a:rPr lang="en-US" dirty="0"/>
              <a:t>B</a:t>
            </a:r>
            <a:r>
              <a:rPr lang="he-IL" dirty="0"/>
              <a:t> עם "</a:t>
            </a:r>
            <a:r>
              <a:rPr lang="en-US" dirty="0"/>
              <a:t>cake</a:t>
            </a:r>
            <a:r>
              <a:rPr lang="he-IL" dirty="0"/>
              <a:t>". חוט שלישי קורא ל </a:t>
            </a:r>
            <a:r>
              <a:rPr lang="en-US" dirty="0"/>
              <a:t>serve</a:t>
            </a:r>
            <a:r>
              <a:rPr lang="he-IL" dirty="0"/>
              <a:t> עם "</a:t>
            </a:r>
            <a:r>
              <a:rPr lang="en-US" dirty="0"/>
              <a:t>cake</a:t>
            </a:r>
            <a:r>
              <a:rPr lang="he-IL" dirty="0"/>
              <a:t>", אז </a:t>
            </a:r>
            <a:r>
              <a:rPr lang="en-US" dirty="0"/>
              <a:t>B</a:t>
            </a:r>
            <a:r>
              <a:rPr lang="he-IL" dirty="0"/>
              <a:t> אמור להתקדם, אבל יתכן שדווקא </a:t>
            </a:r>
            <a:r>
              <a:rPr lang="en-US" dirty="0"/>
              <a:t>A</a:t>
            </a:r>
            <a:r>
              <a:rPr lang="he-IL" dirty="0"/>
              <a:t> יתעורר, יראה שהתנאי הוא </a:t>
            </a:r>
            <a:r>
              <a:rPr lang="en-US" dirty="0"/>
              <a:t>false</a:t>
            </a:r>
            <a:r>
              <a:rPr lang="he-IL" dirty="0"/>
              <a:t>, ויחזור לישון (ו </a:t>
            </a:r>
            <a:r>
              <a:rPr lang="en-US" dirty="0"/>
              <a:t>B</a:t>
            </a:r>
            <a:r>
              <a:rPr lang="he-IL" dirty="0"/>
              <a:t> בכלל לא התעורר).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297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01CB2-BC03-9C2C-4458-AAC4F513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DE29-2140-F559-3F0D-54306906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038C5-6F8D-4CF9-0912-0091A367CF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362328"/>
          </a:xfrm>
        </p:spPr>
        <p:txBody>
          <a:bodyPr>
            <a:noAutofit/>
          </a:bodyPr>
          <a:lstStyle/>
          <a:p>
            <a:pPr algn="r">
              <a:spcBef>
                <a:spcPts val="300"/>
              </a:spcBef>
            </a:pPr>
            <a:r>
              <a:rPr lang="he-IL" b="1" u="sng" dirty="0">
                <a:latin typeface="+mn-lt"/>
              </a:rPr>
              <a:t>מחלקת </a:t>
            </a:r>
            <a:r>
              <a:rPr lang="en-US" b="1" u="sng" dirty="0" err="1">
                <a:latin typeface="+mn-lt"/>
              </a:rPr>
              <a:t>ReentrantLock</a:t>
            </a:r>
            <a:endParaRPr lang="he-IL" b="1" u="sng" dirty="0">
              <a:latin typeface="+mn-lt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פונקציות: </a:t>
            </a:r>
            <a:r>
              <a:rPr lang="en-US" dirty="0"/>
              <a:t>lock, unlock, </a:t>
            </a:r>
            <a:r>
              <a:rPr lang="en-US" dirty="0" err="1"/>
              <a:t>tryLock</a:t>
            </a:r>
            <a:endParaRPr lang="he-IL" dirty="0"/>
          </a:p>
          <a:p>
            <a:pPr marL="342900" indent="-342900" algn="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מנגנון </a:t>
            </a:r>
            <a:r>
              <a:rPr lang="en-US" dirty="0"/>
              <a:t>timeout</a:t>
            </a:r>
            <a:endParaRPr lang="he-IL" dirty="0"/>
          </a:p>
          <a:p>
            <a:pPr marL="342900" indent="-342900" algn="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נעילה "הוגנת"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PrimeCounter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private long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p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private final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Lock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lock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ReentrantLock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long </a:t>
            </a:r>
            <a:r>
              <a:rPr lang="en-US" sz="1800" dirty="0" err="1">
                <a:solidFill>
                  <a:srgbClr val="00627A"/>
                </a:solidFill>
                <a:latin typeface="Consolas" panose="020B0609020204030204" pitchFamily="49" charset="0"/>
              </a:rPr>
              <a:t>tryNext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if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lock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.tryLock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()) {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try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 calculate prime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r>
              <a:rPr 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 // return it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}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finally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lock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.unlock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}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}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 busy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lnSpc>
                <a:spcPts val="2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  <a:p>
            <a:pPr algn="l" rtl="0"/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endParaRPr lang="he-IL" dirty="0">
              <a:solidFill>
                <a:srgbClr val="403F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52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E0B7-DFAF-F5AA-F971-CBD83586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B7C20-774E-9C71-FD60-B86AFD07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4327E-0FEA-8B70-2149-D77B3D05A1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362328"/>
          </a:xfrm>
        </p:spPr>
        <p:txBody>
          <a:bodyPr>
            <a:noAutofit/>
          </a:bodyPr>
          <a:lstStyle/>
          <a:p>
            <a:pPr algn="r">
              <a:spcBef>
                <a:spcPts val="300"/>
              </a:spcBef>
            </a:pPr>
            <a:r>
              <a:rPr lang="he-IL" b="1" u="sng" dirty="0">
                <a:latin typeface="+mn-lt"/>
              </a:rPr>
              <a:t>מחלקת </a:t>
            </a:r>
            <a:r>
              <a:rPr lang="en-US" b="1" u="sng" dirty="0" err="1">
                <a:latin typeface="+mn-lt"/>
              </a:rPr>
              <a:t>ReadWriteLock</a:t>
            </a:r>
            <a:endParaRPr lang="he-IL" b="1" u="sng" dirty="0">
              <a:latin typeface="+mn-lt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קריאה – במקביל, כתיבה – רק אחד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class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DataStore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private final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ReadWriteLock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rw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ReentrantReadWriteLock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private int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int </a:t>
            </a:r>
            <a:r>
              <a:rPr lang="en-US" sz="1800" dirty="0">
                <a:solidFill>
                  <a:srgbClr val="00627A"/>
                </a:solidFill>
                <a:latin typeface="Consolas" panose="020B0609020204030204" pitchFamily="49" charset="0"/>
              </a:rPr>
              <a:t>read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rw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.readLock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().lock();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try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finally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rw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.readLock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().unlock();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en-US" sz="1800" dirty="0">
                <a:solidFill>
                  <a:srgbClr val="00627A"/>
                </a:solidFill>
                <a:latin typeface="Consolas" panose="020B0609020204030204" pitchFamily="49" charset="0"/>
              </a:rPr>
              <a:t>write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rw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.writeLock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().lock();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try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 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value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;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finally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rw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.writeLock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().unlock();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  <a:p>
            <a:pPr algn="l" rtl="0">
              <a:spcBef>
                <a:spcPts val="0"/>
              </a:spcBef>
            </a:pP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he-IL" dirty="0">
              <a:solidFill>
                <a:srgbClr val="403F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704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A794-CCF5-4A3F-B5DE-FB76D6FE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F7C5-A931-8AA8-C36C-EF8DE767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E9111-17A0-4268-61AD-E840428913C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 algn="r">
              <a:spcBef>
                <a:spcPts val="300"/>
              </a:spcBef>
            </a:pPr>
            <a:r>
              <a:rPr lang="he-IL" b="1" u="sng" dirty="0">
                <a:latin typeface="+mn-lt"/>
              </a:rPr>
              <a:t>מחלקת </a:t>
            </a:r>
            <a:r>
              <a:rPr lang="en-US" b="1" u="sng" dirty="0">
                <a:latin typeface="+mn-lt"/>
              </a:rPr>
              <a:t>Semaphore</a:t>
            </a:r>
            <a:endParaRPr lang="he-IL" b="1" u="sng" dirty="0">
              <a:latin typeface="+mn-lt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מנעול עם מונה פנימי</a:t>
            </a:r>
            <a:endParaRPr lang="en-US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מאפשר כניסה של מספר קצוב של חוטים לאזור הקריטי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class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LimitedAccess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private final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Semaphore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sem</a:t>
            </a:r>
            <a:r>
              <a:rPr lang="en-US" sz="1800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Semaphore(</a:t>
            </a:r>
            <a:r>
              <a:rPr lang="en-US" sz="180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 </a:t>
            </a:r>
            <a:endParaRPr lang="en-US" sz="1800" i="1" dirty="0">
              <a:solidFill>
                <a:srgbClr val="8C8C8C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en-US" sz="1800" dirty="0">
                <a:solidFill>
                  <a:srgbClr val="00627A"/>
                </a:solidFill>
                <a:latin typeface="Consolas" panose="020B0609020204030204" pitchFamily="49" charset="0"/>
              </a:rPr>
              <a:t>work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InterruptedException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sem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.acquire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try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 working...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} 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finally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871094"/>
                </a:solidFill>
                <a:latin typeface="Consolas" panose="020B0609020204030204" pitchFamily="49" charset="0"/>
              </a:rPr>
              <a:t>sem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.release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}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b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he-IL" dirty="0">
              <a:solidFill>
                <a:srgbClr val="403F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617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2FC5E-0FEC-97FD-1F7F-8F125133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BA83-4198-1152-AB56-D2EE6474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F3708-B4C4-DB6D-076E-EE3E331DCD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u="sng" dirty="0">
                <a:latin typeface="+mn-lt"/>
              </a:rPr>
              <a:t>מחלקות אטומיות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latin typeface="+mn-lt"/>
              </a:rPr>
              <a:t>חושפות מתודות </a:t>
            </a:r>
            <a:r>
              <a:rPr lang="en-US" dirty="0">
                <a:latin typeface="+mn-lt"/>
              </a:rPr>
              <a:t>thread-safe</a:t>
            </a:r>
            <a:r>
              <a:rPr lang="he-IL" dirty="0">
                <a:latin typeface="+mn-lt"/>
              </a:rPr>
              <a:t> (שאינן </a:t>
            </a:r>
            <a:r>
              <a:rPr lang="en-US" dirty="0">
                <a:latin typeface="+mn-lt"/>
              </a:rPr>
              <a:t>synchronized</a:t>
            </a:r>
            <a:r>
              <a:rPr lang="he-IL" dirty="0">
                <a:latin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לכל מחלקה שעוטפת משתנה פרימיטיבי יש מקבילה אטומית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AtomicInteger i </a:t>
            </a:r>
            <a:r>
              <a:rPr lang="pt-BR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pt-BR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pt-BR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AtomicInteger(</a:t>
            </a:r>
            <a:r>
              <a:rPr lang="pt-BR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.compareAndSet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.incrementAndGet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dirty="0"/>
              <a:t>פתרון חלופי למחלקה </a:t>
            </a:r>
            <a:r>
              <a:rPr lang="en-US" dirty="0"/>
              <a:t>Even</a:t>
            </a:r>
            <a:r>
              <a:rPr lang="he-IL" dirty="0"/>
              <a:t>:</a:t>
            </a:r>
            <a:endParaRPr lang="he-IL" dirty="0">
              <a:latin typeface="+mn-lt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final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AtomicInteger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AtomicInteger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Thread(() -&gt; {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85169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.addAndGet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}).start();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.addAndGet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749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6F5EB-DCF7-F0E2-C430-B1EADB65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3BB8-801F-229E-D79C-EF3814A3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4C4DF-073C-7CE4-BFDF-2E5C152A1D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latin typeface="+mn-lt"/>
              </a:rPr>
              <a:t>מה עם המקרה הזה?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int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int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+= 2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sz="1800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final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Even();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Thread(() -&gt;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851691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.next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}).start();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</a:t>
            </a:r>
            <a:r>
              <a:rPr lang="en-US" sz="1800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.next</a:t>
            </a: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dirty="0">
              <a:effectLst/>
              <a:latin typeface="Consolas" panose="020B0609020204030204" pitchFamily="49" charset="0"/>
            </a:endParaRPr>
          </a:p>
          <a:p>
            <a:pPr marL="342900" indent="-34290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מה יהיה פלט התוכנית?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292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5E513-8A6F-F957-926B-0E65EBA4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182D-B934-624D-ADF3-B4C851CE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BA6F-E199-D394-31A3-2E22959643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178976"/>
            <a:ext cx="7740652" cy="5452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latin typeface="+mn-lt"/>
              </a:rPr>
              <a:t>מה יקרה עכשיו?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Even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AtomicInteger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AtomicInteger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addAndGet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v;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throws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Even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even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Even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even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}).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start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even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זה </a:t>
            </a:r>
            <a:r>
              <a:rPr kumimoji="0" lang="he-IL" sz="2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כן יעבוד</a:t>
            </a: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 כי לכל חוט יש מחסנית משלו!</a:t>
            </a:r>
          </a:p>
        </p:txBody>
      </p:sp>
    </p:spTree>
    <p:extLst>
      <p:ext uri="{BB962C8B-B14F-4D97-AF65-F5344CB8AC3E}">
        <p14:creationId xmlns:p14="http://schemas.microsoft.com/office/powerpoint/2010/main" val="3812926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401B-6F18-B6F7-E927-E438F8186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D8BE-73AB-60E0-9966-AD3EB4E6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בעיות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509E-DBDC-C9DC-460B-36422122ED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/>
              <a:t>נעילה הדדית (</a:t>
            </a:r>
            <a:r>
              <a:rPr lang="en-US" b="1" u="sng" dirty="0"/>
              <a:t>deadlock</a:t>
            </a:r>
            <a:r>
              <a:rPr lang="he-IL" b="1" u="sng" dirty="0"/>
              <a:t>)</a:t>
            </a:r>
          </a:p>
          <a:p>
            <a:pPr algn="r">
              <a:lnSpc>
                <a:spcPts val="1425"/>
              </a:lnSpc>
            </a:pPr>
            <a:r>
              <a:rPr lang="he-IL" dirty="0"/>
              <a:t>חוטים ממתינים זה לזה</a:t>
            </a:r>
            <a:endParaRPr lang="en-US" dirty="0"/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red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ReentrantLock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blue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ReentrantLock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throws … 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t1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red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lock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do something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blue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lock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"t1"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).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start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blue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lock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do something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red</a:t>
            </a:r>
            <a:r>
              <a:rPr lang="en-US" sz="18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lock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"t2"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).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start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he-IL" sz="1800" dirty="0">
              <a:solidFill>
                <a:srgbClr val="403F5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760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BCEF-E160-FB3A-33A0-F156D3FF8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6BCEE-1FDB-C136-A40B-FA07CD8F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בעיות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F599-7C23-134A-4FD6-BACCD965B19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3623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/>
              <a:t>נעילה הדדית (</a:t>
            </a:r>
            <a:r>
              <a:rPr lang="en-US" b="1" u="sng" dirty="0"/>
              <a:t>deadlock</a:t>
            </a:r>
            <a:r>
              <a:rPr lang="he-IL" b="1" u="sng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חוטים ממתינים זה לזה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D610CCE-8B0B-4835-770F-F838CD08F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971" y="1808982"/>
            <a:ext cx="5703034" cy="45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514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4295-B7F1-2EDC-DC20-04CD7C1C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5BB3-C378-DA47-29B3-8975F985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בעיות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56E80-BB07-551F-D6FB-3D8DD9E1AA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362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u="sng" dirty="0"/>
              <a:t>נעילה הדדית (</a:t>
            </a:r>
            <a:r>
              <a:rPr lang="en-US" b="1" u="sng" dirty="0"/>
              <a:t>deadlock</a:t>
            </a:r>
            <a:r>
              <a:rPr lang="he-IL" b="1" u="sng" dirty="0"/>
              <a:t>)</a:t>
            </a:r>
          </a:p>
          <a:p>
            <a:pPr marL="342900" indent="-342900" algn="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דוגמה נוספת</a:t>
            </a:r>
            <a:endParaRPr lang="en-US" dirty="0"/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synchronized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mix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do something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match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synchronized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match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/* do whatever */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throws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…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red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(), blue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t1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red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mix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(blue),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"t1"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).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start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blue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mix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(red),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"t2"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).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start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7788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5551-A975-4B30-D524-214F9082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80CD-63B2-8D62-8AFB-E72DA5DC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בעיות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2FDC-0365-7662-4C86-218D2C8873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362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/>
              <a:t>חסימת </a:t>
            </a:r>
            <a:r>
              <a:rPr lang="en-US" b="1" u="sng" dirty="0" err="1"/>
              <a:t>livelock</a:t>
            </a:r>
            <a:endParaRPr lang="he-IL" b="1" u="sng" dirty="0"/>
          </a:p>
          <a:p>
            <a:pPr algn="l" rtl="0">
              <a:lnSpc>
                <a:spcPts val="1425"/>
              </a:lnSpc>
              <a:spcBef>
                <a:spcPts val="180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politeGrab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first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second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boolean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firstLocked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secondLocked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first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firstLocked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second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tryLock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())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secondLocked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do the work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finally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secondLocked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second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unlock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firstLocked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first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unlock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he-IL" sz="1800" dirty="0">
              <a:solidFill>
                <a:srgbClr val="403F5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33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F8D7-6F38-52C1-C28B-228CC8A3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224C-53DB-4AA5-90AC-5B9A5B48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בעיות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4D4AE-A84C-736D-879E-4FD44106C8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178975"/>
            <a:ext cx="7740652" cy="54523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/>
              <a:t>חסימת </a:t>
            </a:r>
            <a:r>
              <a:rPr lang="en-US" b="1" u="sng" dirty="0" err="1"/>
              <a:t>livelock</a:t>
            </a:r>
            <a:endParaRPr lang="he-IL" b="1" u="sng" dirty="0"/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t1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politeGrab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(red, blue),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"t1"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t2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politeGrab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(blue, red),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"t2"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b="1" u="sng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DCE90F-7B0A-08D3-3DED-91CE7E37C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84861" y="2258987"/>
            <a:ext cx="6533718" cy="419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717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C20E-ABFB-A9A4-1FB1-111DAA99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2747-92CC-0E52-817C-0D430B2E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בעיות סנכרון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AD331-D8C4-9ACE-1AD3-3B030E3AD0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362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/>
              <a:t>הרעבה (</a:t>
            </a:r>
            <a:r>
              <a:rPr lang="en-US" b="1" u="sng" dirty="0"/>
              <a:t>starvation</a:t>
            </a:r>
            <a:r>
              <a:rPr lang="he-IL" b="1" u="sng" dirty="0"/>
              <a:t>)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Serve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implements Runnable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url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Serve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url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url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url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synchronized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get the next image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@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Override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run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Image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img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send to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url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pPr marL="285750" indent="-2857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Consolas" panose="020B0609020204030204" pitchFamily="49" charset="0"/>
              </a:rPr>
              <a:t>אם יוצרים 100 חוטים, מה עלול לקרות?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94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4F009-1275-B47A-9F42-24299F2A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E7408-E225-5EB1-CFBC-A21EE919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מנגנונים נוספים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5A1CD-9E6F-698F-64E5-D61F3A42DC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178976"/>
            <a:ext cx="7740652" cy="5452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/>
              <a:t>מימוש יצרן-צרכן (</a:t>
            </a:r>
            <a:r>
              <a:rPr lang="en-US" b="1" u="sng" dirty="0"/>
              <a:t>producer-consumer</a:t>
            </a:r>
            <a:r>
              <a:rPr lang="he-IL" b="1" u="sng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המימוש הכי קל – עם </a:t>
            </a:r>
            <a:r>
              <a:rPr lang="en-US" dirty="0" err="1"/>
              <a:t>BlockingQueue</a:t>
            </a:r>
            <a:r>
              <a:rPr lang="he-IL" dirty="0"/>
              <a:t>. למשל: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Queue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ArrayBlockingQueue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&lt;&gt;(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put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waits if full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       }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ignored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   });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  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consumer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   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take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waits if empty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ignored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   });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  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producer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start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  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consumer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start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734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B43C9-70C2-E4B0-D567-0CC9D125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9DD6-D5D5-EB69-9AB6-686839DB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מנגנונים נוספים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C769E-8414-0D7E-9D52-69AFBF7270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/>
              <a:t>מחלקת </a:t>
            </a:r>
            <a:r>
              <a:rPr lang="en-US" b="1" u="sng" dirty="0" err="1"/>
              <a:t>ExecutorService</a:t>
            </a:r>
            <a:endParaRPr lang="he-IL" b="1" u="sng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מאגר חוטים </a:t>
            </a:r>
            <a:r>
              <a:rPr lang="en-US" dirty="0"/>
              <a:t>Thread Pool)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ניהול חוטים אוטומטי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הגבלת מספר חוטים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חלוקת עבודה יעילה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משימות נכנסות → חוטים מבצעים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</a:rPr>
              <a:t>void </a:t>
            </a:r>
            <a:r>
              <a:rPr lang="en-US" sz="1800" dirty="0">
                <a:solidFill>
                  <a:srgbClr val="00627A"/>
                </a:solidFill>
                <a:latin typeface="Consolas" panose="020B0609020204030204" pitchFamily="49" charset="0"/>
              </a:rPr>
              <a:t>work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ExecutorService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pool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Executors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80808"/>
                </a:solidFill>
                <a:latin typeface="Consolas" panose="020B0609020204030204" pitchFamily="49" charset="0"/>
              </a:rPr>
              <a:t>newFixedThreadPool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pool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.submit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(() -&gt;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.println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Consolas" panose="020B0609020204030204" pitchFamily="49" charset="0"/>
              </a:rPr>
              <a:t>"Work in pool"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});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pool</a:t>
            </a:r>
            <a:r>
              <a:rPr lang="en-US" sz="1800" dirty="0" err="1">
                <a:solidFill>
                  <a:srgbClr val="080808"/>
                </a:solidFill>
                <a:latin typeface="Consolas" panose="020B0609020204030204" pitchFamily="49" charset="0"/>
              </a:rPr>
              <a:t>.shutdown</a:t>
            </a: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br>
              <a:rPr lang="en-US" sz="18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endParaRPr lang="en-US" sz="1800" dirty="0">
              <a:solidFill>
                <a:srgbClr val="080808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44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38F60-D7F0-7740-0D63-E2D0AD96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A32F-E178-5900-36E7-94112345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מנגנונים נוספים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044D6-AB46-DCB2-4AFD-4B097148E5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/>
              <a:t>משתנים "נדיפים" (</a:t>
            </a:r>
            <a:r>
              <a:rPr lang="en-US" b="1" u="sng" dirty="0"/>
              <a:t>volatile</a:t>
            </a:r>
            <a:r>
              <a:rPr lang="he-IL" b="1" u="sng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מבטיח </a:t>
            </a:r>
            <a:r>
              <a:rPr lang="he-IL" u="sng" dirty="0"/>
              <a:t>נראות</a:t>
            </a:r>
            <a:r>
              <a:rPr lang="he-IL" dirty="0"/>
              <a:t> (</a:t>
            </a:r>
            <a:r>
              <a:rPr lang="en-US" dirty="0"/>
              <a:t>visibility</a:t>
            </a:r>
            <a:r>
              <a:rPr lang="he-IL" dirty="0"/>
              <a:t>) בין חוטים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u="sng" dirty="0"/>
              <a:t>לא נשמרים</a:t>
            </a:r>
            <a:r>
              <a:rPr lang="he-IL" dirty="0"/>
              <a:t> בזיכרון ה </a:t>
            </a:r>
            <a:r>
              <a:rPr lang="en-US" dirty="0"/>
              <a:t>cache</a:t>
            </a:r>
            <a:r>
              <a:rPr lang="he-IL" dirty="0"/>
              <a:t> של מעבדים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לא מונעים </a:t>
            </a:r>
            <a:r>
              <a:rPr lang="en-US" dirty="0"/>
              <a:t>race conditions</a:t>
            </a:r>
            <a:r>
              <a:rPr lang="he-IL" dirty="0"/>
              <a:t> ולא מחליפים נעילות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שימוש:</a:t>
            </a:r>
            <a:r>
              <a:rPr lang="en-US" dirty="0"/>
              <a:t> </a:t>
            </a:r>
            <a:r>
              <a:rPr lang="he-IL" dirty="0"/>
              <a:t>תקשורת פשוטה בין חוטים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volatile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boolean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stop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Thread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-&gt;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en-US" sz="1800" b="1" dirty="0">
                <a:solidFill>
                  <a:srgbClr val="3B3B3B"/>
                </a:solidFill>
                <a:latin typeface="Consolas" panose="020B0609020204030204" pitchFamily="49" charset="0"/>
              </a:rPr>
              <a:t>stop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work…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⋮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stop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another thread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63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BECC-1454-5516-0BB1-4ECA7065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7D69-6A51-9864-BA7D-1C6F9A88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מנגנונים נוספים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0A6E0-7092-6519-A6FC-5956102230E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u="sng" dirty="0"/>
              <a:t>אובייקטים שאינם ניתנים לשינוי</a:t>
            </a:r>
            <a:endParaRPr lang="en-US" b="1" u="sng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אובייקט שניתן לשינוי = </a:t>
            </a:r>
            <a:r>
              <a:rPr lang="en-US" dirty="0"/>
              <a:t>mutable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אובייקט שלא ניתן לשנוי = </a:t>
            </a:r>
            <a:r>
              <a:rPr lang="en-US" dirty="0"/>
              <a:t>immutable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לא משתנה אחרי היצירה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אם צריכים לשנות יוצרים </a:t>
            </a:r>
            <a:r>
              <a:rPr lang="he-IL" u="sng" dirty="0"/>
              <a:t>עותק</a:t>
            </a:r>
            <a:r>
              <a:rPr lang="he-IL" dirty="0"/>
              <a:t> במקום (</a:t>
            </a:r>
            <a:r>
              <a:rPr lang="en-US" dirty="0"/>
              <a:t>defensive copy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כל השדות הם </a:t>
            </a:r>
            <a:r>
              <a:rPr lang="en-US" dirty="0"/>
              <a:t>final</a:t>
            </a:r>
            <a:r>
              <a:rPr lang="he-IL" dirty="0"/>
              <a:t>, אין </a:t>
            </a:r>
            <a:r>
              <a:rPr lang="en-US" dirty="0"/>
              <a:t>setters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final</a:t>
            </a:r>
            <a:r>
              <a:rPr lang="he-IL" b="1" dirty="0"/>
              <a:t> הוא לא </a:t>
            </a:r>
            <a:r>
              <a:rPr lang="en-US" b="1" dirty="0"/>
              <a:t>immutable</a:t>
            </a:r>
            <a:r>
              <a:rPr lang="he-IL" b="1" dirty="0"/>
              <a:t> !</a:t>
            </a:r>
            <a:endParaRPr lang="en-US" b="1" dirty="0"/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ImmutablePoint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ImmutablePoint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x;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y;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ImmutablePoint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move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dx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ImmutablePoint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(x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dx, y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0710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7279A-7321-03CD-F1DC-52F727226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1406-FA15-EE1D-B138-6D27ACB2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מנגנונים נוספים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51A1A-7A2A-47C2-E71C-4AE4760A5F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272326"/>
          </a:xfrm>
        </p:spPr>
        <p:txBody>
          <a:bodyPr>
            <a:noAutofit/>
          </a:bodyPr>
          <a:lstStyle/>
          <a:p>
            <a:r>
              <a:rPr lang="he-IL" b="1" u="sng" dirty="0"/>
              <a:t>אלטרנטיבה לסנכרון</a:t>
            </a:r>
            <a:endParaRPr lang="en-US" b="1" u="sng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כל האובייקטים </a:t>
            </a:r>
            <a:r>
              <a:rPr lang="en-US" dirty="0"/>
              <a:t>Immutable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לא משנים אובייקט קיים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אם צריך לשנות: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0"/>
              </a:spcBef>
            </a:pPr>
            <a:r>
              <a:rPr lang="he-IL" sz="2000" dirty="0"/>
              <a:t>יוצרים אובייקט חדש (</a:t>
            </a:r>
            <a:r>
              <a:rPr lang="en-US" sz="2000" dirty="0"/>
              <a:t>defensive copy</a:t>
            </a:r>
            <a:r>
              <a:rPr lang="he-IL" sz="2000" dirty="0"/>
              <a:t>)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0"/>
              </a:spcBef>
            </a:pPr>
            <a:r>
              <a:rPr lang="he-IL" sz="2000" dirty="0"/>
              <a:t>מבצעים החלפה של </a:t>
            </a:r>
            <a:r>
              <a:rPr lang="he-IL" sz="2000" dirty="0" err="1"/>
              <a:t>הרפרנס</a:t>
            </a:r>
            <a:r>
              <a:rPr lang="he-IL" sz="2000" dirty="0"/>
              <a:t> (</a:t>
            </a:r>
            <a:r>
              <a:rPr lang="en-US" sz="2000" dirty="0"/>
              <a:t>atomic swap</a:t>
            </a:r>
            <a:r>
              <a:rPr lang="he-IL" sz="2000" dirty="0"/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/>
              <a:t>יתרונות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אין צורך בסנכרון, אין נעילות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אין מצבי ביניים מסוכנים, אין </a:t>
            </a:r>
            <a:r>
              <a:rPr lang="en-US" dirty="0"/>
              <a:t>race conditions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פשוט, בטוח, דטרמיניסטי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/>
              <a:t>מתי זה מתאים?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נתונים שמתעדכנים בבת אחת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אובייקטים כבדים לקריאה שלא משתנים הרבה (למשל:</a:t>
            </a:r>
            <a:r>
              <a:rPr lang="en-US" dirty="0"/>
              <a:t> </a:t>
            </a:r>
            <a:r>
              <a:rPr lang="he-IL" dirty="0"/>
              <a:t>קונפיגורציה)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/>
              <a:t>או שהם קלים ליצירה</a:t>
            </a:r>
          </a:p>
        </p:txBody>
      </p:sp>
    </p:spTree>
    <p:extLst>
      <p:ext uri="{BB962C8B-B14F-4D97-AF65-F5344CB8AC3E}">
        <p14:creationId xmlns:p14="http://schemas.microsoft.com/office/powerpoint/2010/main" val="2425126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DDA99-055F-127A-5F3C-CDE12F76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5DEB-047F-389B-BD83-4D16DCEE5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מנגנונים נוספים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774D-59F8-BFD2-F89C-FD054F3E6A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18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u="sng" dirty="0"/>
              <a:t>מבני נתונים בטוחים למקביליות (</a:t>
            </a:r>
            <a:r>
              <a:rPr lang="en-US" b="1" u="sng" dirty="0"/>
              <a:t>thread-safe</a:t>
            </a:r>
            <a:r>
              <a:rPr lang="he-IL" b="1" u="sng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המבנים הרגילים של </a:t>
            </a:r>
            <a:r>
              <a:rPr lang="en-US" dirty="0"/>
              <a:t>Java</a:t>
            </a:r>
            <a:r>
              <a:rPr lang="he-IL" dirty="0"/>
              <a:t> לא בטוחים למקביליות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מבנים בטוחים בספריה הסטנדרטית (דוגמאות): 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</a:pPr>
            <a:r>
              <a:rPr lang="en-US" sz="2000" dirty="0" err="1"/>
              <a:t>CopyOnWriteArrayList</a:t>
            </a:r>
            <a:r>
              <a:rPr lang="he-IL" sz="2000" dirty="0"/>
              <a:t> – הרבה קריאה, מעט קריאה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</a:pPr>
            <a:r>
              <a:rPr lang="en-US" sz="2000" dirty="0" err="1"/>
              <a:t>ConcurrentHashMap</a:t>
            </a:r>
            <a:r>
              <a:rPr lang="he-IL" sz="2000" dirty="0"/>
              <a:t> – גישה מקבילית מהירה</a:t>
            </a:r>
            <a:endParaRPr lang="en-US" sz="2000" dirty="0"/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</a:pPr>
            <a:r>
              <a:rPr lang="en-US" sz="2000" dirty="0" err="1"/>
              <a:t>ConcurrentLinkedQueue</a:t>
            </a:r>
            <a:r>
              <a:rPr lang="he-IL" sz="2000" dirty="0"/>
              <a:t> – תור ללא חסימה (</a:t>
            </a:r>
            <a:r>
              <a:rPr lang="en-US" sz="2000" dirty="0"/>
              <a:t>lock-free</a:t>
            </a:r>
            <a:r>
              <a:rPr lang="he-IL" sz="2000" dirty="0"/>
              <a:t>)</a:t>
            </a:r>
            <a:endParaRPr lang="en-US" sz="2000" dirty="0"/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</a:pPr>
            <a:r>
              <a:rPr lang="en-US" sz="2000" dirty="0" err="1"/>
              <a:t>PriorityBlockingQueue</a:t>
            </a:r>
            <a:r>
              <a:rPr lang="he-IL" sz="2000" dirty="0"/>
              <a:t> – תור יצרן-צרכן עם קדימות</a:t>
            </a:r>
            <a:endParaRPr lang="en-US" sz="2000" dirty="0"/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</a:pPr>
            <a:r>
              <a:rPr lang="en-US" sz="2000" dirty="0" err="1"/>
              <a:t>Collections.synchronizedXXX</a:t>
            </a:r>
            <a:r>
              <a:rPr lang="he-IL" sz="2000" dirty="0"/>
              <a:t> – נעילה גסה (פחות מומלץ)</a:t>
            </a:r>
            <a:br>
              <a:rPr lang="en-US" sz="2000" dirty="0"/>
            </a:br>
            <a:r>
              <a:rPr lang="he-IL" sz="2000" dirty="0"/>
              <a:t>(למשל: </a:t>
            </a:r>
            <a:r>
              <a:rPr lang="en-US" sz="2000" dirty="0" err="1"/>
              <a:t>Collections.synchronizedList</a:t>
            </a:r>
            <a:r>
              <a:rPr lang="he-IL" sz="2000" dirty="0"/>
              <a:t>)</a:t>
            </a:r>
            <a:endParaRPr lang="en-US" sz="2000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מבנים "קבועים": </a:t>
            </a:r>
            <a:r>
              <a:rPr lang="en-US" dirty="0"/>
              <a:t> </a:t>
            </a:r>
            <a:r>
              <a:rPr lang="en-US" sz="2000" dirty="0" err="1"/>
              <a:t>List.of</a:t>
            </a:r>
            <a:r>
              <a:rPr lang="he-IL" sz="2000" dirty="0"/>
              <a:t>, </a:t>
            </a:r>
            <a:r>
              <a:rPr lang="en-US" sz="2000" dirty="0" err="1"/>
              <a:t>Set.of</a:t>
            </a:r>
            <a:r>
              <a:rPr lang="he-IL" sz="2000" dirty="0"/>
              <a:t>, </a:t>
            </a:r>
            <a:r>
              <a:rPr lang="en-US" sz="2000" dirty="0" err="1"/>
              <a:t>Map.of</a:t>
            </a:r>
            <a:endParaRPr lang="he-IL" sz="2000" dirty="0"/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names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of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"b"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names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"d"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UnsupportedOperationException</a:t>
            </a:r>
            <a:endParaRPr lang="en-US" sz="18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Map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scores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Map</a:t>
            </a:r>
            <a:r>
              <a:rPr lang="en-US" sz="18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of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"B"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8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9400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9645</TotalTime>
  <Words>4271</Words>
  <Application>Microsoft Office PowerPoint</Application>
  <PresentationFormat>On-screen Show (4:3)</PresentationFormat>
  <Paragraphs>1169</Paragraphs>
  <Slides>61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Calibri</vt:lpstr>
      <vt:lpstr>Cambria Math</vt:lpstr>
      <vt:lpstr>Consolas</vt:lpstr>
      <vt:lpstr>JetBrains Mono</vt:lpstr>
      <vt:lpstr>Office Theme</vt:lpstr>
      <vt:lpstr>פרק 8: מקביליות</vt:lpstr>
      <vt:lpstr>מקביליות של תהליכים</vt:lpstr>
      <vt:lpstr>מקביליות של תהליכים</vt:lpstr>
      <vt:lpstr>מקביליות של תהליכים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מודל הזיכרון</vt:lpstr>
      <vt:lpstr>מקביליות בתוך תהליך</vt:lpstr>
      <vt:lpstr>מקביליות בתוך תהליך</vt:lpstr>
      <vt:lpstr>מקביליות בתוך תהליך</vt:lpstr>
      <vt:lpstr>סנכרון בתוך תהליך</vt:lpstr>
      <vt:lpstr>סנכרון בתוך תהליך</vt:lpstr>
      <vt:lpstr>סנכרון בתוך תהליך</vt:lpstr>
      <vt:lpstr>סנכרון בתוך תהליך</vt:lpstr>
      <vt:lpstr>סנכרון בתוך תהליך</vt:lpstr>
      <vt:lpstr>סנכרון בתוך תהליך</vt:lpstr>
      <vt:lpstr>סנכרון בתוך תהליך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מנגנוני סנכרון</vt:lpstr>
      <vt:lpstr>בעיות סנכרון</vt:lpstr>
      <vt:lpstr>בעיות סנכרון</vt:lpstr>
      <vt:lpstr>בעיות סנכרון</vt:lpstr>
      <vt:lpstr>בעיות סנכרון</vt:lpstr>
      <vt:lpstr>בעיות סנכרון</vt:lpstr>
      <vt:lpstr>בעיות סנכרון</vt:lpstr>
      <vt:lpstr>מנגנונים נוספים</vt:lpstr>
      <vt:lpstr>מנגנונים נוספים</vt:lpstr>
      <vt:lpstr>מנגנונים נוספים</vt:lpstr>
      <vt:lpstr>מנגנונים נוספים</vt:lpstr>
      <vt:lpstr>מנגנונים נוספים</vt:lpstr>
      <vt:lpstr>מנגנונים נוספים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202</cp:revision>
  <dcterms:created xsi:type="dcterms:W3CDTF">2023-11-25T13:14:24Z</dcterms:created>
  <dcterms:modified xsi:type="dcterms:W3CDTF">2025-12-03T20:19:15Z</dcterms:modified>
</cp:coreProperties>
</file>