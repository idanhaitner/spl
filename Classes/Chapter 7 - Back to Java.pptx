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541" r:id="rId2"/>
    <p:sldId id="754" r:id="rId3"/>
    <p:sldId id="796" r:id="rId4"/>
    <p:sldId id="798" r:id="rId5"/>
    <p:sldId id="800" r:id="rId6"/>
    <p:sldId id="799" r:id="rId7"/>
    <p:sldId id="801" r:id="rId8"/>
    <p:sldId id="802" r:id="rId9"/>
    <p:sldId id="803" r:id="rId10"/>
    <p:sldId id="804" r:id="rId11"/>
    <p:sldId id="805" r:id="rId12"/>
    <p:sldId id="832" r:id="rId13"/>
    <p:sldId id="806" r:id="rId14"/>
    <p:sldId id="807" r:id="rId15"/>
    <p:sldId id="808" r:id="rId16"/>
    <p:sldId id="809" r:id="rId17"/>
    <p:sldId id="810" r:id="rId18"/>
    <p:sldId id="811" r:id="rId19"/>
    <p:sldId id="812" r:id="rId20"/>
    <p:sldId id="813" r:id="rId21"/>
    <p:sldId id="814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2C799C-2665-455E-93B5-BD1F785D92B5}" v="1365" dt="2025-11-29T17:24:45.1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30" autoAdjust="0"/>
    <p:restoredTop sz="94660"/>
  </p:normalViewPr>
  <p:slideViewPr>
    <p:cSldViewPr>
      <p:cViewPr varScale="1">
        <p:scale>
          <a:sx n="83" d="100"/>
          <a:sy n="83" d="100"/>
        </p:scale>
        <p:origin x="312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4052" y="64"/>
      </p:cViewPr>
      <p:guideLst/>
    </p:cSldViewPr>
  </p:notesViewPr>
  <p:gridSpacing cx="90001" cy="9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 R." userId="03e9e69c0e8a7741" providerId="LiveId" clId="{7E8451C7-0DB5-4F3D-8DC4-447DBD27B8B8}"/>
    <pc:docChg chg="undo redo custSel addSld delSld modSld sldOrd">
      <pc:chgData name="Tal R." userId="03e9e69c0e8a7741" providerId="LiveId" clId="{7E8451C7-0DB5-4F3D-8DC4-447DBD27B8B8}" dt="2025-11-26T11:10:28.400" v="11510"/>
      <pc:docMkLst>
        <pc:docMk/>
      </pc:docMkLst>
      <pc:sldChg chg="modTransition">
        <pc:chgData name="Tal R." userId="03e9e69c0e8a7741" providerId="LiveId" clId="{7E8451C7-0DB5-4F3D-8DC4-447DBD27B8B8}" dt="2025-11-26T11:02:22.226" v="11227"/>
        <pc:sldMkLst>
          <pc:docMk/>
          <pc:sldMk cId="467981463" sldId="541"/>
        </pc:sldMkLst>
      </pc:sldChg>
      <pc:sldChg chg="modSp modTransition">
        <pc:chgData name="Tal R." userId="03e9e69c0e8a7741" providerId="LiveId" clId="{7E8451C7-0DB5-4F3D-8DC4-447DBD27B8B8}" dt="2025-11-26T11:02:22.226" v="11227"/>
        <pc:sldMkLst>
          <pc:docMk/>
          <pc:sldMk cId="1381872568" sldId="754"/>
        </pc:sldMkLst>
      </pc:sldChg>
      <pc:sldChg chg="modTransition">
        <pc:chgData name="Tal R." userId="03e9e69c0e8a7741" providerId="LiveId" clId="{7E8451C7-0DB5-4F3D-8DC4-447DBD27B8B8}" dt="2025-11-26T11:02:22.226" v="11227"/>
        <pc:sldMkLst>
          <pc:docMk/>
          <pc:sldMk cId="2406188382" sldId="796"/>
        </pc:sldMkLst>
      </pc:sldChg>
      <pc:sldChg chg="modTransition">
        <pc:chgData name="Tal R." userId="03e9e69c0e8a7741" providerId="LiveId" clId="{7E8451C7-0DB5-4F3D-8DC4-447DBD27B8B8}" dt="2025-11-26T11:02:22.226" v="11227"/>
        <pc:sldMkLst>
          <pc:docMk/>
          <pc:sldMk cId="1109553036" sldId="798"/>
        </pc:sldMkLst>
      </pc:sldChg>
      <pc:sldChg chg="modTransition">
        <pc:chgData name="Tal R." userId="03e9e69c0e8a7741" providerId="LiveId" clId="{7E8451C7-0DB5-4F3D-8DC4-447DBD27B8B8}" dt="2025-11-26T11:02:22.226" v="11227"/>
        <pc:sldMkLst>
          <pc:docMk/>
          <pc:sldMk cId="3638479013" sldId="799"/>
        </pc:sldMkLst>
      </pc:sldChg>
      <pc:sldChg chg="modTransition">
        <pc:chgData name="Tal R." userId="03e9e69c0e8a7741" providerId="LiveId" clId="{7E8451C7-0DB5-4F3D-8DC4-447DBD27B8B8}" dt="2025-11-26T11:02:22.226" v="11227"/>
        <pc:sldMkLst>
          <pc:docMk/>
          <pc:sldMk cId="689980955" sldId="800"/>
        </pc:sldMkLst>
      </pc:sldChg>
      <pc:sldChg chg="modTransition">
        <pc:chgData name="Tal R." userId="03e9e69c0e8a7741" providerId="LiveId" clId="{7E8451C7-0DB5-4F3D-8DC4-447DBD27B8B8}" dt="2025-11-26T11:02:22.226" v="11227"/>
        <pc:sldMkLst>
          <pc:docMk/>
          <pc:sldMk cId="1345457703" sldId="801"/>
        </pc:sldMkLst>
      </pc:sldChg>
      <pc:sldChg chg="modTransition addAnim delAnim modAnim">
        <pc:chgData name="Tal R." userId="03e9e69c0e8a7741" providerId="LiveId" clId="{7E8451C7-0DB5-4F3D-8DC4-447DBD27B8B8}" dt="2025-11-26T11:02:22.226" v="11227"/>
        <pc:sldMkLst>
          <pc:docMk/>
          <pc:sldMk cId="3751945511" sldId="802"/>
        </pc:sldMkLst>
      </pc:sldChg>
      <pc:sldChg chg="modTransition addAnim delAnim modAnim">
        <pc:chgData name="Tal R." userId="03e9e69c0e8a7741" providerId="LiveId" clId="{7E8451C7-0DB5-4F3D-8DC4-447DBD27B8B8}" dt="2025-11-26T11:02:22.226" v="11227"/>
        <pc:sldMkLst>
          <pc:docMk/>
          <pc:sldMk cId="2741852461" sldId="803"/>
        </pc:sldMkLst>
      </pc:sldChg>
      <pc:sldChg chg="modTransition addAnim delAnim modAnim">
        <pc:chgData name="Tal R." userId="03e9e69c0e8a7741" providerId="LiveId" clId="{7E8451C7-0DB5-4F3D-8DC4-447DBD27B8B8}" dt="2025-11-26T11:02:22.226" v="11227"/>
        <pc:sldMkLst>
          <pc:docMk/>
          <pc:sldMk cId="2909128842" sldId="804"/>
        </pc:sldMkLst>
      </pc:sldChg>
      <pc:sldChg chg="modSp mod modTransition addAnim delAnim modAnim">
        <pc:chgData name="Tal R." userId="03e9e69c0e8a7741" providerId="LiveId" clId="{7E8451C7-0DB5-4F3D-8DC4-447DBD27B8B8}" dt="2025-11-26T11:02:22.226" v="11227"/>
        <pc:sldMkLst>
          <pc:docMk/>
          <pc:sldMk cId="1706956445" sldId="805"/>
        </pc:sldMkLst>
        <pc:spChg chg="mod">
          <ac:chgData name="Tal R." userId="03e9e69c0e8a7741" providerId="LiveId" clId="{7E8451C7-0DB5-4F3D-8DC4-447DBD27B8B8}" dt="2025-11-26T09:34:48.923" v="10453" actId="1036"/>
          <ac:spMkLst>
            <pc:docMk/>
            <pc:sldMk cId="1706956445" sldId="805"/>
            <ac:spMk id="3" creationId="{C5260C7B-03CB-80DA-EB04-BEF0351CF496}"/>
          </ac:spMkLst>
        </pc:spChg>
      </pc:sldChg>
      <pc:sldChg chg="modTransition addAnim delAnim modAnim">
        <pc:chgData name="Tal R." userId="03e9e69c0e8a7741" providerId="LiveId" clId="{7E8451C7-0DB5-4F3D-8DC4-447DBD27B8B8}" dt="2025-11-26T11:02:22.226" v="11227"/>
        <pc:sldMkLst>
          <pc:docMk/>
          <pc:sldMk cId="3726487847" sldId="806"/>
        </pc:sldMkLst>
      </pc:sldChg>
      <pc:sldChg chg="modSp modTransition addAnim delAnim modAnim">
        <pc:chgData name="Tal R." userId="03e9e69c0e8a7741" providerId="LiveId" clId="{7E8451C7-0DB5-4F3D-8DC4-447DBD27B8B8}" dt="2025-11-26T11:02:22.226" v="11227"/>
        <pc:sldMkLst>
          <pc:docMk/>
          <pc:sldMk cId="3544179678" sldId="807"/>
        </pc:sldMkLst>
        <pc:spChg chg="mod">
          <ac:chgData name="Tal R." userId="03e9e69c0e8a7741" providerId="LiveId" clId="{7E8451C7-0DB5-4F3D-8DC4-447DBD27B8B8}" dt="2025-11-26T09:56:38.828" v="10953" actId="20577"/>
          <ac:spMkLst>
            <pc:docMk/>
            <pc:sldMk cId="3544179678" sldId="807"/>
            <ac:spMk id="3" creationId="{96CB359B-0ACB-FB07-9929-5AC4288A5666}"/>
          </ac:spMkLst>
        </pc:spChg>
      </pc:sldChg>
      <pc:sldChg chg="modTransition addAnim delAnim modAnim">
        <pc:chgData name="Tal R." userId="03e9e69c0e8a7741" providerId="LiveId" clId="{7E8451C7-0DB5-4F3D-8DC4-447DBD27B8B8}" dt="2025-11-26T11:02:22.226" v="11227"/>
        <pc:sldMkLst>
          <pc:docMk/>
          <pc:sldMk cId="664044997" sldId="808"/>
        </pc:sldMkLst>
      </pc:sldChg>
      <pc:sldChg chg="modTransition addAnim delAnim modAnim">
        <pc:chgData name="Tal R." userId="03e9e69c0e8a7741" providerId="LiveId" clId="{7E8451C7-0DB5-4F3D-8DC4-447DBD27B8B8}" dt="2025-11-26T11:02:22.226" v="11227"/>
        <pc:sldMkLst>
          <pc:docMk/>
          <pc:sldMk cId="3766019766" sldId="809"/>
        </pc:sldMkLst>
      </pc:sldChg>
      <pc:sldChg chg="modTransition addAnim delAnim modAnim">
        <pc:chgData name="Tal R." userId="03e9e69c0e8a7741" providerId="LiveId" clId="{7E8451C7-0DB5-4F3D-8DC4-447DBD27B8B8}" dt="2025-11-26T11:02:22.226" v="11227"/>
        <pc:sldMkLst>
          <pc:docMk/>
          <pc:sldMk cId="659316022" sldId="810"/>
        </pc:sldMkLst>
      </pc:sldChg>
      <pc:sldChg chg="modTransition modAnim">
        <pc:chgData name="Tal R." userId="03e9e69c0e8a7741" providerId="LiveId" clId="{7E8451C7-0DB5-4F3D-8DC4-447DBD27B8B8}" dt="2025-11-26T11:02:22.226" v="11227"/>
        <pc:sldMkLst>
          <pc:docMk/>
          <pc:sldMk cId="2485615292" sldId="811"/>
        </pc:sldMkLst>
      </pc:sldChg>
      <pc:sldChg chg="modTransition addAnim delAnim modAnim">
        <pc:chgData name="Tal R." userId="03e9e69c0e8a7741" providerId="LiveId" clId="{7E8451C7-0DB5-4F3D-8DC4-447DBD27B8B8}" dt="2025-11-26T11:02:22.226" v="11227"/>
        <pc:sldMkLst>
          <pc:docMk/>
          <pc:sldMk cId="436908175" sldId="812"/>
        </pc:sldMkLst>
      </pc:sldChg>
      <pc:sldChg chg="modTransition addAnim delAnim modAnim">
        <pc:chgData name="Tal R." userId="03e9e69c0e8a7741" providerId="LiveId" clId="{7E8451C7-0DB5-4F3D-8DC4-447DBD27B8B8}" dt="2025-11-26T11:02:22.226" v="11227"/>
        <pc:sldMkLst>
          <pc:docMk/>
          <pc:sldMk cId="743919131" sldId="813"/>
        </pc:sldMkLst>
      </pc:sldChg>
      <pc:sldChg chg="modTransition addAnim delAnim modAnim">
        <pc:chgData name="Tal R." userId="03e9e69c0e8a7741" providerId="LiveId" clId="{7E8451C7-0DB5-4F3D-8DC4-447DBD27B8B8}" dt="2025-11-26T11:02:22.226" v="11227"/>
        <pc:sldMkLst>
          <pc:docMk/>
          <pc:sldMk cId="541136360" sldId="814"/>
        </pc:sldMkLst>
      </pc:sldChg>
      <pc:sldChg chg="modSp mod modTransition addAnim delAnim modAnim">
        <pc:chgData name="Tal R." userId="03e9e69c0e8a7741" providerId="LiveId" clId="{7E8451C7-0DB5-4F3D-8DC4-447DBD27B8B8}" dt="2025-11-26T11:02:22.226" v="11227"/>
        <pc:sldMkLst>
          <pc:docMk/>
          <pc:sldMk cId="4078757902" sldId="815"/>
        </pc:sldMkLst>
        <pc:spChg chg="mod">
          <ac:chgData name="Tal R." userId="03e9e69c0e8a7741" providerId="LiveId" clId="{7E8451C7-0DB5-4F3D-8DC4-447DBD27B8B8}" dt="2025-11-26T07:56:56.200" v="9095" actId="20577"/>
          <ac:spMkLst>
            <pc:docMk/>
            <pc:sldMk cId="4078757902" sldId="815"/>
            <ac:spMk id="3" creationId="{7DA67D84-23D6-17BA-5B1B-DB40819E92DA}"/>
          </ac:spMkLst>
        </pc:spChg>
      </pc:sldChg>
      <pc:sldChg chg="modTransition addAnim delAnim modAnim">
        <pc:chgData name="Tal R." userId="03e9e69c0e8a7741" providerId="LiveId" clId="{7E8451C7-0DB5-4F3D-8DC4-447DBD27B8B8}" dt="2025-11-26T11:02:22.226" v="11227"/>
        <pc:sldMkLst>
          <pc:docMk/>
          <pc:sldMk cId="225474920" sldId="816"/>
        </pc:sldMkLst>
      </pc:sldChg>
      <pc:sldChg chg="modSp mod modTransition addAnim delAnim modAnim">
        <pc:chgData name="Tal R." userId="03e9e69c0e8a7741" providerId="LiveId" clId="{7E8451C7-0DB5-4F3D-8DC4-447DBD27B8B8}" dt="2025-11-26T11:03:48.309" v="11233"/>
        <pc:sldMkLst>
          <pc:docMk/>
          <pc:sldMk cId="13877578" sldId="817"/>
        </pc:sldMkLst>
        <pc:spChg chg="mod">
          <ac:chgData name="Tal R." userId="03e9e69c0e8a7741" providerId="LiveId" clId="{7E8451C7-0DB5-4F3D-8DC4-447DBD27B8B8}" dt="2025-11-26T08:37:10.629" v="9886"/>
          <ac:spMkLst>
            <pc:docMk/>
            <pc:sldMk cId="13877578" sldId="817"/>
            <ac:spMk id="3" creationId="{EEA84F1E-7127-A689-CF33-C09EE5F8D334}"/>
          </ac:spMkLst>
        </pc:spChg>
      </pc:sldChg>
      <pc:sldChg chg="modTransition addAnim delAnim modAnim">
        <pc:chgData name="Tal R." userId="03e9e69c0e8a7741" providerId="LiveId" clId="{7E8451C7-0DB5-4F3D-8DC4-447DBD27B8B8}" dt="2025-11-26T11:02:22.226" v="11227"/>
        <pc:sldMkLst>
          <pc:docMk/>
          <pc:sldMk cId="1623411957" sldId="818"/>
        </pc:sldMkLst>
      </pc:sldChg>
      <pc:sldChg chg="modTransition modAnim">
        <pc:chgData name="Tal R." userId="03e9e69c0e8a7741" providerId="LiveId" clId="{7E8451C7-0DB5-4F3D-8DC4-447DBD27B8B8}" dt="2025-11-26T11:02:22.226" v="11227"/>
        <pc:sldMkLst>
          <pc:docMk/>
          <pc:sldMk cId="3230130726" sldId="819"/>
        </pc:sldMkLst>
      </pc:sldChg>
      <pc:sldChg chg="modSp mod modTransition addAnim delAnim modAnim">
        <pc:chgData name="Tal R." userId="03e9e69c0e8a7741" providerId="LiveId" clId="{7E8451C7-0DB5-4F3D-8DC4-447DBD27B8B8}" dt="2025-11-26T11:02:22.226" v="11227"/>
        <pc:sldMkLst>
          <pc:docMk/>
          <pc:sldMk cId="885881098" sldId="820"/>
        </pc:sldMkLst>
        <pc:spChg chg="mod">
          <ac:chgData name="Tal R." userId="03e9e69c0e8a7741" providerId="LiveId" clId="{7E8451C7-0DB5-4F3D-8DC4-447DBD27B8B8}" dt="2025-11-26T10:05:16.046" v="11088" actId="20577"/>
          <ac:spMkLst>
            <pc:docMk/>
            <pc:sldMk cId="885881098" sldId="820"/>
            <ac:spMk id="3" creationId="{9539558F-A525-27DF-09DA-21041265CE58}"/>
          </ac:spMkLst>
        </pc:spChg>
      </pc:sldChg>
      <pc:sldChg chg="modSp add mod modTransition addAnim delAnim modAnim">
        <pc:chgData name="Tal R." userId="03e9e69c0e8a7741" providerId="LiveId" clId="{7E8451C7-0DB5-4F3D-8DC4-447DBD27B8B8}" dt="2025-11-26T11:02:22.226" v="11227"/>
        <pc:sldMkLst>
          <pc:docMk/>
          <pc:sldMk cId="2822419322" sldId="821"/>
        </pc:sldMkLst>
        <pc:spChg chg="mod">
          <ac:chgData name="Tal R." userId="03e9e69c0e8a7741" providerId="LiveId" clId="{7E8451C7-0DB5-4F3D-8DC4-447DBD27B8B8}" dt="2025-11-26T08:19:03.130" v="9327" actId="12"/>
          <ac:spMkLst>
            <pc:docMk/>
            <pc:sldMk cId="2822419322" sldId="821"/>
            <ac:spMk id="3" creationId="{529C62B9-3DE6-BEE7-D29D-0070DBCC02CE}"/>
          </ac:spMkLst>
        </pc:spChg>
      </pc:sldChg>
      <pc:sldChg chg="modSp add mod modTransition addAnim delAnim modAnim">
        <pc:chgData name="Tal R." userId="03e9e69c0e8a7741" providerId="LiveId" clId="{7E8451C7-0DB5-4F3D-8DC4-447DBD27B8B8}" dt="2025-11-26T11:02:22.226" v="11227"/>
        <pc:sldMkLst>
          <pc:docMk/>
          <pc:sldMk cId="3877003033" sldId="825"/>
        </pc:sldMkLst>
        <pc:spChg chg="mod">
          <ac:chgData name="Tal R." userId="03e9e69c0e8a7741" providerId="LiveId" clId="{7E8451C7-0DB5-4F3D-8DC4-447DBD27B8B8}" dt="2025-11-26T10:06:36.885" v="11169" actId="948"/>
          <ac:spMkLst>
            <pc:docMk/>
            <pc:sldMk cId="3877003033" sldId="825"/>
            <ac:spMk id="3" creationId="{462AFD78-268D-2362-AE2D-DA6C529A5908}"/>
          </ac:spMkLst>
        </pc:spChg>
      </pc:sldChg>
      <pc:sldChg chg="modSp add mod modTransition">
        <pc:chgData name="Tal R." userId="03e9e69c0e8a7741" providerId="LiveId" clId="{7E8451C7-0DB5-4F3D-8DC4-447DBD27B8B8}" dt="2025-11-26T11:03:35.777" v="11231"/>
        <pc:sldMkLst>
          <pc:docMk/>
          <pc:sldMk cId="3800707739" sldId="826"/>
        </pc:sldMkLst>
        <pc:spChg chg="mod">
          <ac:chgData name="Tal R." userId="03e9e69c0e8a7741" providerId="LiveId" clId="{7E8451C7-0DB5-4F3D-8DC4-447DBD27B8B8}" dt="2025-11-26T08:25:18.805" v="9388" actId="20577"/>
          <ac:spMkLst>
            <pc:docMk/>
            <pc:sldMk cId="3800707739" sldId="826"/>
            <ac:spMk id="3" creationId="{952C8C1F-B957-86BD-AAAE-8ECA426B5BB3}"/>
          </ac:spMkLst>
        </pc:spChg>
      </pc:sldChg>
      <pc:sldChg chg="modSp add mod modTransition addAnim delAnim modAnim">
        <pc:chgData name="Tal R." userId="03e9e69c0e8a7741" providerId="LiveId" clId="{7E8451C7-0DB5-4F3D-8DC4-447DBD27B8B8}" dt="2025-11-26T11:06:25.423" v="11409"/>
        <pc:sldMkLst>
          <pc:docMk/>
          <pc:sldMk cId="3102186218" sldId="827"/>
        </pc:sldMkLst>
        <pc:spChg chg="mod">
          <ac:chgData name="Tal R." userId="03e9e69c0e8a7741" providerId="LiveId" clId="{7E8451C7-0DB5-4F3D-8DC4-447DBD27B8B8}" dt="2025-11-26T11:05:03.733" v="11399" actId="20577"/>
          <ac:spMkLst>
            <pc:docMk/>
            <pc:sldMk cId="3102186218" sldId="827"/>
            <ac:spMk id="3" creationId="{3061519E-0297-3D94-2917-7CEEBAD22C5E}"/>
          </ac:spMkLst>
        </pc:spChg>
      </pc:sldChg>
      <pc:sldChg chg="modSp add mod modTransition addAnim delAnim modAnim">
        <pc:chgData name="Tal R." userId="03e9e69c0e8a7741" providerId="LiveId" clId="{7E8451C7-0DB5-4F3D-8DC4-447DBD27B8B8}" dt="2025-11-26T11:02:22.226" v="11227"/>
        <pc:sldMkLst>
          <pc:docMk/>
          <pc:sldMk cId="2502921462" sldId="829"/>
        </pc:sldMkLst>
        <pc:spChg chg="mod">
          <ac:chgData name="Tal R." userId="03e9e69c0e8a7741" providerId="LiveId" clId="{7E8451C7-0DB5-4F3D-8DC4-447DBD27B8B8}" dt="2025-11-26T09:41:32.143" v="10642" actId="20577"/>
          <ac:spMkLst>
            <pc:docMk/>
            <pc:sldMk cId="2502921462" sldId="829"/>
            <ac:spMk id="3" creationId="{A394C4DF-073C-7CE4-BFDF-2E5C152A1DCB}"/>
          </ac:spMkLst>
        </pc:spChg>
      </pc:sldChg>
      <pc:sldChg chg="modSp add mod modTransition">
        <pc:chgData name="Tal R." userId="03e9e69c0e8a7741" providerId="LiveId" clId="{7E8451C7-0DB5-4F3D-8DC4-447DBD27B8B8}" dt="2025-11-26T11:02:22.226" v="11227"/>
        <pc:sldMkLst>
          <pc:docMk/>
          <pc:sldMk cId="3812926840" sldId="831"/>
        </pc:sldMkLst>
        <pc:spChg chg="mod">
          <ac:chgData name="Tal R." userId="03e9e69c0e8a7741" providerId="LiveId" clId="{7E8451C7-0DB5-4F3D-8DC4-447DBD27B8B8}" dt="2025-11-26T09:43:40.240" v="10706" actId="20577"/>
          <ac:spMkLst>
            <pc:docMk/>
            <pc:sldMk cId="3812926840" sldId="831"/>
            <ac:spMk id="3" creationId="{3724BA6F-E199-D394-31A3-2E229596438D}"/>
          </ac:spMkLst>
        </pc:spChg>
      </pc:sldChg>
      <pc:sldChg chg="add">
        <pc:chgData name="Tal R." userId="03e9e69c0e8a7741" providerId="LiveId" clId="{7E8451C7-0DB5-4F3D-8DC4-447DBD27B8B8}" dt="2025-11-26T11:10:28.400" v="11510"/>
        <pc:sldMkLst>
          <pc:docMk/>
          <pc:sldMk cId="4024114770" sldId="832"/>
        </pc:sldMkLst>
      </pc:sldChg>
      <pc:sldChg chg="modSp add mod modTransition addAnim delAnim modAnim">
        <pc:chgData name="Tal R." userId="03e9e69c0e8a7741" providerId="LiveId" clId="{7E8451C7-0DB5-4F3D-8DC4-447DBD27B8B8}" dt="2025-11-26T11:07:54.512" v="11502"/>
        <pc:sldMkLst>
          <pc:docMk/>
          <pc:sldMk cId="2147494752" sldId="833"/>
        </pc:sldMkLst>
        <pc:spChg chg="mod">
          <ac:chgData name="Tal R." userId="03e9e69c0e8a7741" providerId="LiveId" clId="{7E8451C7-0DB5-4F3D-8DC4-447DBD27B8B8}" dt="2025-11-26T11:07:40.053" v="11500" actId="2710"/>
          <ac:spMkLst>
            <pc:docMk/>
            <pc:sldMk cId="2147494752" sldId="833"/>
            <ac:spMk id="3" creationId="{C82F3708-B4C4-DB6D-076E-EE3E331DCD3B}"/>
          </ac:spMkLst>
        </pc:spChg>
      </pc:sldChg>
      <pc:sldChg chg="modSp add mod modTransition">
        <pc:chgData name="Tal R." userId="03e9e69c0e8a7741" providerId="LiveId" clId="{7E8451C7-0DB5-4F3D-8DC4-447DBD27B8B8}" dt="2025-11-26T11:02:22.226" v="11227"/>
        <pc:sldMkLst>
          <pc:docMk/>
          <pc:sldMk cId="477471295" sldId="834"/>
        </pc:sldMkLst>
        <pc:spChg chg="mod">
          <ac:chgData name="Tal R." userId="03e9e69c0e8a7741" providerId="LiveId" clId="{7E8451C7-0DB5-4F3D-8DC4-447DBD27B8B8}" dt="2025-11-26T09:54:47.510" v="10933" actId="2711"/>
          <ac:spMkLst>
            <pc:docMk/>
            <pc:sldMk cId="477471295" sldId="834"/>
            <ac:spMk id="3" creationId="{CD4A35F3-3861-7882-8B8E-CBEDDCC339C5}"/>
          </ac:spMkLst>
        </pc:spChg>
      </pc:sldChg>
      <pc:sldChg chg="modSp add modTransition modAnim">
        <pc:chgData name="Tal R." userId="03e9e69c0e8a7741" providerId="LiveId" clId="{7E8451C7-0DB5-4F3D-8DC4-447DBD27B8B8}" dt="2025-11-26T11:03:21.965" v="11229"/>
        <pc:sldMkLst>
          <pc:docMk/>
          <pc:sldMk cId="2359936692" sldId="835"/>
        </pc:sldMkLst>
        <pc:spChg chg="mod">
          <ac:chgData name="Tal R." userId="03e9e69c0e8a7741" providerId="LiveId" clId="{7E8451C7-0DB5-4F3D-8DC4-447DBD27B8B8}" dt="2025-11-26T10:09:47.437" v="11225" actId="20577"/>
          <ac:spMkLst>
            <pc:docMk/>
            <pc:sldMk cId="2359936692" sldId="835"/>
            <ac:spMk id="3" creationId="{73DCDD81-46AA-3BAD-AC2B-55C39E244DBB}"/>
          </ac:spMkLst>
        </pc:spChg>
      </pc:sldChg>
      <pc:sldChg chg="modSp add mod modTransition addAnim delAnim modAnim">
        <pc:chgData name="Tal R." userId="03e9e69c0e8a7741" providerId="LiveId" clId="{7E8451C7-0DB5-4F3D-8DC4-447DBD27B8B8}" dt="2025-11-26T11:08:16.140" v="11505"/>
        <pc:sldMkLst>
          <pc:docMk/>
          <pc:sldMk cId="2992858843" sldId="836"/>
        </pc:sldMkLst>
        <pc:spChg chg="mod">
          <ac:chgData name="Tal R." userId="03e9e69c0e8a7741" providerId="LiveId" clId="{7E8451C7-0DB5-4F3D-8DC4-447DBD27B8B8}" dt="2025-11-26T11:08:08.020" v="11503" actId="5793"/>
          <ac:spMkLst>
            <pc:docMk/>
            <pc:sldMk cId="2992858843" sldId="836"/>
            <ac:spMk id="3" creationId="{0455BC94-EBB9-BB84-31D8-59CDBF7DD9D9}"/>
          </ac:spMkLst>
        </pc:spChg>
      </pc:sldChg>
    </pc:docChg>
  </pc:docChgLst>
  <pc:docChgLst>
    <pc:chgData name="Tal R." userId="03e9e69c0e8a7741" providerId="LiveId" clId="{012321CB-D30F-40A1-894C-E46D43B30E68}"/>
    <pc:docChg chg="undo redo custSel addSld delSld modSld sldOrd modMainMaster">
      <pc:chgData name="Tal R." userId="03e9e69c0e8a7741" providerId="LiveId" clId="{012321CB-D30F-40A1-894C-E46D43B30E68}" dt="2025-11-29T17:25:38.450" v="56843" actId="47"/>
      <pc:docMkLst>
        <pc:docMk/>
      </pc:docMkLst>
      <pc:sldChg chg="addSp delSp modSp new mod modTransition">
        <pc:chgData name="Tal R." userId="03e9e69c0e8a7741" providerId="LiveId" clId="{012321CB-D30F-40A1-894C-E46D43B30E68}" dt="2025-11-29T17:25:21.849" v="56842" actId="1036"/>
        <pc:sldMkLst>
          <pc:docMk/>
          <pc:sldMk cId="467981463" sldId="541"/>
        </pc:sldMkLst>
        <pc:spChg chg="mod">
          <ac:chgData name="Tal R." userId="03e9e69c0e8a7741" providerId="LiveId" clId="{012321CB-D30F-40A1-894C-E46D43B30E68}" dt="2025-11-29T17:25:03.366" v="56814" actId="948"/>
          <ac:spMkLst>
            <pc:docMk/>
            <pc:sldMk cId="467981463" sldId="541"/>
            <ac:spMk id="2" creationId="{63C98D00-06F6-E602-6C47-76C2BA233264}"/>
          </ac:spMkLst>
        </pc:spChg>
        <pc:spChg chg="add mod">
          <ac:chgData name="Tal R." userId="03e9e69c0e8a7741" providerId="LiveId" clId="{012321CB-D30F-40A1-894C-E46D43B30E68}" dt="2025-11-29T17:24:45.159" v="56791"/>
          <ac:spMkLst>
            <pc:docMk/>
            <pc:sldMk cId="467981463" sldId="541"/>
            <ac:spMk id="3" creationId="{1A0B7FC3-1445-4F84-F486-129F46A5B1FF}"/>
          </ac:spMkLst>
        </pc:spChg>
        <pc:spChg chg="add mod">
          <ac:chgData name="Tal R." userId="03e9e69c0e8a7741" providerId="LiveId" clId="{012321CB-D30F-40A1-894C-E46D43B30E68}" dt="2025-11-29T17:25:21.849" v="56842" actId="1036"/>
          <ac:spMkLst>
            <pc:docMk/>
            <pc:sldMk cId="467981463" sldId="541"/>
            <ac:spMk id="4" creationId="{441CB35B-095F-4677-0CAC-099D1BC04859}"/>
          </ac:spMkLst>
        </pc:spChg>
      </pc:sldChg>
      <pc:sldChg chg="addSp delSp modSp add mod modTransition addAnim delAnim modAnim">
        <pc:chgData name="Tal R." userId="03e9e69c0e8a7741" providerId="LiveId" clId="{012321CB-D30F-40A1-894C-E46D43B30E68}" dt="2025-11-24T20:48:23.118" v="46037" actId="1076"/>
        <pc:sldMkLst>
          <pc:docMk/>
          <pc:sldMk cId="1381872568" sldId="754"/>
        </pc:sldMkLst>
        <pc:spChg chg="mod">
          <ac:chgData name="Tal R." userId="03e9e69c0e8a7741" providerId="LiveId" clId="{012321CB-D30F-40A1-894C-E46D43B30E68}" dt="2025-11-24T08:29:38.972" v="43141" actId="6549"/>
          <ac:spMkLst>
            <pc:docMk/>
            <pc:sldMk cId="1381872568" sldId="754"/>
            <ac:spMk id="3" creationId="{EC3ADC74-5CC5-8375-E8EC-0154E2582129}"/>
          </ac:spMkLst>
        </pc:spChg>
        <pc:spChg chg="add mod">
          <ac:chgData name="Tal R." userId="03e9e69c0e8a7741" providerId="LiveId" clId="{012321CB-D30F-40A1-894C-E46D43B30E68}" dt="2025-11-24T20:28:14.600" v="45929" actId="20577"/>
          <ac:spMkLst>
            <pc:docMk/>
            <pc:sldMk cId="1381872568" sldId="754"/>
            <ac:spMk id="6" creationId="{F12E4C08-5A51-738B-F5FA-5F2F6A6C3CC2}"/>
          </ac:spMkLst>
        </pc:spChg>
        <pc:picChg chg="add mod ord">
          <ac:chgData name="Tal R." userId="03e9e69c0e8a7741" providerId="LiveId" clId="{012321CB-D30F-40A1-894C-E46D43B30E68}" dt="2025-11-24T20:48:23.118" v="46037" actId="1076"/>
          <ac:picMkLst>
            <pc:docMk/>
            <pc:sldMk cId="1381872568" sldId="754"/>
            <ac:picMk id="4" creationId="{6F117CD7-FC63-FD77-2707-18665ED352E5}"/>
          </ac:picMkLst>
        </pc:picChg>
      </pc:sldChg>
      <pc:sldChg chg="addSp modSp new mod modTransition addAnim delAnim modAnim">
        <pc:chgData name="Tal R." userId="03e9e69c0e8a7741" providerId="LiveId" clId="{012321CB-D30F-40A1-894C-E46D43B30E68}" dt="2025-11-24T20:47:39.922" v="46032" actId="1076"/>
        <pc:sldMkLst>
          <pc:docMk/>
          <pc:sldMk cId="2406188382" sldId="796"/>
        </pc:sldMkLst>
        <pc:spChg chg="mod">
          <ac:chgData name="Tal R." userId="03e9e69c0e8a7741" providerId="LiveId" clId="{012321CB-D30F-40A1-894C-E46D43B30E68}" dt="2025-11-24T08:31:32.502" v="43213" actId="20577"/>
          <ac:spMkLst>
            <pc:docMk/>
            <pc:sldMk cId="2406188382" sldId="796"/>
            <ac:spMk id="2" creationId="{3EB557CB-01BF-DEF3-EE83-A7814442B231}"/>
          </ac:spMkLst>
        </pc:spChg>
        <pc:spChg chg="mod">
          <ac:chgData name="Tal R." userId="03e9e69c0e8a7741" providerId="LiveId" clId="{012321CB-D30F-40A1-894C-E46D43B30E68}" dt="2025-11-24T20:16:43.343" v="45592" actId="14100"/>
          <ac:spMkLst>
            <pc:docMk/>
            <pc:sldMk cId="2406188382" sldId="796"/>
            <ac:spMk id="3" creationId="{9F6F1979-10FC-3472-DB52-0030F63E82B8}"/>
          </ac:spMkLst>
        </pc:spChg>
        <pc:picChg chg="add mod ord">
          <ac:chgData name="Tal R." userId="03e9e69c0e8a7741" providerId="LiveId" clId="{012321CB-D30F-40A1-894C-E46D43B30E68}" dt="2025-11-24T20:47:39.922" v="46032" actId="1076"/>
          <ac:picMkLst>
            <pc:docMk/>
            <pc:sldMk cId="2406188382" sldId="796"/>
            <ac:picMk id="5" creationId="{D280DD7A-C686-1788-1962-8BB1A9CCFCC3}"/>
          </ac:picMkLst>
        </pc:picChg>
      </pc:sldChg>
      <pc:sldChg chg="addSp delSp modSp add mod ord modTransition addAnim delAnim modAnim">
        <pc:chgData name="Tal R." userId="03e9e69c0e8a7741" providerId="LiveId" clId="{012321CB-D30F-40A1-894C-E46D43B30E68}" dt="2025-11-24T21:40:34.511" v="46127" actId="1076"/>
        <pc:sldMkLst>
          <pc:docMk/>
          <pc:sldMk cId="1109553036" sldId="798"/>
        </pc:sldMkLst>
        <pc:spChg chg="mod">
          <ac:chgData name="Tal R." userId="03e9e69c0e8a7741" providerId="LiveId" clId="{012321CB-D30F-40A1-894C-E46D43B30E68}" dt="2025-11-24T21:40:19.162" v="46123" actId="20577"/>
          <ac:spMkLst>
            <pc:docMk/>
            <pc:sldMk cId="1109553036" sldId="798"/>
            <ac:spMk id="3" creationId="{8F89EEA5-7083-2E77-8404-74DF1E00DEB3}"/>
          </ac:spMkLst>
        </pc:spChg>
        <pc:picChg chg="add mod ord">
          <ac:chgData name="Tal R." userId="03e9e69c0e8a7741" providerId="LiveId" clId="{012321CB-D30F-40A1-894C-E46D43B30E68}" dt="2025-11-24T21:40:34.511" v="46127" actId="1076"/>
          <ac:picMkLst>
            <pc:docMk/>
            <pc:sldMk cId="1109553036" sldId="798"/>
            <ac:picMk id="5" creationId="{25D39DA5-12E1-A8C7-458D-376FDFD8E3E0}"/>
          </ac:picMkLst>
        </pc:picChg>
      </pc:sldChg>
      <pc:sldChg chg="addSp delSp modSp add mod modTransition modAnim">
        <pc:chgData name="Tal R." userId="03e9e69c0e8a7741" providerId="LiveId" clId="{012321CB-D30F-40A1-894C-E46D43B30E68}" dt="2025-11-24T20:29:42.615" v="45947"/>
        <pc:sldMkLst>
          <pc:docMk/>
          <pc:sldMk cId="3638479013" sldId="799"/>
        </pc:sldMkLst>
        <pc:graphicFrameChg chg="add mod modGraphic">
          <ac:chgData name="Tal R." userId="03e9e69c0e8a7741" providerId="LiveId" clId="{012321CB-D30F-40A1-894C-E46D43B30E68}" dt="2025-11-24T20:27:37.970" v="45927" actId="962"/>
          <ac:graphicFrameMkLst>
            <pc:docMk/>
            <pc:sldMk cId="3638479013" sldId="799"/>
            <ac:graphicFrameMk id="6" creationId="{64335F03-908B-0A79-0DE8-70B14B779E95}"/>
          </ac:graphicFrameMkLst>
        </pc:graphicFrameChg>
        <pc:graphicFrameChg chg="add mod modGraphic">
          <ac:chgData name="Tal R." userId="03e9e69c0e8a7741" providerId="LiveId" clId="{012321CB-D30F-40A1-894C-E46D43B30E68}" dt="2025-11-24T20:27:30.599" v="45926" actId="962"/>
          <ac:graphicFrameMkLst>
            <pc:docMk/>
            <pc:sldMk cId="3638479013" sldId="799"/>
            <ac:graphicFrameMk id="10" creationId="{9C642B95-6A20-7EAE-8BEA-C26C22DA4ED9}"/>
          </ac:graphicFrameMkLst>
        </pc:graphicFrameChg>
      </pc:sldChg>
      <pc:sldChg chg="addSp delSp modSp add mod modTransition addAnim delAnim modAnim">
        <pc:chgData name="Tal R." userId="03e9e69c0e8a7741" providerId="LiveId" clId="{012321CB-D30F-40A1-894C-E46D43B30E68}" dt="2025-11-24T21:40:05.360" v="46122" actId="171"/>
        <pc:sldMkLst>
          <pc:docMk/>
          <pc:sldMk cId="689980955" sldId="800"/>
        </pc:sldMkLst>
        <pc:spChg chg="mod">
          <ac:chgData name="Tal R." userId="03e9e69c0e8a7741" providerId="LiveId" clId="{012321CB-D30F-40A1-894C-E46D43B30E68}" dt="2025-11-24T20:30:59.701" v="45971" actId="20577"/>
          <ac:spMkLst>
            <pc:docMk/>
            <pc:sldMk cId="689980955" sldId="800"/>
            <ac:spMk id="3" creationId="{4B64E2D6-D376-4479-C69A-C72F5720D672}"/>
          </ac:spMkLst>
        </pc:spChg>
        <pc:picChg chg="add mod ord">
          <ac:chgData name="Tal R." userId="03e9e69c0e8a7741" providerId="LiveId" clId="{012321CB-D30F-40A1-894C-E46D43B30E68}" dt="2025-11-24T21:40:05.360" v="46122" actId="171"/>
          <ac:picMkLst>
            <pc:docMk/>
            <pc:sldMk cId="689980955" sldId="800"/>
            <ac:picMk id="11" creationId="{74B6F7B6-E9DE-099B-B2BB-268CD2D63A9B}"/>
          </ac:picMkLst>
        </pc:picChg>
      </pc:sldChg>
      <pc:sldChg chg="addSp modSp add mod modTransition addAnim delAnim modAnim">
        <pc:chgData name="Tal R." userId="03e9e69c0e8a7741" providerId="LiveId" clId="{012321CB-D30F-40A1-894C-E46D43B30E68}" dt="2025-11-24T20:28:40.920" v="45935"/>
        <pc:sldMkLst>
          <pc:docMk/>
          <pc:sldMk cId="1345457703" sldId="801"/>
        </pc:sldMkLst>
        <pc:spChg chg="mod">
          <ac:chgData name="Tal R." userId="03e9e69c0e8a7741" providerId="LiveId" clId="{012321CB-D30F-40A1-894C-E46D43B30E68}" dt="2025-11-24T20:26:23.265" v="45917" actId="20577"/>
          <ac:spMkLst>
            <pc:docMk/>
            <pc:sldMk cId="1345457703" sldId="801"/>
            <ac:spMk id="3" creationId="{5F7189B7-A24F-D911-2958-04917EC916BF}"/>
          </ac:spMkLst>
        </pc:spChg>
        <pc:graphicFrameChg chg="add mod modGraphic">
          <ac:chgData name="Tal R." userId="03e9e69c0e8a7741" providerId="LiveId" clId="{012321CB-D30F-40A1-894C-E46D43B30E68}" dt="2025-11-24T20:27:50.452" v="45928" actId="962"/>
          <ac:graphicFrameMkLst>
            <pc:docMk/>
            <pc:sldMk cId="1345457703" sldId="801"/>
            <ac:graphicFrameMk id="4" creationId="{A3FAB36B-ED09-C357-A3B4-B2F17312109A}"/>
          </ac:graphicFrameMkLst>
        </pc:graphicFrameChg>
      </pc:sldChg>
      <pc:sldChg chg="addSp delSp modSp add mod modAnim">
        <pc:chgData name="Tal R." userId="03e9e69c0e8a7741" providerId="LiveId" clId="{012321CB-D30F-40A1-894C-E46D43B30E68}" dt="2025-11-25T19:58:45.436" v="48099" actId="6549"/>
        <pc:sldMkLst>
          <pc:docMk/>
          <pc:sldMk cId="3751945511" sldId="802"/>
        </pc:sldMkLst>
        <pc:spChg chg="mod">
          <ac:chgData name="Tal R." userId="03e9e69c0e8a7741" providerId="LiveId" clId="{012321CB-D30F-40A1-894C-E46D43B30E68}" dt="2025-11-25T15:57:00.420" v="46190" actId="20577"/>
          <ac:spMkLst>
            <pc:docMk/>
            <pc:sldMk cId="3751945511" sldId="802"/>
            <ac:spMk id="2" creationId="{BBAC27C8-91C2-B6F1-5482-84125826F6B3}"/>
          </ac:spMkLst>
        </pc:spChg>
        <pc:spChg chg="mod">
          <ac:chgData name="Tal R." userId="03e9e69c0e8a7741" providerId="LiveId" clId="{012321CB-D30F-40A1-894C-E46D43B30E68}" dt="2025-11-25T19:58:45.436" v="48099" actId="6549"/>
          <ac:spMkLst>
            <pc:docMk/>
            <pc:sldMk cId="3751945511" sldId="802"/>
            <ac:spMk id="3" creationId="{1F8D8A58-ADF1-F001-5892-FB660AF2D883}"/>
          </ac:spMkLst>
        </pc:spChg>
        <pc:picChg chg="add mod ord">
          <ac:chgData name="Tal R." userId="03e9e69c0e8a7741" providerId="LiveId" clId="{012321CB-D30F-40A1-894C-E46D43B30E68}" dt="2025-11-25T19:52:48.708" v="47801" actId="1076"/>
          <ac:picMkLst>
            <pc:docMk/>
            <pc:sldMk cId="3751945511" sldId="802"/>
            <ac:picMk id="6" creationId="{0EE06455-AC60-8A66-CA58-E2AA3D7F2C75}"/>
          </ac:picMkLst>
        </pc:picChg>
      </pc:sldChg>
      <pc:sldChg chg="addSp delSp modSp add mod modAnim">
        <pc:chgData name="Tal R." userId="03e9e69c0e8a7741" providerId="LiveId" clId="{012321CB-D30F-40A1-894C-E46D43B30E68}" dt="2025-11-25T19:53:02.989" v="47804" actId="13244"/>
        <pc:sldMkLst>
          <pc:docMk/>
          <pc:sldMk cId="2741852461" sldId="803"/>
        </pc:sldMkLst>
        <pc:spChg chg="mod">
          <ac:chgData name="Tal R." userId="03e9e69c0e8a7741" providerId="LiveId" clId="{012321CB-D30F-40A1-894C-E46D43B30E68}" dt="2025-11-25T16:29:52.395" v="47375" actId="20577"/>
          <ac:spMkLst>
            <pc:docMk/>
            <pc:sldMk cId="2741852461" sldId="803"/>
            <ac:spMk id="3" creationId="{32018360-ED7D-BF28-DD56-420D934A9433}"/>
          </ac:spMkLst>
        </pc:spChg>
        <pc:graphicFrameChg chg="add mod modGraphic">
          <ac:chgData name="Tal R." userId="03e9e69c0e8a7741" providerId="LiveId" clId="{012321CB-D30F-40A1-894C-E46D43B30E68}" dt="2025-11-25T17:36:06.642" v="47376" actId="1076"/>
          <ac:graphicFrameMkLst>
            <pc:docMk/>
            <pc:sldMk cId="2741852461" sldId="803"/>
            <ac:graphicFrameMk id="4" creationId="{94A92018-DEC8-D1EB-8946-A1AF986B1AD1}"/>
          </ac:graphicFrameMkLst>
        </pc:graphicFrameChg>
        <pc:picChg chg="add mod ord">
          <ac:chgData name="Tal R." userId="03e9e69c0e8a7741" providerId="LiveId" clId="{012321CB-D30F-40A1-894C-E46D43B30E68}" dt="2025-11-25T19:53:02.989" v="47804" actId="13244"/>
          <ac:picMkLst>
            <pc:docMk/>
            <pc:sldMk cId="2741852461" sldId="803"/>
            <ac:picMk id="5" creationId="{EC9A39BE-1928-18DE-C1B8-3AC10CD7B33F}"/>
          </ac:picMkLst>
        </pc:picChg>
      </pc:sldChg>
      <pc:sldChg chg="addSp delSp modSp add mod">
        <pc:chgData name="Tal R." userId="03e9e69c0e8a7741" providerId="LiveId" clId="{012321CB-D30F-40A1-894C-E46D43B30E68}" dt="2025-11-25T19:53:09.381" v="47807" actId="13244"/>
        <pc:sldMkLst>
          <pc:docMk/>
          <pc:sldMk cId="2909128842" sldId="804"/>
        </pc:sldMkLst>
        <pc:spChg chg="mod">
          <ac:chgData name="Tal R." userId="03e9e69c0e8a7741" providerId="LiveId" clId="{012321CB-D30F-40A1-894C-E46D43B30E68}" dt="2025-11-25T17:41:48.240" v="47701" actId="20577"/>
          <ac:spMkLst>
            <pc:docMk/>
            <pc:sldMk cId="2909128842" sldId="804"/>
            <ac:spMk id="3" creationId="{083D916A-B385-A503-40C4-06921453762E}"/>
          </ac:spMkLst>
        </pc:spChg>
        <pc:spChg chg="add mod">
          <ac:chgData name="Tal R." userId="03e9e69c0e8a7741" providerId="LiveId" clId="{012321CB-D30F-40A1-894C-E46D43B30E68}" dt="2025-11-25T19:50:59.950" v="47791" actId="207"/>
          <ac:spMkLst>
            <pc:docMk/>
            <pc:sldMk cId="2909128842" sldId="804"/>
            <ac:spMk id="5" creationId="{CC8EF6A4-0365-416E-706D-BD4294BAC9C1}"/>
          </ac:spMkLst>
        </pc:spChg>
        <pc:spChg chg="add mod">
          <ac:chgData name="Tal R." userId="03e9e69c0e8a7741" providerId="LiveId" clId="{012321CB-D30F-40A1-894C-E46D43B30E68}" dt="2025-11-25T19:50:59.950" v="47791" actId="207"/>
          <ac:spMkLst>
            <pc:docMk/>
            <pc:sldMk cId="2909128842" sldId="804"/>
            <ac:spMk id="6" creationId="{1DBE4147-9CCE-E26F-C88A-3B742779B636}"/>
          </ac:spMkLst>
        </pc:spChg>
        <pc:spChg chg="add mod">
          <ac:chgData name="Tal R." userId="03e9e69c0e8a7741" providerId="LiveId" clId="{012321CB-D30F-40A1-894C-E46D43B30E68}" dt="2025-11-25T19:50:59.950" v="47791" actId="207"/>
          <ac:spMkLst>
            <pc:docMk/>
            <pc:sldMk cId="2909128842" sldId="804"/>
            <ac:spMk id="7" creationId="{BA02CD27-6DA1-EFC2-5F39-460A31242C01}"/>
          </ac:spMkLst>
        </pc:spChg>
        <pc:spChg chg="add mod">
          <ac:chgData name="Tal R." userId="03e9e69c0e8a7741" providerId="LiveId" clId="{012321CB-D30F-40A1-894C-E46D43B30E68}" dt="2025-11-25T19:50:59.950" v="47791" actId="207"/>
          <ac:spMkLst>
            <pc:docMk/>
            <pc:sldMk cId="2909128842" sldId="804"/>
            <ac:spMk id="8" creationId="{392AAC82-31DC-C178-1A68-1ABA08983090}"/>
          </ac:spMkLst>
        </pc:spChg>
        <pc:graphicFrameChg chg="mod modGraphic">
          <ac:chgData name="Tal R." userId="03e9e69c0e8a7741" providerId="LiveId" clId="{012321CB-D30F-40A1-894C-E46D43B30E68}" dt="2025-11-25T17:39:44.545" v="47497" actId="1076"/>
          <ac:graphicFrameMkLst>
            <pc:docMk/>
            <pc:sldMk cId="2909128842" sldId="804"/>
            <ac:graphicFrameMk id="4" creationId="{E07D339B-4B6E-8131-434B-BE676758505C}"/>
          </ac:graphicFrameMkLst>
        </pc:graphicFrameChg>
        <pc:picChg chg="add mod ord">
          <ac:chgData name="Tal R." userId="03e9e69c0e8a7741" providerId="LiveId" clId="{012321CB-D30F-40A1-894C-E46D43B30E68}" dt="2025-11-25T19:53:09.381" v="47807" actId="13244"/>
          <ac:picMkLst>
            <pc:docMk/>
            <pc:sldMk cId="2909128842" sldId="804"/>
            <ac:picMk id="32" creationId="{9EC4CF05-19AB-FFB1-5AD5-E46FC105B494}"/>
          </ac:picMkLst>
        </pc:picChg>
        <pc:cxnChg chg="add mod">
          <ac:chgData name="Tal R." userId="03e9e69c0e8a7741" providerId="LiveId" clId="{012321CB-D30F-40A1-894C-E46D43B30E68}" dt="2025-11-25T17:42:03.590" v="47705" actId="14100"/>
          <ac:cxnSpMkLst>
            <pc:docMk/>
            <pc:sldMk cId="2909128842" sldId="804"/>
            <ac:cxnSpMk id="10" creationId="{6C536E9C-7FF1-E153-5C92-F223558A4302}"/>
          </ac:cxnSpMkLst>
        </pc:cxnChg>
        <pc:cxnChg chg="add mod">
          <ac:chgData name="Tal R." userId="03e9e69c0e8a7741" providerId="LiveId" clId="{012321CB-D30F-40A1-894C-E46D43B30E68}" dt="2025-11-25T17:41:57.981" v="47703" actId="14100"/>
          <ac:cxnSpMkLst>
            <pc:docMk/>
            <pc:sldMk cId="2909128842" sldId="804"/>
            <ac:cxnSpMk id="12" creationId="{B555702A-EFCB-4310-0D32-F4D22B1A15CD}"/>
          </ac:cxnSpMkLst>
        </pc:cxnChg>
        <pc:cxnChg chg="add mod">
          <ac:chgData name="Tal R." userId="03e9e69c0e8a7741" providerId="LiveId" clId="{012321CB-D30F-40A1-894C-E46D43B30E68}" dt="2025-11-25T17:42:11.815" v="47707" actId="14100"/>
          <ac:cxnSpMkLst>
            <pc:docMk/>
            <pc:sldMk cId="2909128842" sldId="804"/>
            <ac:cxnSpMk id="15" creationId="{74F348C6-7E73-6BA0-B0EB-146A1E0EBA15}"/>
          </ac:cxnSpMkLst>
        </pc:cxnChg>
        <pc:cxnChg chg="add mod">
          <ac:chgData name="Tal R." userId="03e9e69c0e8a7741" providerId="LiveId" clId="{012321CB-D30F-40A1-894C-E46D43B30E68}" dt="2025-11-25T17:41:35.225" v="47695" actId="14100"/>
          <ac:cxnSpMkLst>
            <pc:docMk/>
            <pc:sldMk cId="2909128842" sldId="804"/>
            <ac:cxnSpMk id="18" creationId="{987EC499-7837-2FD3-160F-063051196993}"/>
          </ac:cxnSpMkLst>
        </pc:cxnChg>
      </pc:sldChg>
      <pc:sldChg chg="addSp delSp modSp add mod">
        <pc:chgData name="Tal R." userId="03e9e69c0e8a7741" providerId="LiveId" clId="{012321CB-D30F-40A1-894C-E46D43B30E68}" dt="2025-11-25T19:58:19.844" v="48091" actId="20577"/>
        <pc:sldMkLst>
          <pc:docMk/>
          <pc:sldMk cId="1706956445" sldId="805"/>
        </pc:sldMkLst>
        <pc:spChg chg="mod">
          <ac:chgData name="Tal R." userId="03e9e69c0e8a7741" providerId="LiveId" clId="{012321CB-D30F-40A1-894C-E46D43B30E68}" dt="2025-11-25T19:58:19.844" v="48091" actId="20577"/>
          <ac:spMkLst>
            <pc:docMk/>
            <pc:sldMk cId="1706956445" sldId="805"/>
            <ac:spMk id="3" creationId="{C5260C7B-03CB-80DA-EB04-BEF0351CF496}"/>
          </ac:spMkLst>
        </pc:spChg>
        <pc:picChg chg="add mod ord">
          <ac:chgData name="Tal R." userId="03e9e69c0e8a7741" providerId="LiveId" clId="{012321CB-D30F-40A1-894C-E46D43B30E68}" dt="2025-11-25T19:53:15.388" v="47810" actId="13244"/>
          <ac:picMkLst>
            <pc:docMk/>
            <pc:sldMk cId="1706956445" sldId="805"/>
            <ac:picMk id="13" creationId="{99E858A1-F9D3-7641-196A-2DF48F1BDE55}"/>
          </ac:picMkLst>
        </pc:picChg>
      </pc:sldChg>
      <pc:sldChg chg="addSp delSp modSp add mod">
        <pc:chgData name="Tal R." userId="03e9e69c0e8a7741" providerId="LiveId" clId="{012321CB-D30F-40A1-894C-E46D43B30E68}" dt="2025-11-26T07:19:18.153" v="56739" actId="115"/>
        <pc:sldMkLst>
          <pc:docMk/>
          <pc:sldMk cId="3726487847" sldId="806"/>
        </pc:sldMkLst>
        <pc:spChg chg="mod">
          <ac:chgData name="Tal R." userId="03e9e69c0e8a7741" providerId="LiveId" clId="{012321CB-D30F-40A1-894C-E46D43B30E68}" dt="2025-11-25T20:02:11" v="48133" actId="20577"/>
          <ac:spMkLst>
            <pc:docMk/>
            <pc:sldMk cId="3726487847" sldId="806"/>
            <ac:spMk id="2" creationId="{16B32B11-F53E-C579-2D8F-43327DA3BF5A}"/>
          </ac:spMkLst>
        </pc:spChg>
        <pc:spChg chg="mod">
          <ac:chgData name="Tal R." userId="03e9e69c0e8a7741" providerId="LiveId" clId="{012321CB-D30F-40A1-894C-E46D43B30E68}" dt="2025-11-26T07:19:18.153" v="56739" actId="115"/>
          <ac:spMkLst>
            <pc:docMk/>
            <pc:sldMk cId="3726487847" sldId="806"/>
            <ac:spMk id="3" creationId="{BE62BABF-A284-6CFB-CB7D-477FE40ACE26}"/>
          </ac:spMkLst>
        </pc:spChg>
        <pc:picChg chg="add mod ord modCrop">
          <ac:chgData name="Tal R." userId="03e9e69c0e8a7741" providerId="LiveId" clId="{012321CB-D30F-40A1-894C-E46D43B30E68}" dt="2025-11-25T20:15:26.608" v="48794" actId="167"/>
          <ac:picMkLst>
            <pc:docMk/>
            <pc:sldMk cId="3726487847" sldId="806"/>
            <ac:picMk id="5" creationId="{07119971-43E7-52BF-8F1C-F4D9DD123BD8}"/>
          </ac:picMkLst>
        </pc:picChg>
      </pc:sldChg>
      <pc:sldChg chg="delSp modSp add mod">
        <pc:chgData name="Tal R." userId="03e9e69c0e8a7741" providerId="LiveId" clId="{012321CB-D30F-40A1-894C-E46D43B30E68}" dt="2025-11-25T20:24:40.409" v="49250" actId="255"/>
        <pc:sldMkLst>
          <pc:docMk/>
          <pc:sldMk cId="3544179678" sldId="807"/>
        </pc:sldMkLst>
        <pc:spChg chg="mod">
          <ac:chgData name="Tal R." userId="03e9e69c0e8a7741" providerId="LiveId" clId="{012321CB-D30F-40A1-894C-E46D43B30E68}" dt="2025-11-25T20:24:40.409" v="49250" actId="255"/>
          <ac:spMkLst>
            <pc:docMk/>
            <pc:sldMk cId="3544179678" sldId="807"/>
            <ac:spMk id="3" creationId="{96CB359B-0ACB-FB07-9929-5AC4288A5666}"/>
          </ac:spMkLst>
        </pc:spChg>
      </pc:sldChg>
      <pc:sldChg chg="modSp add mod">
        <pc:chgData name="Tal R." userId="03e9e69c0e8a7741" providerId="LiveId" clId="{012321CB-D30F-40A1-894C-E46D43B30E68}" dt="2025-11-25T20:24:32.748" v="49249" actId="255"/>
        <pc:sldMkLst>
          <pc:docMk/>
          <pc:sldMk cId="664044997" sldId="808"/>
        </pc:sldMkLst>
        <pc:spChg chg="mod">
          <ac:chgData name="Tal R." userId="03e9e69c0e8a7741" providerId="LiveId" clId="{012321CB-D30F-40A1-894C-E46D43B30E68}" dt="2025-11-25T20:24:32.748" v="49249" actId="255"/>
          <ac:spMkLst>
            <pc:docMk/>
            <pc:sldMk cId="664044997" sldId="808"/>
            <ac:spMk id="3" creationId="{42557551-1C37-ED1E-3197-78B0FD2C25A2}"/>
          </ac:spMkLst>
        </pc:spChg>
      </pc:sldChg>
      <pc:sldChg chg="modSp add mod">
        <pc:chgData name="Tal R." userId="03e9e69c0e8a7741" providerId="LiveId" clId="{012321CB-D30F-40A1-894C-E46D43B30E68}" dt="2025-11-25T20:27:58.833" v="49445" actId="255"/>
        <pc:sldMkLst>
          <pc:docMk/>
          <pc:sldMk cId="3766019766" sldId="809"/>
        </pc:sldMkLst>
        <pc:spChg chg="mod">
          <ac:chgData name="Tal R." userId="03e9e69c0e8a7741" providerId="LiveId" clId="{012321CB-D30F-40A1-894C-E46D43B30E68}" dt="2025-11-25T20:25:38.971" v="49276" actId="20577"/>
          <ac:spMkLst>
            <pc:docMk/>
            <pc:sldMk cId="3766019766" sldId="809"/>
            <ac:spMk id="2" creationId="{0AC8A1D3-BEC8-9844-A1BF-4F62C5F4E8C7}"/>
          </ac:spMkLst>
        </pc:spChg>
        <pc:spChg chg="mod">
          <ac:chgData name="Tal R." userId="03e9e69c0e8a7741" providerId="LiveId" clId="{012321CB-D30F-40A1-894C-E46D43B30E68}" dt="2025-11-25T20:27:58.833" v="49445" actId="255"/>
          <ac:spMkLst>
            <pc:docMk/>
            <pc:sldMk cId="3766019766" sldId="809"/>
            <ac:spMk id="3" creationId="{5A3EF7FC-43AA-7FB4-1F41-A4C692F803F4}"/>
          </ac:spMkLst>
        </pc:spChg>
      </pc:sldChg>
      <pc:sldChg chg="addSp modSp add mod">
        <pc:chgData name="Tal R." userId="03e9e69c0e8a7741" providerId="LiveId" clId="{012321CB-D30F-40A1-894C-E46D43B30E68}" dt="2025-11-25T20:42:14.265" v="50326" actId="167"/>
        <pc:sldMkLst>
          <pc:docMk/>
          <pc:sldMk cId="659316022" sldId="810"/>
        </pc:sldMkLst>
        <pc:spChg chg="mod">
          <ac:chgData name="Tal R." userId="03e9e69c0e8a7741" providerId="LiveId" clId="{012321CB-D30F-40A1-894C-E46D43B30E68}" dt="2025-11-25T20:28:46.901" v="49461" actId="20577"/>
          <ac:spMkLst>
            <pc:docMk/>
            <pc:sldMk cId="659316022" sldId="810"/>
            <ac:spMk id="2" creationId="{E9661EF6-5790-005E-BDC8-AE1888E379D4}"/>
          </ac:spMkLst>
        </pc:spChg>
        <pc:spChg chg="mod">
          <ac:chgData name="Tal R." userId="03e9e69c0e8a7741" providerId="LiveId" clId="{012321CB-D30F-40A1-894C-E46D43B30E68}" dt="2025-11-25T20:41:12.710" v="50319" actId="115"/>
          <ac:spMkLst>
            <pc:docMk/>
            <pc:sldMk cId="659316022" sldId="810"/>
            <ac:spMk id="3" creationId="{0AC986E1-236D-D8CC-492A-E47A41CD162A}"/>
          </ac:spMkLst>
        </pc:spChg>
        <pc:picChg chg="add mod ord">
          <ac:chgData name="Tal R." userId="03e9e69c0e8a7741" providerId="LiveId" clId="{012321CB-D30F-40A1-894C-E46D43B30E68}" dt="2025-11-25T20:42:14.265" v="50326" actId="167"/>
          <ac:picMkLst>
            <pc:docMk/>
            <pc:sldMk cId="659316022" sldId="810"/>
            <ac:picMk id="5" creationId="{1DB28D84-6790-CBC5-3878-8EC15D2AE31E}"/>
          </ac:picMkLst>
        </pc:picChg>
      </pc:sldChg>
      <pc:sldChg chg="addSp delSp modSp add mod">
        <pc:chgData name="Tal R." userId="03e9e69c0e8a7741" providerId="LiveId" clId="{012321CB-D30F-40A1-894C-E46D43B30E68}" dt="2025-11-25T20:44:48.153" v="50415"/>
        <pc:sldMkLst>
          <pc:docMk/>
          <pc:sldMk cId="2485615292" sldId="811"/>
        </pc:sldMkLst>
        <pc:spChg chg="mod">
          <ac:chgData name="Tal R." userId="03e9e69c0e8a7741" providerId="LiveId" clId="{012321CB-D30F-40A1-894C-E46D43B30E68}" dt="2025-11-25T20:44:48.153" v="50415"/>
          <ac:spMkLst>
            <pc:docMk/>
            <pc:sldMk cId="2485615292" sldId="811"/>
            <ac:spMk id="2" creationId="{51FFC4D2-A72E-32FD-028E-8534F7F23AAE}"/>
          </ac:spMkLst>
        </pc:spChg>
        <pc:picChg chg="add mod modCrop">
          <ac:chgData name="Tal R." userId="03e9e69c0e8a7741" providerId="LiveId" clId="{012321CB-D30F-40A1-894C-E46D43B30E68}" dt="2025-11-25T20:44:41.710" v="50414" actId="732"/>
          <ac:picMkLst>
            <pc:docMk/>
            <pc:sldMk cId="2485615292" sldId="811"/>
            <ac:picMk id="8" creationId="{E3E04B5D-D26E-9B15-FDBC-F321182AE00B}"/>
          </ac:picMkLst>
        </pc:picChg>
      </pc:sldChg>
      <pc:sldChg chg="modSp add mod">
        <pc:chgData name="Tal R." userId="03e9e69c0e8a7741" providerId="LiveId" clId="{012321CB-D30F-40A1-894C-E46D43B30E68}" dt="2025-11-25T21:11:29.475" v="51814" actId="20577"/>
        <pc:sldMkLst>
          <pc:docMk/>
          <pc:sldMk cId="436908175" sldId="812"/>
        </pc:sldMkLst>
        <pc:spChg chg="mod">
          <ac:chgData name="Tal R." userId="03e9e69c0e8a7741" providerId="LiveId" clId="{012321CB-D30F-40A1-894C-E46D43B30E68}" dt="2025-11-25T21:11:29.475" v="51814" actId="20577"/>
          <ac:spMkLst>
            <pc:docMk/>
            <pc:sldMk cId="436908175" sldId="812"/>
            <ac:spMk id="3" creationId="{A402BB07-87C4-D6F5-C0A9-763ED49378B2}"/>
          </ac:spMkLst>
        </pc:spChg>
      </pc:sldChg>
      <pc:sldChg chg="addSp delSp modSp add mod">
        <pc:chgData name="Tal R." userId="03e9e69c0e8a7741" providerId="LiveId" clId="{012321CB-D30F-40A1-894C-E46D43B30E68}" dt="2025-11-25T21:00:05.812" v="51082" actId="1038"/>
        <pc:sldMkLst>
          <pc:docMk/>
          <pc:sldMk cId="743919131" sldId="813"/>
        </pc:sldMkLst>
        <pc:spChg chg="mod">
          <ac:chgData name="Tal R." userId="03e9e69c0e8a7741" providerId="LiveId" clId="{012321CB-D30F-40A1-894C-E46D43B30E68}" dt="2025-11-25T20:59:21.422" v="51072" actId="113"/>
          <ac:spMkLst>
            <pc:docMk/>
            <pc:sldMk cId="743919131" sldId="813"/>
            <ac:spMk id="3" creationId="{5013EB5E-CC2C-4897-1A31-709809A0D3E2}"/>
          </ac:spMkLst>
        </pc:spChg>
        <pc:spChg chg="add mod">
          <ac:chgData name="Tal R." userId="03e9e69c0e8a7741" providerId="LiveId" clId="{012321CB-D30F-40A1-894C-E46D43B30E68}" dt="2025-11-25T21:00:05.812" v="51082" actId="1038"/>
          <ac:spMkLst>
            <pc:docMk/>
            <pc:sldMk cId="743919131" sldId="813"/>
            <ac:spMk id="4" creationId="{1F2D3380-C51C-3184-B500-68AE51931D39}"/>
          </ac:spMkLst>
        </pc:spChg>
      </pc:sldChg>
      <pc:sldChg chg="delSp modSp add mod">
        <pc:chgData name="Tal R." userId="03e9e69c0e8a7741" providerId="LiveId" clId="{012321CB-D30F-40A1-894C-E46D43B30E68}" dt="2025-11-25T21:16:40.505" v="52164" actId="14100"/>
        <pc:sldMkLst>
          <pc:docMk/>
          <pc:sldMk cId="541136360" sldId="814"/>
        </pc:sldMkLst>
        <pc:spChg chg="mod">
          <ac:chgData name="Tal R." userId="03e9e69c0e8a7741" providerId="LiveId" clId="{012321CB-D30F-40A1-894C-E46D43B30E68}" dt="2025-11-25T21:16:40.505" v="52164" actId="14100"/>
          <ac:spMkLst>
            <pc:docMk/>
            <pc:sldMk cId="541136360" sldId="814"/>
            <ac:spMk id="3" creationId="{9F6B4E48-CD9E-2CC3-6433-DE5F6CB23F24}"/>
          </ac:spMkLst>
        </pc:spChg>
      </pc:sldChg>
      <pc:sldChg chg="modSp add del mod">
        <pc:chgData name="Tal R." userId="03e9e69c0e8a7741" providerId="LiveId" clId="{012321CB-D30F-40A1-894C-E46D43B30E68}" dt="2025-11-29T17:25:38.450" v="56843" actId="47"/>
        <pc:sldMkLst>
          <pc:docMk/>
          <pc:sldMk cId="4078757902" sldId="815"/>
        </pc:sldMkLst>
        <pc:spChg chg="mod">
          <ac:chgData name="Tal R." userId="03e9e69c0e8a7741" providerId="LiveId" clId="{012321CB-D30F-40A1-894C-E46D43B30E68}" dt="2025-11-25T21:32:40.811" v="52194" actId="20577"/>
          <ac:spMkLst>
            <pc:docMk/>
            <pc:sldMk cId="4078757902" sldId="815"/>
            <ac:spMk id="2" creationId="{4F5026DD-F361-0B9A-35CB-87F50EFBD00B}"/>
          </ac:spMkLst>
        </pc:spChg>
        <pc:spChg chg="mod">
          <ac:chgData name="Tal R." userId="03e9e69c0e8a7741" providerId="LiveId" clId="{012321CB-D30F-40A1-894C-E46D43B30E68}" dt="2025-11-26T06:56:16.901" v="56738" actId="20577"/>
          <ac:spMkLst>
            <pc:docMk/>
            <pc:sldMk cId="4078757902" sldId="815"/>
            <ac:spMk id="3" creationId="{7DA67D84-23D6-17BA-5B1B-DB40819E92DA}"/>
          </ac:spMkLst>
        </pc:spChg>
      </pc:sldChg>
      <pc:sldChg chg="addSp delSp modSp add del mod ord">
        <pc:chgData name="Tal R." userId="03e9e69c0e8a7741" providerId="LiveId" clId="{012321CB-D30F-40A1-894C-E46D43B30E68}" dt="2025-11-29T17:25:38.450" v="56843" actId="47"/>
        <pc:sldMkLst>
          <pc:docMk/>
          <pc:sldMk cId="225474920" sldId="816"/>
        </pc:sldMkLst>
        <pc:spChg chg="mod">
          <ac:chgData name="Tal R." userId="03e9e69c0e8a7741" providerId="LiveId" clId="{012321CB-D30F-40A1-894C-E46D43B30E68}" dt="2025-11-26T05:44:56.428" v="55717" actId="115"/>
          <ac:spMkLst>
            <pc:docMk/>
            <pc:sldMk cId="225474920" sldId="816"/>
            <ac:spMk id="3" creationId="{4A55E0EB-BFD7-C9A1-8CAE-8C054552E128}"/>
          </ac:spMkLst>
        </pc:spChg>
        <pc:picChg chg="add mod">
          <ac:chgData name="Tal R." userId="03e9e69c0e8a7741" providerId="LiveId" clId="{012321CB-D30F-40A1-894C-E46D43B30E68}" dt="2025-11-26T01:24:32.229" v="55085" actId="1076"/>
          <ac:picMkLst>
            <pc:docMk/>
            <pc:sldMk cId="225474920" sldId="816"/>
            <ac:picMk id="7" creationId="{5DBC74B3-5BD7-BACB-C92D-20BD3CA46305}"/>
          </ac:picMkLst>
        </pc:picChg>
      </pc:sldChg>
      <pc:sldChg chg="modSp add del mod">
        <pc:chgData name="Tal R." userId="03e9e69c0e8a7741" providerId="LiveId" clId="{012321CB-D30F-40A1-894C-E46D43B30E68}" dt="2025-11-29T17:25:38.450" v="56843" actId="47"/>
        <pc:sldMkLst>
          <pc:docMk/>
          <pc:sldMk cId="13877578" sldId="817"/>
        </pc:sldMkLst>
        <pc:spChg chg="mod">
          <ac:chgData name="Tal R." userId="03e9e69c0e8a7741" providerId="LiveId" clId="{012321CB-D30F-40A1-894C-E46D43B30E68}" dt="2025-11-26T06:13:07.140" v="56415" actId="115"/>
          <ac:spMkLst>
            <pc:docMk/>
            <pc:sldMk cId="13877578" sldId="817"/>
            <ac:spMk id="3" creationId="{EEA84F1E-7127-A689-CF33-C09EE5F8D334}"/>
          </ac:spMkLst>
        </pc:spChg>
      </pc:sldChg>
      <pc:sldChg chg="modSp add del mod">
        <pc:chgData name="Tal R." userId="03e9e69c0e8a7741" providerId="LiveId" clId="{012321CB-D30F-40A1-894C-E46D43B30E68}" dt="2025-11-29T17:25:38.450" v="56843" actId="47"/>
        <pc:sldMkLst>
          <pc:docMk/>
          <pc:sldMk cId="1623411957" sldId="818"/>
        </pc:sldMkLst>
        <pc:spChg chg="mod">
          <ac:chgData name="Tal R." userId="03e9e69c0e8a7741" providerId="LiveId" clId="{012321CB-D30F-40A1-894C-E46D43B30E68}" dt="2025-11-26T05:45:47.519" v="55739" actId="20577"/>
          <ac:spMkLst>
            <pc:docMk/>
            <pc:sldMk cId="1623411957" sldId="818"/>
            <ac:spMk id="3" creationId="{B8DC953B-E449-DD43-A02A-5176B98DE546}"/>
          </ac:spMkLst>
        </pc:spChg>
      </pc:sldChg>
      <pc:sldChg chg="addSp delSp modSp add del mod">
        <pc:chgData name="Tal R." userId="03e9e69c0e8a7741" providerId="LiveId" clId="{012321CB-D30F-40A1-894C-E46D43B30E68}" dt="2025-11-29T17:25:38.450" v="56843" actId="47"/>
        <pc:sldMkLst>
          <pc:docMk/>
          <pc:sldMk cId="3230130726" sldId="819"/>
        </pc:sldMkLst>
        <pc:spChg chg="mod">
          <ac:chgData name="Tal R." userId="03e9e69c0e8a7741" providerId="LiveId" clId="{012321CB-D30F-40A1-894C-E46D43B30E68}" dt="2025-11-26T01:35:10.749" v="55389" actId="115"/>
          <ac:spMkLst>
            <pc:docMk/>
            <pc:sldMk cId="3230130726" sldId="819"/>
            <ac:spMk id="3" creationId="{F538D6D7-9AD0-6C3D-527C-DEF0C10E5CF4}"/>
          </ac:spMkLst>
        </pc:spChg>
        <pc:picChg chg="add mod">
          <ac:chgData name="Tal R." userId="03e9e69c0e8a7741" providerId="LiveId" clId="{012321CB-D30F-40A1-894C-E46D43B30E68}" dt="2025-11-26T01:29:58.591" v="55171" actId="692"/>
          <ac:picMkLst>
            <pc:docMk/>
            <pc:sldMk cId="3230130726" sldId="819"/>
            <ac:picMk id="8" creationId="{F9AD2BAC-FE2C-AAEE-6B01-87F1F2A5E723}"/>
          </ac:picMkLst>
        </pc:picChg>
      </pc:sldChg>
      <pc:sldChg chg="modSp add del mod">
        <pc:chgData name="Tal R." userId="03e9e69c0e8a7741" providerId="LiveId" clId="{012321CB-D30F-40A1-894C-E46D43B30E68}" dt="2025-11-29T17:25:38.450" v="56843" actId="47"/>
        <pc:sldMkLst>
          <pc:docMk/>
          <pc:sldMk cId="885881098" sldId="820"/>
        </pc:sldMkLst>
        <pc:spChg chg="mod">
          <ac:chgData name="Tal R." userId="03e9e69c0e8a7741" providerId="LiveId" clId="{012321CB-D30F-40A1-894C-E46D43B30E68}" dt="2025-11-26T06:12:33.845" v="56412" actId="20577"/>
          <ac:spMkLst>
            <pc:docMk/>
            <pc:sldMk cId="885881098" sldId="820"/>
            <ac:spMk id="3" creationId="{9539558F-A525-27DF-09DA-21041265CE58}"/>
          </ac:spMkLst>
        </pc:spChg>
      </pc:sldChg>
      <pc:sldChg chg="del">
        <pc:chgData name="Tal R." userId="03e9e69c0e8a7741" providerId="LiveId" clId="{012321CB-D30F-40A1-894C-E46D43B30E68}" dt="2025-11-29T17:25:38.450" v="56843" actId="47"/>
        <pc:sldMkLst>
          <pc:docMk/>
          <pc:sldMk cId="2822419322" sldId="821"/>
        </pc:sldMkLst>
      </pc:sldChg>
      <pc:sldChg chg="del">
        <pc:chgData name="Tal R." userId="03e9e69c0e8a7741" providerId="LiveId" clId="{012321CB-D30F-40A1-894C-E46D43B30E68}" dt="2025-11-29T17:25:38.450" v="56843" actId="47"/>
        <pc:sldMkLst>
          <pc:docMk/>
          <pc:sldMk cId="3877003033" sldId="825"/>
        </pc:sldMkLst>
      </pc:sldChg>
      <pc:sldChg chg="del">
        <pc:chgData name="Tal R." userId="03e9e69c0e8a7741" providerId="LiveId" clId="{012321CB-D30F-40A1-894C-E46D43B30E68}" dt="2025-11-29T17:25:38.450" v="56843" actId="47"/>
        <pc:sldMkLst>
          <pc:docMk/>
          <pc:sldMk cId="3800707739" sldId="826"/>
        </pc:sldMkLst>
      </pc:sldChg>
      <pc:sldChg chg="del">
        <pc:chgData name="Tal R." userId="03e9e69c0e8a7741" providerId="LiveId" clId="{012321CB-D30F-40A1-894C-E46D43B30E68}" dt="2025-11-29T17:25:38.450" v="56843" actId="47"/>
        <pc:sldMkLst>
          <pc:docMk/>
          <pc:sldMk cId="3102186218" sldId="827"/>
        </pc:sldMkLst>
      </pc:sldChg>
      <pc:sldChg chg="del">
        <pc:chgData name="Tal R." userId="03e9e69c0e8a7741" providerId="LiveId" clId="{012321CB-D30F-40A1-894C-E46D43B30E68}" dt="2025-11-29T17:25:38.450" v="56843" actId="47"/>
        <pc:sldMkLst>
          <pc:docMk/>
          <pc:sldMk cId="2502921462" sldId="829"/>
        </pc:sldMkLst>
      </pc:sldChg>
      <pc:sldChg chg="del">
        <pc:chgData name="Tal R." userId="03e9e69c0e8a7741" providerId="LiveId" clId="{012321CB-D30F-40A1-894C-E46D43B30E68}" dt="2025-11-29T17:25:38.450" v="56843" actId="47"/>
        <pc:sldMkLst>
          <pc:docMk/>
          <pc:sldMk cId="3812926840" sldId="831"/>
        </pc:sldMkLst>
      </pc:sldChg>
      <pc:sldChg chg="del">
        <pc:chgData name="Tal R." userId="03e9e69c0e8a7741" providerId="LiveId" clId="{012321CB-D30F-40A1-894C-E46D43B30E68}" dt="2025-11-29T17:25:38.450" v="56843" actId="47"/>
        <pc:sldMkLst>
          <pc:docMk/>
          <pc:sldMk cId="2147494752" sldId="833"/>
        </pc:sldMkLst>
      </pc:sldChg>
      <pc:sldChg chg="del">
        <pc:chgData name="Tal R." userId="03e9e69c0e8a7741" providerId="LiveId" clId="{012321CB-D30F-40A1-894C-E46D43B30E68}" dt="2025-11-29T17:25:38.450" v="56843" actId="47"/>
        <pc:sldMkLst>
          <pc:docMk/>
          <pc:sldMk cId="477471295" sldId="834"/>
        </pc:sldMkLst>
      </pc:sldChg>
      <pc:sldChg chg="del">
        <pc:chgData name="Tal R." userId="03e9e69c0e8a7741" providerId="LiveId" clId="{012321CB-D30F-40A1-894C-E46D43B30E68}" dt="2025-11-29T17:25:38.450" v="56843" actId="47"/>
        <pc:sldMkLst>
          <pc:docMk/>
          <pc:sldMk cId="2359936692" sldId="835"/>
        </pc:sldMkLst>
      </pc:sldChg>
      <pc:sldChg chg="del">
        <pc:chgData name="Tal R." userId="03e9e69c0e8a7741" providerId="LiveId" clId="{012321CB-D30F-40A1-894C-E46D43B30E68}" dt="2025-11-29T17:25:38.450" v="56843" actId="47"/>
        <pc:sldMkLst>
          <pc:docMk/>
          <pc:sldMk cId="2992858843" sldId="836"/>
        </pc:sldMkLst>
      </pc:sldChg>
      <pc:sldMasterChg chg="delSp modSp mod addSldLayout delSldLayout modSldLayout">
        <pc:chgData name="Tal R." userId="03e9e69c0e8a7741" providerId="LiveId" clId="{012321CB-D30F-40A1-894C-E46D43B30E68}" dt="2025-11-24T21:54:04.130" v="46169" actId="29295"/>
        <pc:sldMasterMkLst>
          <pc:docMk/>
          <pc:sldMasterMk cId="443307082" sldId="2147483648"/>
        </pc:sldMasterMkLst>
        <pc:spChg chg="mod">
          <ac:chgData name="Tal R." userId="03e9e69c0e8a7741" providerId="LiveId" clId="{012321CB-D30F-40A1-894C-E46D43B30E68}" dt="2025-11-22T13:02:57.473" v="33393" actId="1038"/>
          <ac:spMkLst>
            <pc:docMk/>
            <pc:sldMasterMk cId="443307082" sldId="2147483648"/>
            <ac:spMk id="2" creationId="{2175CC09-1E32-D0CD-29D9-E2E1C1E1E15D}"/>
          </ac:spMkLst>
        </pc:spChg>
        <pc:sldLayoutChg chg="addSp delSp modSp mod">
          <pc:chgData name="Tal R." userId="03e9e69c0e8a7741" providerId="LiveId" clId="{012321CB-D30F-40A1-894C-E46D43B30E68}" dt="2025-11-24T21:54:04.130" v="46169" actId="29295"/>
          <pc:sldLayoutMkLst>
            <pc:docMk/>
            <pc:sldMasterMk cId="443307082" sldId="2147483648"/>
            <pc:sldLayoutMk cId="197145588" sldId="2147483649"/>
          </pc:sldLayoutMkLst>
          <pc:spChg chg="add mod">
            <ac:chgData name="Tal R." userId="03e9e69c0e8a7741" providerId="LiveId" clId="{012321CB-D30F-40A1-894C-E46D43B30E68}" dt="2025-11-22T13:03:49.874" v="33398" actId="3064"/>
            <ac:spMkLst>
              <pc:docMk/>
              <pc:sldMasterMk cId="443307082" sldId="2147483648"/>
              <pc:sldLayoutMk cId="197145588" sldId="2147483649"/>
              <ac:spMk id="2" creationId="{C63AC67B-A509-166B-C5CC-2EF767155503}"/>
            </ac:spMkLst>
          </pc:spChg>
          <pc:spChg chg="add mod">
            <ac:chgData name="Tal R." userId="03e9e69c0e8a7741" providerId="LiveId" clId="{012321CB-D30F-40A1-894C-E46D43B30E68}" dt="2025-11-22T13:03:40.971" v="33397" actId="3064"/>
            <ac:spMkLst>
              <pc:docMk/>
              <pc:sldMasterMk cId="443307082" sldId="2147483648"/>
              <pc:sldLayoutMk cId="197145588" sldId="2147483649"/>
              <ac:spMk id="4" creationId="{75400D95-AE9F-826B-7C3A-A9F2F1391648}"/>
            </ac:spMkLst>
          </pc:spChg>
          <pc:picChg chg="add mod ord">
            <ac:chgData name="Tal R." userId="03e9e69c0e8a7741" providerId="LiveId" clId="{012321CB-D30F-40A1-894C-E46D43B30E68}" dt="2025-11-24T21:54:04.130" v="46169" actId="29295"/>
            <ac:picMkLst>
              <pc:docMk/>
              <pc:sldMasterMk cId="443307082" sldId="2147483648"/>
              <pc:sldLayoutMk cId="197145588" sldId="2147483649"/>
              <ac:picMk id="6" creationId="{8B2F18ED-7451-038C-1D76-A9F0FDCAE08D}"/>
            </ac:picMkLst>
          </pc:picChg>
        </pc:sldLayoutChg>
        <pc:sldLayoutChg chg="addSp delSp modSp mod">
          <pc:chgData name="Tal R." userId="03e9e69c0e8a7741" providerId="LiveId" clId="{012321CB-D30F-40A1-894C-E46D43B30E68}" dt="2025-11-22T13:07:12.039" v="33423" actId="255"/>
          <pc:sldLayoutMkLst>
            <pc:docMk/>
            <pc:sldMasterMk cId="443307082" sldId="2147483648"/>
            <pc:sldLayoutMk cId="2285841394" sldId="2147483650"/>
          </pc:sldLayoutMkLst>
          <pc:spChg chg="mod">
            <ac:chgData name="Tal R." userId="03e9e69c0e8a7741" providerId="LiveId" clId="{012321CB-D30F-40A1-894C-E46D43B30E68}" dt="2025-11-22T13:03:22.176" v="33396" actId="3064"/>
            <ac:spMkLst>
              <pc:docMk/>
              <pc:sldMasterMk cId="443307082" sldId="2147483648"/>
              <pc:sldLayoutMk cId="2285841394" sldId="2147483650"/>
              <ac:spMk id="3" creationId="{36E91B60-7897-7630-1583-F7AB58541EB6}"/>
            </ac:spMkLst>
          </pc:spChg>
          <pc:spChg chg="mod">
            <ac:chgData name="Tal R." userId="03e9e69c0e8a7741" providerId="LiveId" clId="{012321CB-D30F-40A1-894C-E46D43B30E68}" dt="2025-11-22T13:07:12.039" v="33423" actId="255"/>
            <ac:spMkLst>
              <pc:docMk/>
              <pc:sldMasterMk cId="443307082" sldId="2147483648"/>
              <pc:sldLayoutMk cId="2285841394" sldId="2147483650"/>
              <ac:spMk id="5" creationId="{A5F67D86-B813-2EB6-2AD8-530BF918B2AD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6FBB33-3A7B-FD1A-B843-871C484E72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 dirty="0">
              <a:latin typeface="Calibri" panose="020F050202020403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011B8-0A54-70FB-27EE-859898B6D4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6DF34-C585-4C12-B178-D0C47CBC4446}" type="datetimeFigureOut">
              <a:rPr lang="en-IL" smtClean="0">
                <a:latin typeface="Calibri" panose="020F0502020204030204" pitchFamily="34" charset="0"/>
              </a:rPr>
              <a:t>11/29/2025</a:t>
            </a:fld>
            <a:endParaRPr lang="en-IL" dirty="0">
              <a:latin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E307D-D58C-B4B0-EA84-20C9CE1875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 dirty="0">
              <a:latin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60314-03A1-2682-2FD8-AF8F93F321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66A7A-8D44-413F-979F-54C810EDD798}" type="slidenum">
              <a:rPr lang="en-IL" smtClean="0">
                <a:latin typeface="Calibri" panose="020F0502020204030204" pitchFamily="34" charset="0"/>
              </a:rPr>
              <a:t>‹#›</a:t>
            </a:fld>
            <a:endParaRPr lang="en-IL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19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LID4096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45E4470E-428A-49A2-9F21-2FC2656C022F}" type="datetimeFigureOut">
              <a:rPr lang="LID4096" smtClean="0"/>
              <a:pPr/>
              <a:t>11/29/2025</a:t>
            </a:fld>
            <a:endParaRPr lang="LID4096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23455DA9-2505-44F6-AA4C-A32366DA151B}" type="slidenum">
              <a:rPr lang="LID4096" smtClean="0"/>
              <a:pPr/>
              <a:t>‹#›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74417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B2F18ED-7451-038C-1D76-A9F0FDCAE0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94726" y="818971"/>
            <a:ext cx="7067314" cy="554894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63AC67B-A509-166B-C5CC-2EF767155503}"/>
              </a:ext>
            </a:extLst>
          </p:cNvPr>
          <p:cNvSpPr/>
          <p:nvPr userDrawn="1"/>
        </p:nvSpPr>
        <p:spPr>
          <a:xfrm>
            <a:off x="3304148" y="4845696"/>
            <a:ext cx="5245347" cy="923330"/>
          </a:xfrm>
          <a:prstGeom prst="rect">
            <a:avLst/>
          </a:prstGeom>
          <a:noFill/>
        </p:spPr>
        <p:txBody>
          <a:bodyPr wrap="none" lIns="91440" tIns="45720" rIns="91440" bIns="45720" anchor="ctr" anchorCtr="0">
            <a:spAutoFit/>
          </a:bodyPr>
          <a:lstStyle/>
          <a:p>
            <a:pPr algn="ctr"/>
            <a:r>
              <a:rPr lang="he-IL" sz="5400" b="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alibri" panose="020F0502020204030204" pitchFamily="34" charset="0"/>
              </a:rPr>
              <a:t>קורס תכנות מערכות</a:t>
            </a:r>
            <a:endParaRPr lang="LID4096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CourseTitle" descr="Slide title in Hebrew">
            <a:extLst>
              <a:ext uri="{FF2B5EF4-FFF2-40B4-BE49-F238E27FC236}">
                <a16:creationId xmlns:a16="http://schemas.microsoft.com/office/drawing/2014/main" id="{75400D95-AE9F-826B-7C3A-A9F2F1391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960" y="549275"/>
            <a:ext cx="7667536" cy="2789724"/>
          </a:xfrm>
          <a:prstGeom prst="rect">
            <a:avLst/>
          </a:prstGeom>
        </p:spPr>
        <p:txBody>
          <a:bodyPr wrap="none" tIns="0" bIns="0" anchor="ctr" anchorCtr="0">
            <a:normAutofit/>
          </a:bodyPr>
          <a:lstStyle>
            <a:lvl1pPr algn="r" rtl="1">
              <a:defRPr lang="he-IL" sz="96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r" rtl="1"/>
            <a:endParaRPr lang="he-IL" sz="60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714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HebrewTitle" descr="Slide title in Hebrew">
            <a:extLst>
              <a:ext uri="{FF2B5EF4-FFF2-40B4-BE49-F238E27FC236}">
                <a16:creationId xmlns:a16="http://schemas.microsoft.com/office/drawing/2014/main" id="{36E91B60-7897-7630-1583-F7AB58541E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1395" y="458966"/>
            <a:ext cx="7740652" cy="720009"/>
          </a:xfrm>
          <a:prstGeom prst="rect">
            <a:avLst/>
          </a:prstGeom>
        </p:spPr>
        <p:txBody>
          <a:bodyPr wrap="none" tIns="0" bIns="0" anchor="ctr" anchorCtr="0">
            <a:normAutofit/>
          </a:bodyPr>
          <a:lstStyle>
            <a:lvl1pPr algn="r" rtl="1">
              <a:defRPr lang="he-IL" sz="60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r" rtl="1">
              <a:spcBef>
                <a:spcPts val="0"/>
              </a:spcBef>
              <a:buNone/>
            </a:pPr>
            <a:r>
              <a:rPr lang="he-IL" dirty="0"/>
              <a:t>נושא השקופית</a:t>
            </a:r>
          </a:p>
        </p:txBody>
      </p:sp>
      <p:sp>
        <p:nvSpPr>
          <p:cNvPr id="5" name="!!Content">
            <a:extLst>
              <a:ext uri="{FF2B5EF4-FFF2-40B4-BE49-F238E27FC236}">
                <a16:creationId xmlns:a16="http://schemas.microsoft.com/office/drawing/2014/main" id="{A5F67D86-B813-2EB6-2AD8-530BF918B2A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81394" y="1448979"/>
            <a:ext cx="7740652" cy="51296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rtl="1">
              <a:buFont typeface="Arial" panose="020B0604020202020204" pitchFamily="34" charset="0"/>
              <a:buNone/>
              <a:defRPr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he-IL" dirty="0"/>
              <a:t>תוכן</a:t>
            </a:r>
            <a:endParaRPr lang="en-US" dirty="0"/>
          </a:p>
          <a:p>
            <a:pPr lvl="0"/>
            <a:r>
              <a:rPr lang="en-US" dirty="0"/>
              <a:t>content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85841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BlueRectangle">
            <a:extLst>
              <a:ext uri="{FF2B5EF4-FFF2-40B4-BE49-F238E27FC236}">
                <a16:creationId xmlns:a16="http://schemas.microsoft.com/office/drawing/2014/main" id="{C2DBB14B-EEC3-2DB0-F986-1D4CB3A9C521}"/>
              </a:ext>
            </a:extLst>
          </p:cNvPr>
          <p:cNvSpPr/>
          <p:nvPr userDrawn="1"/>
        </p:nvSpPr>
        <p:spPr bwMode="gray">
          <a:xfrm>
            <a:off x="8892048" y="0"/>
            <a:ext cx="251952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 sz="1800" dirty="0">
              <a:latin typeface="Calibri" panose="020F0502020204030204" pitchFamily="34" charset="0"/>
            </a:endParaRPr>
          </a:p>
        </p:txBody>
      </p:sp>
      <p:sp>
        <p:nvSpPr>
          <p:cNvPr id="8" name="LeftLightBlueRectangle">
            <a:extLst>
              <a:ext uri="{FF2B5EF4-FFF2-40B4-BE49-F238E27FC236}">
                <a16:creationId xmlns:a16="http://schemas.microsoft.com/office/drawing/2014/main" id="{36A35963-74BA-CFBC-ECAA-C9D962DD03BB}"/>
              </a:ext>
            </a:extLst>
          </p:cNvPr>
          <p:cNvSpPr/>
          <p:nvPr userDrawn="1"/>
        </p:nvSpPr>
        <p:spPr bwMode="ltGray">
          <a:xfrm>
            <a:off x="341950" y="0"/>
            <a:ext cx="3600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 dirty="0">
              <a:latin typeface="Calibri" panose="020F0502020204030204" pitchFamily="34" charset="0"/>
            </a:endParaRPr>
          </a:p>
        </p:txBody>
      </p:sp>
      <p:sp>
        <p:nvSpPr>
          <p:cNvPr id="9" name="LeftBlueRectangle">
            <a:extLst>
              <a:ext uri="{FF2B5EF4-FFF2-40B4-BE49-F238E27FC236}">
                <a16:creationId xmlns:a16="http://schemas.microsoft.com/office/drawing/2014/main" id="{4F015265-AF27-200C-4895-6752E9BFE9A5}"/>
              </a:ext>
            </a:extLst>
          </p:cNvPr>
          <p:cNvSpPr/>
          <p:nvPr userDrawn="1"/>
        </p:nvSpPr>
        <p:spPr bwMode="gray">
          <a:xfrm>
            <a:off x="-4334" y="0"/>
            <a:ext cx="346287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 dirty="0">
              <a:latin typeface="Calibri" panose="020F0502020204030204" pitchFamily="34" charset="0"/>
            </a:endParaRPr>
          </a:p>
        </p:txBody>
      </p:sp>
      <p:cxnSp>
        <p:nvCxnSpPr>
          <p:cNvPr id="10" name="VerticalLineMidLogo">
            <a:extLst>
              <a:ext uri="{FF2B5EF4-FFF2-40B4-BE49-F238E27FC236}">
                <a16:creationId xmlns:a16="http://schemas.microsoft.com/office/drawing/2014/main" id="{656F6BDD-33C7-67F9-B411-2DDC5AA97049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34195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HorizontalLineAboveLogo">
            <a:extLst>
              <a:ext uri="{FF2B5EF4-FFF2-40B4-BE49-F238E27FC236}">
                <a16:creationId xmlns:a16="http://schemas.microsoft.com/office/drawing/2014/main" id="{8B92081E-31C5-CAF2-9A81-0FF4B3064B25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548968"/>
            <a:ext cx="706729" cy="0"/>
          </a:xfrm>
          <a:prstGeom prst="line">
            <a:avLst/>
          </a:prstGeom>
          <a:blipFill>
            <a:blip r:embed="rId4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HorizontalLineBelowLogo">
            <a:extLst>
              <a:ext uri="{FF2B5EF4-FFF2-40B4-BE49-F238E27FC236}">
                <a16:creationId xmlns:a16="http://schemas.microsoft.com/office/drawing/2014/main" id="{37FEAC9E-A90B-0495-D4E9-530C0C874AA0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1549232"/>
            <a:ext cx="706729" cy="0"/>
          </a:xfrm>
          <a:prstGeom prst="line">
            <a:avLst/>
          </a:prstGeom>
          <a:blipFill>
            <a:blip r:embed="rId4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175CC09-1E32-D0CD-29D9-E2E1C1E1E15D}"/>
              </a:ext>
            </a:extLst>
          </p:cNvPr>
          <p:cNvSpPr txBox="1"/>
          <p:nvPr userDrawn="1"/>
        </p:nvSpPr>
        <p:spPr>
          <a:xfrm>
            <a:off x="806090" y="6550223"/>
            <a:ext cx="8858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Tal Raveh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443307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98D00-06F6-E602-6C47-76C2BA233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פרק </a:t>
            </a:r>
            <a:r>
              <a:rPr lang="en-US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7</a:t>
            </a:r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:</a:t>
            </a:r>
            <a:br>
              <a:rPr lang="en-US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</a:br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חזרה ל </a:t>
            </a:r>
            <a:r>
              <a:rPr lang="en-US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Java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1CB35B-095F-4677-0CAC-099D1BC04859}"/>
              </a:ext>
            </a:extLst>
          </p:cNvPr>
          <p:cNvSpPr txBox="1"/>
          <p:nvPr/>
        </p:nvSpPr>
        <p:spPr>
          <a:xfrm>
            <a:off x="881960" y="3834236"/>
            <a:ext cx="76675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32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חזרה על השפה, מודל הריצה, ומבנה התוכנית</a:t>
            </a:r>
            <a:endParaRPr lang="LID4096" sz="32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chemeClr val="tx2">
                  <a:lumMod val="60000"/>
                  <a:lumOff val="40000"/>
                </a:schemeClr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98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79EC3-7316-FA0B-69F3-1B575ED58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mputer screen with text and gears&#10;&#10;AI-generated content may be incorrect.">
            <a:extLst>
              <a:ext uri="{FF2B5EF4-FFF2-40B4-BE49-F238E27FC236}">
                <a16:creationId xmlns:a16="http://schemas.microsoft.com/office/drawing/2014/main" id="{6F117CD7-FC63-FD77-2707-18665ED352E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033" y="300293"/>
            <a:ext cx="4770053" cy="318003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C3ADC74-5CC5-8375-E8EC-0154E2582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 dirty="0">
                <a:effectLst/>
              </a:rPr>
              <a:t>למה </a:t>
            </a:r>
            <a:r>
              <a:rPr lang="en-US" dirty="0">
                <a:effectLst/>
              </a:rPr>
              <a:t>Java</a:t>
            </a:r>
            <a:r>
              <a:rPr lang="he-IL" dirty="0">
                <a:effectLst/>
              </a:rPr>
              <a:t>?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2E4C08-5A51-738B-F5FA-5F2F6A6C3C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628979"/>
            <a:ext cx="7740652" cy="4949621"/>
          </a:xfrm>
        </p:spPr>
        <p:txBody>
          <a:bodyPr/>
          <a:lstStyle/>
          <a:p>
            <a:r>
              <a:rPr lang="he-IL" b="1" u="sng" dirty="0"/>
              <a:t>יתרונות </a:t>
            </a:r>
            <a:r>
              <a:rPr lang="he-IL" b="1" u="sng" dirty="0" err="1"/>
              <a:t>וחוזקים</a:t>
            </a:r>
            <a:endParaRPr lang="he-IL" b="1" u="sng" dirty="0"/>
          </a:p>
          <a:p>
            <a:r>
              <a:rPr lang="he-IL" dirty="0"/>
              <a:t>רצה על מכונה ווירטואלית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מתאימה בקלות לכל מערכת הפעלה</a:t>
            </a:r>
          </a:p>
          <a:p>
            <a:r>
              <a:rPr lang="he-IL" dirty="0"/>
              <a:t>ניהול הזיכרון אוטומטי בעזרת מנגנון </a:t>
            </a:r>
            <a:r>
              <a:rPr lang="he-IL" dirty="0" err="1"/>
              <a:t>איסוף־האשפה</a:t>
            </a:r>
            <a:endParaRPr lang="he-I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מפחית שגיאות ומקל על הפיתוח</a:t>
            </a:r>
          </a:p>
          <a:p>
            <a:r>
              <a:rPr lang="he-IL" dirty="0"/>
              <a:t>מודל מונחה-עצמים ברור ועקבי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מאפשר בנייה של מערכות גדולות ומודולריות</a:t>
            </a:r>
          </a:p>
          <a:p>
            <a:r>
              <a:rPr lang="he-IL" dirty="0"/>
              <a:t>נפוצה מאוד בהרבה תחומים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בעולם השרתים / מערכות תשתית / שירותים ארגוניים</a:t>
            </a:r>
          </a:p>
        </p:txBody>
      </p:sp>
    </p:spTree>
    <p:extLst>
      <p:ext uri="{BB962C8B-B14F-4D97-AF65-F5344CB8AC3E}">
        <p14:creationId xmlns:p14="http://schemas.microsoft.com/office/powerpoint/2010/main" val="1381872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rawing of a diagram of a document and gear">
            <a:extLst>
              <a:ext uri="{FF2B5EF4-FFF2-40B4-BE49-F238E27FC236}">
                <a16:creationId xmlns:a16="http://schemas.microsoft.com/office/drawing/2014/main" id="{D280DD7A-C686-1788-1962-8BB1A9CCFCC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57" y="458966"/>
            <a:ext cx="5805065" cy="3870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B557CB-01BF-DEF3-EE83-A7814442B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קומפילציה והרצה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F1979-10FC-3472-DB52-0030F63E82B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808981"/>
            <a:ext cx="7740652" cy="4769619"/>
          </a:xfrm>
        </p:spPr>
        <p:txBody>
          <a:bodyPr/>
          <a:lstStyle/>
          <a:p>
            <a:r>
              <a:rPr lang="he-IL" b="1" u="sng" dirty="0"/>
              <a:t>מאפיינים</a:t>
            </a:r>
            <a:endParaRPr lang="en-US" b="1" u="sng" dirty="0"/>
          </a:p>
          <a:p>
            <a:r>
              <a:rPr lang="he-IL" dirty="0"/>
              <a:t>שמות הקבצים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הקוד בקובץ עם סיומת </a:t>
            </a:r>
            <a:r>
              <a:rPr lang="en-US" dirty="0"/>
              <a:t>java</a:t>
            </a:r>
            <a:endParaRPr lang="he-I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מקומפל לקובץ בייטקוד עם סיומת </a:t>
            </a:r>
            <a:r>
              <a:rPr lang="en-US" dirty="0"/>
              <a:t>class</a:t>
            </a:r>
          </a:p>
          <a:p>
            <a:r>
              <a:rPr lang="he-IL" dirty="0"/>
              <a:t>בייטקוד (</a:t>
            </a:r>
            <a:r>
              <a:rPr lang="en-US" dirty="0"/>
              <a:t>bytecode</a:t>
            </a:r>
            <a:r>
              <a:rPr lang="he-IL" dirty="0"/>
              <a:t>)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"שפת מכונה" של המכונה הווירטואלית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לא תלוי במערכת הפעלה או מעבד</a:t>
            </a:r>
          </a:p>
          <a:p>
            <a:r>
              <a:rPr lang="he-IL" dirty="0"/>
              <a:t>תהליך הריצה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המכונה הווירטואלית טוענת את הבייטקוד ומריצה אותו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במהלך הריצה מופעלת קומפילציה בזמן אמיתי (</a:t>
            </a:r>
            <a:r>
              <a:rPr lang="en-US" dirty="0"/>
              <a:t>JIT compiler</a:t>
            </a:r>
            <a:r>
              <a:rPr lang="he-IL" dirty="0"/>
              <a:t>)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406188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EC89C-5ECE-0508-C59B-863BE919D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ine of icons and symbols">
            <a:extLst>
              <a:ext uri="{FF2B5EF4-FFF2-40B4-BE49-F238E27FC236}">
                <a16:creationId xmlns:a16="http://schemas.microsoft.com/office/drawing/2014/main" id="{25D39DA5-12E1-A8C7-458D-376FDFD8E3E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58" y="638969"/>
            <a:ext cx="5768295" cy="38455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A49353-6210-1EEE-6389-88AFC865B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קומפילציה והרצה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9EEA5-7083-2E77-8404-74DF1E00DE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448978"/>
            <a:ext cx="7740652" cy="5039622"/>
          </a:xfrm>
        </p:spPr>
        <p:txBody>
          <a:bodyPr>
            <a:noAutofit/>
          </a:bodyPr>
          <a:lstStyle/>
          <a:p>
            <a:r>
              <a:rPr lang="he-IL" b="1" u="sng" dirty="0"/>
              <a:t>מטרת הקומפילציה</a:t>
            </a:r>
            <a:endParaRPr lang="en-US" b="1" u="sng" dirty="0"/>
          </a:p>
          <a:p>
            <a:r>
              <a:rPr lang="he-IL" dirty="0"/>
              <a:t>בדיקת תקינות וסמנטיקה: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בדיקת טיפוסים מלאה (</a:t>
            </a:r>
            <a:r>
              <a:rPr lang="en-US" dirty="0"/>
              <a:t>type-safety</a:t>
            </a:r>
            <a:r>
              <a:rPr lang="he-IL" dirty="0"/>
              <a:t>)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בקרת גישה (</a:t>
            </a:r>
            <a:r>
              <a:rPr lang="en-US" dirty="0"/>
              <a:t>public, private</a:t>
            </a:r>
            <a:r>
              <a:rPr lang="he-IL" dirty="0"/>
              <a:t> וכו')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בדיקת התאמה בין ארגומנטים לפרמטרים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בדיקת חריגות (</a:t>
            </a:r>
            <a:r>
              <a:rPr lang="en-US" dirty="0"/>
              <a:t>exceptions</a:t>
            </a:r>
            <a:r>
              <a:rPr lang="he-IL" dirty="0"/>
              <a:t>)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בדיקת הורשה וממשקים</a:t>
            </a:r>
          </a:p>
          <a:p>
            <a:pPr marL="285750" indent="-2857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בדיקת שמשתנים מאותחלים לפני שימוש</a:t>
            </a:r>
          </a:p>
          <a:p>
            <a:r>
              <a:rPr lang="he-IL" dirty="0"/>
              <a:t>ביצוע ניתוח מקדים ובניית טבלאות </a:t>
            </a:r>
            <a:r>
              <a:rPr lang="en-US" dirty="0"/>
              <a:t>meta-data</a:t>
            </a:r>
            <a:endParaRPr lang="he-IL"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קבועים / טיפוסים / שמות (מחלקות, מתודות, שדות) / חתימות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מאפשר את ניהול הזיכרון וקוד דינאמי (</a:t>
            </a:r>
            <a:r>
              <a:rPr lang="en-US" dirty="0"/>
              <a:t>reflection</a:t>
            </a:r>
            <a:r>
              <a:rPr lang="he-IL" dirty="0"/>
              <a:t>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ביצוע </a:t>
            </a:r>
            <a:r>
              <a:rPr lang="he-IL" dirty="0" err="1"/>
              <a:t>אופטימיזציות</a:t>
            </a:r>
            <a:r>
              <a:rPr lang="he-IL" dirty="0"/>
              <a:t> בזמן ריצה (</a:t>
            </a:r>
            <a:r>
              <a:rPr lang="en-US" dirty="0"/>
              <a:t>JIT compiler</a:t>
            </a:r>
            <a:r>
              <a:rPr lang="he-IL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0955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DA993-2988-5852-E25E-7914AD7E9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light bulb and notepad with text">
            <a:extLst>
              <a:ext uri="{FF2B5EF4-FFF2-40B4-BE49-F238E27FC236}">
                <a16:creationId xmlns:a16="http://schemas.microsoft.com/office/drawing/2014/main" id="{74B6F7B6-E9DE-099B-B2BB-268CD2D63A9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66" y="98963"/>
            <a:ext cx="3870043" cy="63355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714F08-2C14-A30D-B195-E63DE00D9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קומפילציה והרצה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E2D6-D376-4479-C69A-C72F5720D67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r>
              <a:rPr lang="he-IL" b="1" u="sng" dirty="0"/>
              <a:t>מטרת הקומפילציה</a:t>
            </a:r>
            <a:endParaRPr lang="en-US" b="1" u="sng" dirty="0"/>
          </a:p>
          <a:p>
            <a:r>
              <a:rPr lang="he-IL" dirty="0"/>
              <a:t>צמצום ודחיסת הקוד</a:t>
            </a:r>
          </a:p>
          <a:p>
            <a:r>
              <a:rPr lang="he-IL" dirty="0"/>
              <a:t>בייטקוד הוא </a:t>
            </a:r>
            <a:r>
              <a:rPr lang="he-IL" u="sng" dirty="0"/>
              <a:t>הפיך</a:t>
            </a:r>
            <a:r>
              <a:rPr lang="he-IL" dirty="0"/>
              <a:t> (ברובו)...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שמות מחלקות, חבילות, שדות, מתודות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טיפוסים, חתימות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מבנה הירושה, בקרת הגישה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מבני בקרת-זרימה (</a:t>
            </a:r>
            <a:r>
              <a:rPr lang="en-US" dirty="0"/>
              <a:t>if, while, for, switch</a:t>
            </a:r>
            <a:r>
              <a:rPr lang="he-IL" dirty="0"/>
              <a:t> וכו')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מבנה כללי של כל מתודה</a:t>
            </a:r>
          </a:p>
          <a:p>
            <a:r>
              <a:rPr lang="he-IL" dirty="0"/>
              <a:t>מה לא הפיך?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dirty="0"/>
              <a:t>שמות משתנים במחסנית (אלא אם הוכנס </a:t>
            </a:r>
            <a:r>
              <a:rPr lang="en-US" dirty="0"/>
              <a:t>debug info</a:t>
            </a:r>
            <a:r>
              <a:rPr lang="he-IL" dirty="0"/>
              <a:t>)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dirty="0"/>
              <a:t>הערות בקוד, ריווח, הזחה, שורות חדשות, שורות ריקות, </a:t>
            </a:r>
            <a:r>
              <a:rPr lang="he-IL" dirty="0" err="1"/>
              <a:t>וכיוצ"ב</a:t>
            </a:r>
            <a:endParaRPr lang="he-IL" dirty="0"/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dirty="0"/>
              <a:t>טיפוסים גנריים (</a:t>
            </a:r>
            <a:r>
              <a:rPr lang="en-US" dirty="0"/>
              <a:t>generic type erasure</a:t>
            </a:r>
            <a:r>
              <a:rPr lang="he-IL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89980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C1271-4A26-1C9D-8782-53E8E0F3D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0AC5-ECD9-183E-2DD6-BB046A8B8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קומפילציה והרצה</a:t>
            </a:r>
            <a:endParaRPr lang="LID4096" dirty="0"/>
          </a:p>
        </p:txBody>
      </p:sp>
      <p:graphicFrame>
        <p:nvGraphicFramePr>
          <p:cNvPr id="6" name="!!hello.java">
            <a:extLst>
              <a:ext uri="{FF2B5EF4-FFF2-40B4-BE49-F238E27FC236}">
                <a16:creationId xmlns:a16="http://schemas.microsoft.com/office/drawing/2014/main" id="{64335F03-908B-0A79-0DE8-70B14B779E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106089"/>
              </p:ext>
            </p:extLst>
          </p:nvPr>
        </p:nvGraphicFramePr>
        <p:xfrm>
          <a:off x="1061961" y="1046480"/>
          <a:ext cx="7470083" cy="238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70083">
                  <a:extLst>
                    <a:ext uri="{9D8B030D-6E8A-4147-A177-3AD203B41FA5}">
                      <a16:colId xmlns:a16="http://schemas.microsoft.com/office/drawing/2014/main" val="4160653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/>
                        <a:t>Hello.java</a:t>
                      </a:r>
                      <a:endParaRPr lang="LID4096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87755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Hello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4876D6"/>
                          </a:solidFill>
                          <a:effectLst/>
                          <a:latin typeface="Consolas" panose="020B0609020204030204" pitchFamily="49" charset="0"/>
                        </a:rPr>
                        <a:t>main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[] </a:t>
                      </a:r>
                      <a:r>
                        <a:rPr lang="en-US" b="0" dirty="0" err="1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args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4876D6"/>
                          </a:solidFill>
                          <a:effectLst/>
                          <a:latin typeface="Consolas" panose="020B0609020204030204" pitchFamily="49" charset="0"/>
                        </a:rPr>
                        <a:t>hello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>
                          <a:solidFill>
                            <a:srgbClr val="C96765"/>
                          </a:solidFill>
                          <a:effectLst/>
                          <a:latin typeface="Consolas" panose="020B0609020204030204" pitchFamily="49" charset="0"/>
                        </a:rPr>
                        <a:t>Hello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, java 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>
                          <a:solidFill>
                            <a:srgbClr val="C96765"/>
                          </a:solidFill>
                          <a:effectLst/>
                          <a:latin typeface="Consolas" panose="020B0609020204030204" pitchFamily="49" charset="0"/>
                        </a:rPr>
                        <a:t>Java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b="0" dirty="0">
                          <a:solidFill>
                            <a:srgbClr val="989FB1"/>
                          </a:solidFill>
                          <a:effectLst/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en-US" b="0" dirty="0">
                          <a:solidFill>
                            <a:srgbClr val="939DBB"/>
                          </a:solidFill>
                          <a:effectLst/>
                          <a:latin typeface="Consolas" panose="020B0609020204030204" pitchFamily="49" charset="0"/>
                        </a:rPr>
                        <a:t> Say hi!</a:t>
                      </a:r>
                      <a:endParaRPr lang="en-US" b="0" dirty="0">
                        <a:solidFill>
                          <a:srgbClr val="403F53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b="0" dirty="0" err="1">
                          <a:solidFill>
                            <a:srgbClr val="4876D6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en-US" b="0" dirty="0" err="1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b="0" dirty="0" err="1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out</a:t>
                      </a:r>
                      <a:r>
                        <a:rPr lang="en-US" b="0" dirty="0" err="1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b="0" dirty="0" err="1">
                          <a:solidFill>
                            <a:srgbClr val="4876D6"/>
                          </a:solidFill>
                          <a:effectLst/>
                          <a:latin typeface="Consolas" panose="020B0609020204030204" pitchFamily="49" charset="0"/>
                        </a:rPr>
                        <a:t>println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hello 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+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>
                          <a:solidFill>
                            <a:srgbClr val="C96765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+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java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8068869"/>
                  </a:ext>
                </a:extLst>
              </a:tr>
            </a:tbl>
          </a:graphicData>
        </a:graphic>
      </p:graphicFrame>
      <p:graphicFrame>
        <p:nvGraphicFramePr>
          <p:cNvPr id="10" name="hello.class">
            <a:extLst>
              <a:ext uri="{FF2B5EF4-FFF2-40B4-BE49-F238E27FC236}">
                <a16:creationId xmlns:a16="http://schemas.microsoft.com/office/drawing/2014/main" id="{9C642B95-6A20-7EAE-8BEA-C26C22DA4E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280188"/>
              </p:ext>
            </p:extLst>
          </p:nvPr>
        </p:nvGraphicFramePr>
        <p:xfrm>
          <a:off x="1061961" y="3521001"/>
          <a:ext cx="7470083" cy="29680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70083">
                  <a:extLst>
                    <a:ext uri="{9D8B030D-6E8A-4147-A177-3AD203B41FA5}">
                      <a16:colId xmlns:a16="http://schemas.microsoft.com/office/drawing/2014/main" val="4160653923"/>
                    </a:ext>
                  </a:extLst>
                </a:gridCol>
              </a:tblGrid>
              <a:tr h="394782"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</a:pPr>
                      <a:r>
                        <a:rPr lang="en-US" dirty="0" err="1"/>
                        <a:t>Hello.class</a:t>
                      </a:r>
                      <a:r>
                        <a:rPr lang="en-US" dirty="0"/>
                        <a:t> (decompiled!)</a:t>
                      </a:r>
                      <a:endParaRPr lang="LID4096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87755397"/>
                  </a:ext>
                </a:extLst>
              </a:tr>
              <a:tr h="25732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b="0" i="1" dirty="0">
                          <a:solidFill>
                            <a:srgbClr val="989FB1"/>
                          </a:solidFill>
                          <a:effectLst/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en-US" b="0" i="1" dirty="0">
                          <a:solidFill>
                            <a:srgbClr val="939DBB"/>
                          </a:solidFill>
                          <a:effectLst/>
                          <a:latin typeface="Consolas" panose="020B0609020204030204" pitchFamily="49" charset="0"/>
                        </a:rPr>
                        <a:t> Source code is decompiled from a .class file</a:t>
                      </a:r>
                      <a:endParaRPr lang="en-US" b="0" dirty="0">
                        <a:solidFill>
                          <a:srgbClr val="403F53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b="0" i="1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i="1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Hello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   </a:t>
                      </a:r>
                      <a:r>
                        <a:rPr lang="en-US" b="0" i="1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i="1" dirty="0">
                          <a:solidFill>
                            <a:srgbClr val="4876D6"/>
                          </a:solidFill>
                          <a:effectLst/>
                          <a:latin typeface="Consolas" panose="020B0609020204030204" pitchFamily="49" charset="0"/>
                        </a:rPr>
                        <a:t>Hello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()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{}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   </a:t>
                      </a:r>
                      <a:r>
                        <a:rPr lang="en-US" b="0" i="1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i="1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i="1" dirty="0">
                          <a:solidFill>
                            <a:srgbClr val="4876D6"/>
                          </a:solidFill>
                          <a:effectLst/>
                          <a:latin typeface="Consolas" panose="020B0609020204030204" pitchFamily="49" charset="0"/>
                        </a:rPr>
                        <a:t>main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[] var0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      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4876D6"/>
                          </a:solidFill>
                          <a:effectLst/>
                          <a:latin typeface="Consolas" panose="020B0609020204030204" pitchFamily="49" charset="0"/>
                        </a:rPr>
                        <a:t>var1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>
                          <a:solidFill>
                            <a:srgbClr val="C96765"/>
                          </a:solidFill>
                          <a:effectLst/>
                          <a:latin typeface="Consolas" panose="020B0609020204030204" pitchFamily="49" charset="0"/>
                        </a:rPr>
                        <a:t>Hello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      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4876D6"/>
                          </a:solidFill>
                          <a:effectLst/>
                          <a:latin typeface="Consolas" panose="020B0609020204030204" pitchFamily="49" charset="0"/>
                        </a:rPr>
                        <a:t>var2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>
                          <a:solidFill>
                            <a:srgbClr val="C96765"/>
                          </a:solidFill>
                          <a:effectLst/>
                          <a:latin typeface="Consolas" panose="020B0609020204030204" pitchFamily="49" charset="0"/>
                        </a:rPr>
                        <a:t>Java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      </a:t>
                      </a:r>
                      <a:r>
                        <a:rPr lang="en-US" b="0" dirty="0" err="1">
                          <a:solidFill>
                            <a:srgbClr val="4876D6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en-US" b="0" dirty="0" err="1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b="0" i="1" dirty="0" err="1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out</a:t>
                      </a:r>
                      <a:r>
                        <a:rPr lang="en-US" b="0" dirty="0" err="1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b="0" i="1" dirty="0" err="1">
                          <a:solidFill>
                            <a:srgbClr val="4876D6"/>
                          </a:solidFill>
                          <a:effectLst/>
                          <a:latin typeface="Consolas" panose="020B0609020204030204" pitchFamily="49" charset="0"/>
                        </a:rPr>
                        <a:t>println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var1 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+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>
                          <a:solidFill>
                            <a:srgbClr val="C96765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+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var2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   }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8068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8479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4D747-1327-A455-31F2-9FCB89C96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C589C-131E-EFDF-8B1F-8DDBFA062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קומפילציה והרצה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189B7-A24F-D911-2958-04917EC916B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r>
              <a:rPr lang="he-IL" b="1" u="sng" dirty="0"/>
              <a:t>מבנה תוכנית בסיסי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כל תוכנית חייבת להכיל לפחות מחלקה אחת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חייבת להיות פונקציית </a:t>
            </a:r>
            <a:r>
              <a:rPr lang="en-US" dirty="0"/>
              <a:t>main</a:t>
            </a:r>
            <a:r>
              <a:rPr lang="he-IL" dirty="0"/>
              <a:t> אחת לפחות (בתוך מחלקה כלשהי)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הקוד נמצא רק במחלקות (אין פונקציות "חופשיות" או משתנים גלובליים)</a:t>
            </a:r>
          </a:p>
        </p:txBody>
      </p:sp>
      <p:graphicFrame>
        <p:nvGraphicFramePr>
          <p:cNvPr id="4" name="!!hello.java">
            <a:extLst>
              <a:ext uri="{FF2B5EF4-FFF2-40B4-BE49-F238E27FC236}">
                <a16:creationId xmlns:a16="http://schemas.microsoft.com/office/drawing/2014/main" id="{A3FAB36B-ED09-C357-A3B4-B2F173121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1393"/>
              </p:ext>
            </p:extLst>
          </p:nvPr>
        </p:nvGraphicFramePr>
        <p:xfrm>
          <a:off x="1061961" y="3338999"/>
          <a:ext cx="7470083" cy="238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70083">
                  <a:extLst>
                    <a:ext uri="{9D8B030D-6E8A-4147-A177-3AD203B41FA5}">
                      <a16:colId xmlns:a16="http://schemas.microsoft.com/office/drawing/2014/main" val="4160653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/>
                        <a:t>Hello.java</a:t>
                      </a:r>
                      <a:endParaRPr lang="LID4096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87755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Hello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4876D6"/>
                          </a:solidFill>
                          <a:effectLst/>
                          <a:latin typeface="Consolas" panose="020B0609020204030204" pitchFamily="49" charset="0"/>
                        </a:rPr>
                        <a:t>main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[] </a:t>
                      </a:r>
                      <a:r>
                        <a:rPr lang="en-US" b="0" dirty="0" err="1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args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4876D6"/>
                          </a:solidFill>
                          <a:effectLst/>
                          <a:latin typeface="Consolas" panose="020B0609020204030204" pitchFamily="49" charset="0"/>
                        </a:rPr>
                        <a:t>hello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>
                          <a:solidFill>
                            <a:srgbClr val="C96765"/>
                          </a:solidFill>
                          <a:effectLst/>
                          <a:latin typeface="Consolas" panose="020B0609020204030204" pitchFamily="49" charset="0"/>
                        </a:rPr>
                        <a:t>Hello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, java 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>
                          <a:solidFill>
                            <a:srgbClr val="C96765"/>
                          </a:solidFill>
                          <a:effectLst/>
                          <a:latin typeface="Consolas" panose="020B0609020204030204" pitchFamily="49" charset="0"/>
                        </a:rPr>
                        <a:t>Java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b="0" dirty="0">
                          <a:solidFill>
                            <a:srgbClr val="989FB1"/>
                          </a:solidFill>
                          <a:effectLst/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en-US" b="0" dirty="0">
                          <a:solidFill>
                            <a:srgbClr val="939DBB"/>
                          </a:solidFill>
                          <a:effectLst/>
                          <a:latin typeface="Consolas" panose="020B0609020204030204" pitchFamily="49" charset="0"/>
                        </a:rPr>
                        <a:t> Say hi!</a:t>
                      </a:r>
                      <a:endParaRPr lang="en-US" b="0" dirty="0">
                        <a:solidFill>
                          <a:srgbClr val="403F53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b="0" dirty="0" err="1">
                          <a:solidFill>
                            <a:srgbClr val="4876D6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en-US" b="0" dirty="0" err="1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b="0" dirty="0" err="1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out</a:t>
                      </a:r>
                      <a:r>
                        <a:rPr lang="en-US" b="0" dirty="0" err="1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b="0" dirty="0" err="1">
                          <a:solidFill>
                            <a:srgbClr val="4876D6"/>
                          </a:solidFill>
                          <a:effectLst/>
                          <a:latin typeface="Consolas" panose="020B0609020204030204" pitchFamily="49" charset="0"/>
                        </a:rPr>
                        <a:t>println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hello 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+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>
                          <a:solidFill>
                            <a:srgbClr val="C96765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994CC3"/>
                          </a:solidFill>
                          <a:effectLst/>
                          <a:latin typeface="Consolas" panose="020B0609020204030204" pitchFamily="49" charset="0"/>
                        </a:rPr>
                        <a:t>+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 java</a:t>
                      </a:r>
                      <a:r>
                        <a:rPr lang="en-US" b="0" dirty="0">
                          <a:solidFill>
                            <a:srgbClr val="111111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b="0" dirty="0">
                          <a:solidFill>
                            <a:srgbClr val="403F53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8068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5457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DAC1E-1501-EAEA-C3F8-AFED279FD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EE06455-AC60-8A66-CA58-E2AA3D7F2C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331964" y="1268976"/>
            <a:ext cx="7135777" cy="47595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AC27C8-91C2-B6F1-5482-84125826F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טיפוסים ב </a:t>
            </a:r>
            <a:r>
              <a:rPr lang="en-US" dirty="0"/>
              <a:t>Java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D8A58-ADF1-F001-5892-FB660AF2D88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r>
              <a:rPr lang="he-IL" b="1" u="sng" dirty="0"/>
              <a:t>פרימיטיביים </a:t>
            </a:r>
            <a:r>
              <a:rPr lang="he-IL" b="1" u="sng" dirty="0" err="1"/>
              <a:t>ורפרנסים</a:t>
            </a:r>
            <a:endParaRPr lang="he-IL" dirty="0"/>
          </a:p>
          <a:p>
            <a:r>
              <a:rPr lang="he-IL" dirty="0"/>
              <a:t>כל טיפוס שהוא לא אובייקט שאינו שדה של מחלקה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נשמרים במחסנית</a:t>
            </a:r>
          </a:p>
          <a:p>
            <a:r>
              <a:rPr lang="he-IL" b="1" u="sng" dirty="0"/>
              <a:t>אובייקטים ושדות</a:t>
            </a:r>
          </a:p>
          <a:p>
            <a:r>
              <a:rPr lang="he-IL" dirty="0"/>
              <a:t>אובייקטים ושדות (גם אם פרימיטיביים או </a:t>
            </a:r>
            <a:r>
              <a:rPr lang="he-IL" dirty="0" err="1"/>
              <a:t>רפרנסים</a:t>
            </a:r>
            <a:r>
              <a:rPr lang="he-IL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נשמרים בערימה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אובייקטים שונים תמיד נשמרים בנפרד</a:t>
            </a:r>
          </a:p>
          <a:p>
            <a:r>
              <a:rPr lang="he-IL" b="1" u="sng" dirty="0"/>
              <a:t>מחלקות ואובייקטים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המחלקה הבסיסית, </a:t>
            </a:r>
            <a:r>
              <a:rPr lang="he-IL" u="sng" dirty="0"/>
              <a:t>שכולם</a:t>
            </a:r>
            <a:r>
              <a:rPr lang="he-IL" dirty="0"/>
              <a:t> יורשים ממנה, היא המחלקה </a:t>
            </a:r>
            <a:r>
              <a:rPr lang="en-US" dirty="0"/>
              <a:t>Object</a:t>
            </a:r>
            <a:br>
              <a:rPr lang="en-US" dirty="0"/>
            </a:br>
            <a:r>
              <a:rPr lang="he-IL" dirty="0"/>
              <a:t>(כולל מימוש של כמה פונקציות בסיסיות)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u="sng" dirty="0"/>
              <a:t>מחלקה</a:t>
            </a:r>
            <a:r>
              <a:rPr lang="he-IL" dirty="0"/>
              <a:t> היא בעצמה </a:t>
            </a:r>
            <a:r>
              <a:rPr lang="he-IL" u="sng" dirty="0"/>
              <a:t>אובייקט</a:t>
            </a:r>
            <a:r>
              <a:rPr lang="he-IL" dirty="0"/>
              <a:t> בזמן ריצה של המחלקה </a:t>
            </a:r>
            <a:r>
              <a:rPr lang="en-US" dirty="0"/>
              <a:t>Class</a:t>
            </a:r>
            <a:br>
              <a:rPr lang="en-US" dirty="0"/>
            </a:br>
            <a:r>
              <a:rPr lang="he-IL" dirty="0"/>
              <a:t>(מכיל את ה </a:t>
            </a:r>
            <a:r>
              <a:rPr lang="en-US" dirty="0"/>
              <a:t>meta-data</a:t>
            </a:r>
            <a:r>
              <a:rPr lang="he-IL" dirty="0"/>
              <a:t> של המחלקה)</a:t>
            </a:r>
          </a:p>
        </p:txBody>
      </p:sp>
    </p:spTree>
    <p:extLst>
      <p:ext uri="{BB962C8B-B14F-4D97-AF65-F5344CB8AC3E}">
        <p14:creationId xmlns:p14="http://schemas.microsoft.com/office/powerpoint/2010/main" val="3751945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879C6-3BCE-721D-2DFD-A0B155087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9A39BE-1928-18DE-C1B8-3AC10CD7B3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331964" y="1268976"/>
            <a:ext cx="7135777" cy="47595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984C9D-8D5B-92C9-A019-EBD5BDA12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טיפוסים ב </a:t>
            </a:r>
            <a:r>
              <a:rPr lang="en-US" dirty="0"/>
              <a:t>Java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18360-ED7D-BF28-DD56-420D934A943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r>
              <a:rPr lang="he-IL" b="1" u="sng" dirty="0"/>
              <a:t>מערכים</a:t>
            </a:r>
            <a:endParaRPr lang="en-IL" dirty="0"/>
          </a:p>
          <a:p>
            <a:r>
              <a:rPr lang="he-IL" dirty="0"/>
              <a:t>מערך ב </a:t>
            </a:r>
            <a:r>
              <a:rPr lang="en-US" dirty="0"/>
              <a:t>Java</a:t>
            </a:r>
            <a:r>
              <a:rPr lang="he-IL" dirty="0"/>
              <a:t> הוא תמיד אובייקט</a:t>
            </a:r>
            <a:endParaRPr lang="en-I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נשמרים בערימה</a:t>
            </a:r>
            <a:endParaRPr lang="en-I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יש בדיקת גבולות</a:t>
            </a:r>
          </a:p>
          <a:p>
            <a:r>
              <a:rPr lang="he-IL" b="1" u="sng" dirty="0">
                <a:effectLst/>
              </a:rPr>
              <a:t>מערך של פרימיטיביים</a:t>
            </a:r>
          </a:p>
          <a:p>
            <a:r>
              <a:rPr lang="he-IL" dirty="0" err="1"/>
              <a:t>רפרנס</a:t>
            </a:r>
            <a:r>
              <a:rPr lang="he-IL" dirty="0"/>
              <a:t> שמצביע לאובייקט של המערך בערימה</a:t>
            </a:r>
            <a:endParaRPr lang="en-US" dirty="0"/>
          </a:p>
          <a:p>
            <a:r>
              <a:rPr lang="he-IL" dirty="0"/>
              <a:t>למשל, מערך של </a:t>
            </a:r>
            <a:r>
              <a:rPr lang="en-US" dirty="0"/>
              <a:t>int</a:t>
            </a:r>
            <a:r>
              <a:rPr lang="he-IL" dirty="0"/>
              <a:t> נראה משהו כזה:</a:t>
            </a:r>
          </a:p>
          <a:p>
            <a:pPr algn="l" rtl="0"/>
            <a:r>
              <a:rPr lang="en-US" dirty="0">
                <a:effectLst/>
              </a:rPr>
              <a:t>int[] a = new int[10];</a:t>
            </a:r>
            <a:endParaRPr lang="en-IL" dirty="0">
              <a:effectLst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A92018-DEC8-D1EB-8946-A1AF986B1A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676096"/>
              </p:ext>
            </p:extLst>
          </p:nvPr>
        </p:nvGraphicFramePr>
        <p:xfrm>
          <a:off x="925395" y="5038181"/>
          <a:ext cx="756008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12">
                  <a:extLst>
                    <a:ext uri="{9D8B030D-6E8A-4147-A177-3AD203B41FA5}">
                      <a16:colId xmlns:a16="http://schemas.microsoft.com/office/drawing/2014/main" val="3583978699"/>
                    </a:ext>
                  </a:extLst>
                </a:gridCol>
                <a:gridCol w="1080012">
                  <a:extLst>
                    <a:ext uri="{9D8B030D-6E8A-4147-A177-3AD203B41FA5}">
                      <a16:colId xmlns:a16="http://schemas.microsoft.com/office/drawing/2014/main" val="1033264566"/>
                    </a:ext>
                  </a:extLst>
                </a:gridCol>
                <a:gridCol w="1080012">
                  <a:extLst>
                    <a:ext uri="{9D8B030D-6E8A-4147-A177-3AD203B41FA5}">
                      <a16:colId xmlns:a16="http://schemas.microsoft.com/office/drawing/2014/main" val="2578652277"/>
                    </a:ext>
                  </a:extLst>
                </a:gridCol>
                <a:gridCol w="1080012">
                  <a:extLst>
                    <a:ext uri="{9D8B030D-6E8A-4147-A177-3AD203B41FA5}">
                      <a16:colId xmlns:a16="http://schemas.microsoft.com/office/drawing/2014/main" val="2533220584"/>
                    </a:ext>
                  </a:extLst>
                </a:gridCol>
                <a:gridCol w="1080012">
                  <a:extLst>
                    <a:ext uri="{9D8B030D-6E8A-4147-A177-3AD203B41FA5}">
                      <a16:colId xmlns:a16="http://schemas.microsoft.com/office/drawing/2014/main" val="1285431476"/>
                    </a:ext>
                  </a:extLst>
                </a:gridCol>
                <a:gridCol w="1080012">
                  <a:extLst>
                    <a:ext uri="{9D8B030D-6E8A-4147-A177-3AD203B41FA5}">
                      <a16:colId xmlns:a16="http://schemas.microsoft.com/office/drawing/2014/main" val="1284568542"/>
                    </a:ext>
                  </a:extLst>
                </a:gridCol>
                <a:gridCol w="1080012">
                  <a:extLst>
                    <a:ext uri="{9D8B030D-6E8A-4147-A177-3AD203B41FA5}">
                      <a16:colId xmlns:a16="http://schemas.microsoft.com/office/drawing/2014/main" val="8060368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header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length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174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049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1852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9DCE7-8DD2-0DCC-683D-C2B7B0738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9EC4CF05-19AB-FFB1-5AD5-E46FC105B4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331964" y="1268976"/>
            <a:ext cx="7135777" cy="47595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415EC2-9779-D58F-6E95-CD92CE076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טיפוסים ב </a:t>
            </a:r>
            <a:r>
              <a:rPr lang="en-US" dirty="0"/>
              <a:t>Java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D916A-B385-A503-40C4-06921453762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r>
              <a:rPr lang="he-IL" b="1" u="sng" dirty="0">
                <a:effectLst/>
              </a:rPr>
              <a:t>מערך של </a:t>
            </a:r>
            <a:r>
              <a:rPr lang="he-IL" b="1" u="sng" dirty="0" err="1"/>
              <a:t>רפרנסים</a:t>
            </a:r>
            <a:endParaRPr lang="he-IL" b="1" u="sng" dirty="0">
              <a:effectLst/>
            </a:endParaRPr>
          </a:p>
          <a:p>
            <a:r>
              <a:rPr lang="he-IL" dirty="0"/>
              <a:t>כל </a:t>
            </a:r>
            <a:r>
              <a:rPr lang="he-IL" dirty="0" err="1"/>
              <a:t>רפרנס</a:t>
            </a:r>
            <a:r>
              <a:rPr lang="he-IL" dirty="0"/>
              <a:t> מצביע לאובייקט נפרד בערימה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זה אחד החסרונות הגדולים ביותר ב </a:t>
            </a:r>
            <a:r>
              <a:rPr lang="en-US" dirty="0"/>
              <a:t>Java</a:t>
            </a:r>
            <a:endParaRPr lang="he-IL" dirty="0"/>
          </a:p>
          <a:p>
            <a:r>
              <a:rPr lang="he-IL" b="1" u="sng" dirty="0"/>
              <a:t>מערך רב-</a:t>
            </a:r>
            <a:r>
              <a:rPr lang="he-IL" b="1" u="sng" dirty="0" err="1"/>
              <a:t>מימדי</a:t>
            </a:r>
            <a:endParaRPr lang="he-IL" b="1" u="sng" dirty="0"/>
          </a:p>
          <a:p>
            <a:r>
              <a:rPr lang="he-IL" dirty="0"/>
              <a:t>מערך דו-</a:t>
            </a:r>
            <a:r>
              <a:rPr lang="he-IL" dirty="0" err="1"/>
              <a:t>מימדי</a:t>
            </a:r>
            <a:r>
              <a:rPr lang="he-IL" dirty="0"/>
              <a:t> הוא למעשה מערך של אובייקטים שכ"א מהם הוא מערך (וכן הלאה – למערך רב-</a:t>
            </a:r>
            <a:r>
              <a:rPr lang="he-IL" dirty="0" err="1"/>
              <a:t>מימדי</a:t>
            </a:r>
            <a:r>
              <a:rPr lang="he-IL" dirty="0"/>
              <a:t>).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7D339B-4B6E-8131-434B-BE67675850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611534"/>
              </p:ext>
            </p:extLst>
          </p:nvPr>
        </p:nvGraphicFramePr>
        <p:xfrm>
          <a:off x="971395" y="2457950"/>
          <a:ext cx="756008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12">
                  <a:extLst>
                    <a:ext uri="{9D8B030D-6E8A-4147-A177-3AD203B41FA5}">
                      <a16:colId xmlns:a16="http://schemas.microsoft.com/office/drawing/2014/main" val="3583978699"/>
                    </a:ext>
                  </a:extLst>
                </a:gridCol>
                <a:gridCol w="1080012">
                  <a:extLst>
                    <a:ext uri="{9D8B030D-6E8A-4147-A177-3AD203B41FA5}">
                      <a16:colId xmlns:a16="http://schemas.microsoft.com/office/drawing/2014/main" val="1033264566"/>
                    </a:ext>
                  </a:extLst>
                </a:gridCol>
                <a:gridCol w="1080012">
                  <a:extLst>
                    <a:ext uri="{9D8B030D-6E8A-4147-A177-3AD203B41FA5}">
                      <a16:colId xmlns:a16="http://schemas.microsoft.com/office/drawing/2014/main" val="2578652277"/>
                    </a:ext>
                  </a:extLst>
                </a:gridCol>
                <a:gridCol w="1080012">
                  <a:extLst>
                    <a:ext uri="{9D8B030D-6E8A-4147-A177-3AD203B41FA5}">
                      <a16:colId xmlns:a16="http://schemas.microsoft.com/office/drawing/2014/main" val="2533220584"/>
                    </a:ext>
                  </a:extLst>
                </a:gridCol>
                <a:gridCol w="1080012">
                  <a:extLst>
                    <a:ext uri="{9D8B030D-6E8A-4147-A177-3AD203B41FA5}">
                      <a16:colId xmlns:a16="http://schemas.microsoft.com/office/drawing/2014/main" val="1285431476"/>
                    </a:ext>
                  </a:extLst>
                </a:gridCol>
                <a:gridCol w="1080012">
                  <a:extLst>
                    <a:ext uri="{9D8B030D-6E8A-4147-A177-3AD203B41FA5}">
                      <a16:colId xmlns:a16="http://schemas.microsoft.com/office/drawing/2014/main" val="1284568542"/>
                    </a:ext>
                  </a:extLst>
                </a:gridCol>
                <a:gridCol w="1080012">
                  <a:extLst>
                    <a:ext uri="{9D8B030D-6E8A-4147-A177-3AD203B41FA5}">
                      <a16:colId xmlns:a16="http://schemas.microsoft.com/office/drawing/2014/main" val="8060368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header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length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174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04907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C8EF6A4-0365-416E-706D-BD4294BAC9C1}"/>
              </a:ext>
            </a:extLst>
          </p:cNvPr>
          <p:cNvSpPr/>
          <p:nvPr/>
        </p:nvSpPr>
        <p:spPr>
          <a:xfrm>
            <a:off x="1389299" y="3646096"/>
            <a:ext cx="1260014" cy="659309"/>
          </a:xfrm>
          <a:prstGeom prst="rect">
            <a:avLst/>
          </a:prstGeom>
          <a:pattFill prst="pct6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BE4147-9CCE-E26F-C88A-3B742779B636}"/>
              </a:ext>
            </a:extLst>
          </p:cNvPr>
          <p:cNvSpPr/>
          <p:nvPr/>
        </p:nvSpPr>
        <p:spPr>
          <a:xfrm>
            <a:off x="2289310" y="4739414"/>
            <a:ext cx="1260014" cy="659309"/>
          </a:xfrm>
          <a:prstGeom prst="rect">
            <a:avLst/>
          </a:prstGeom>
          <a:pattFill prst="pct6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02CD27-6DA1-EFC2-5F39-460A31242C01}"/>
              </a:ext>
            </a:extLst>
          </p:cNvPr>
          <p:cNvSpPr/>
          <p:nvPr/>
        </p:nvSpPr>
        <p:spPr>
          <a:xfrm>
            <a:off x="4851119" y="3890337"/>
            <a:ext cx="1260014" cy="659309"/>
          </a:xfrm>
          <a:prstGeom prst="rect">
            <a:avLst/>
          </a:prstGeom>
          <a:pattFill prst="pct6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2AAC82-31DC-C178-1A68-1ABA08983090}"/>
              </a:ext>
            </a:extLst>
          </p:cNvPr>
          <p:cNvSpPr/>
          <p:nvPr/>
        </p:nvSpPr>
        <p:spPr>
          <a:xfrm>
            <a:off x="7092028" y="3895850"/>
            <a:ext cx="1260014" cy="659309"/>
          </a:xfrm>
          <a:prstGeom prst="rect">
            <a:avLst/>
          </a:prstGeom>
          <a:pattFill prst="pct6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C536E9C-7FF1-E153-5C92-F223558A4302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2019306" y="3044352"/>
            <a:ext cx="1614664" cy="601744"/>
          </a:xfrm>
          <a:prstGeom prst="straightConnector1">
            <a:avLst/>
          </a:prstGeom>
          <a:ln w="38100"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555702A-EFCB-4310-0D32-F4D22B1A15CD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2919317" y="3004883"/>
            <a:ext cx="1841801" cy="1734531"/>
          </a:xfrm>
          <a:prstGeom prst="straightConnector1">
            <a:avLst/>
          </a:prstGeom>
          <a:ln w="38100"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4F348C6-7E73-6BA0-B0EB-146A1E0EBA15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5481126" y="2985922"/>
            <a:ext cx="273084" cy="904415"/>
          </a:xfrm>
          <a:prstGeom prst="straightConnector1">
            <a:avLst/>
          </a:prstGeom>
          <a:ln w="38100"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87EC499-7837-2FD3-160F-063051196993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6816107" y="2985922"/>
            <a:ext cx="905928" cy="909928"/>
          </a:xfrm>
          <a:prstGeom prst="straightConnector1">
            <a:avLst/>
          </a:prstGeom>
          <a:ln w="38100"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128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D80CE-40F6-E3AB-326B-EB80472D1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9E858A1-F9D3-7641-196A-2DF48F1BDE5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331964" y="1268976"/>
            <a:ext cx="7135777" cy="47595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543474-718A-A0B8-0344-25595BA0E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טיפוסים ב </a:t>
            </a:r>
            <a:r>
              <a:rPr lang="en-US" dirty="0"/>
              <a:t>Java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60C7B-03CB-80DA-EB04-BEF0351CF49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269411"/>
            <a:ext cx="7740652" cy="5129622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he-IL" b="1" u="sng" dirty="0"/>
              <a:t>מחלקות בזמן ריצה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מחלקה נטענת כאובייקט מטיפוס ‎</a:t>
            </a:r>
            <a:r>
              <a:rPr lang="en-US" dirty="0"/>
              <a:t>Class</a:t>
            </a:r>
            <a:endParaRPr lang="he-IL"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האובייקט מכיל מידע על שדות, מתודות והיררכיה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משמש ליצירת מופעים ולבדיקת טיפוסים בזמן ריצה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מאפשר טעינה דינמית </a:t>
            </a:r>
            <a:r>
              <a:rPr lang="he-IL" dirty="0" err="1"/>
              <a:t>ורפלקשן</a:t>
            </a:r>
            <a:endParaRPr lang="en-US" dirty="0"/>
          </a:p>
          <a:p>
            <a:pPr>
              <a:spcBef>
                <a:spcPts val="600"/>
              </a:spcBef>
            </a:pPr>
            <a:r>
              <a:rPr lang="he-IL" b="1" u="sng" dirty="0"/>
              <a:t>מתודות של </a:t>
            </a:r>
            <a:r>
              <a:rPr lang="en-US" b="1" u="sng" dirty="0"/>
              <a:t>Object</a:t>
            </a:r>
            <a:endParaRPr lang="he-IL" b="1" u="sng"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equals</a:t>
            </a:r>
            <a:r>
              <a:rPr lang="he-IL" dirty="0"/>
              <a:t> – השוואת אובייקטים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/>
              <a:t>hashCode</a:t>
            </a:r>
            <a:r>
              <a:rPr lang="he-IL" dirty="0"/>
              <a:t> – פונקציית לחישוב מיקום ב </a:t>
            </a:r>
            <a:r>
              <a:rPr lang="en-US" dirty="0" err="1"/>
              <a:t>hashtable</a:t>
            </a:r>
            <a:endParaRPr lang="he-IL"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/>
              <a:t>toString</a:t>
            </a:r>
            <a:r>
              <a:rPr lang="he-IL" dirty="0"/>
              <a:t> - ייצוג טקסטואלי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/>
              <a:t>getClass</a:t>
            </a:r>
            <a:r>
              <a:rPr lang="he-IL" dirty="0"/>
              <a:t> – מחזיר את אובייקט המחלקה של האובייקט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wait‎, ‎notify,‎ ‎</a:t>
            </a:r>
            <a:r>
              <a:rPr lang="en-US" dirty="0" err="1"/>
              <a:t>notifyAll</a:t>
            </a:r>
            <a:r>
              <a:rPr lang="he-IL" dirty="0"/>
              <a:t> - סנכרון בין </a:t>
            </a:r>
            <a:r>
              <a:rPr lang="en-US" dirty="0"/>
              <a:t>threads</a:t>
            </a:r>
            <a:endParaRPr lang="he-IL"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‎</a:t>
            </a:r>
            <a:r>
              <a:rPr lang="en-US" dirty="0"/>
              <a:t>clone</a:t>
            </a:r>
            <a:r>
              <a:rPr lang="he-IL" dirty="0"/>
              <a:t> - יצירת </a:t>
            </a:r>
            <a:r>
              <a:rPr lang="en-US" dirty="0"/>
              <a:t>shallow copy</a:t>
            </a:r>
          </a:p>
        </p:txBody>
      </p:sp>
    </p:spTree>
    <p:extLst>
      <p:ext uri="{BB962C8B-B14F-4D97-AF65-F5344CB8AC3E}">
        <p14:creationId xmlns:p14="http://schemas.microsoft.com/office/powerpoint/2010/main" val="1706956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CD6E4-DE0B-8480-B056-759F993A5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0F4FD0-2193-474E-FE88-3BCA04B0598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331964" y="1268976"/>
            <a:ext cx="7135777" cy="47595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D682C9-C4CF-E234-79A9-074E712D8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טיפוסים ב </a:t>
            </a:r>
            <a:r>
              <a:rPr lang="en-US" dirty="0"/>
              <a:t>Java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B9B38-D8AA-BBFD-453D-DBE3F383CCC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448978"/>
            <a:ext cx="7740652" cy="51823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u="sng" dirty="0">
                <a:solidFill>
                  <a:srgbClr val="403F53"/>
                </a:solidFill>
                <a:latin typeface="+mn-lt"/>
              </a:rPr>
              <a:t>מחלקות עוטפות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dirty="0">
                <a:solidFill>
                  <a:srgbClr val="403F53"/>
                </a:solidFill>
                <a:latin typeface="+mn-lt"/>
              </a:rPr>
              <a:t>לכל סוג של משתנה פרימיטיבי יש מחלקה מקבילה.</a:t>
            </a:r>
          </a:p>
          <a:p>
            <a:pPr algn="l" rtl="0">
              <a:buNone/>
            </a:pPr>
            <a:r>
              <a:rPr lang="nn-NO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Integer i </a:t>
            </a:r>
            <a:r>
              <a:rPr lang="nn-NO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nn-NO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nn-NO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Integer(</a:t>
            </a:r>
            <a:r>
              <a:rPr lang="nn-NO" sz="1800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nn-NO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dirty="0">
                <a:solidFill>
                  <a:srgbClr val="403F53"/>
                </a:solidFill>
                <a:latin typeface="+mn-lt"/>
              </a:rPr>
              <a:t>יש התייחסות מיוחדת למחלקות כאלה:</a:t>
            </a:r>
          </a:p>
          <a:p>
            <a:pPr algn="l" rtl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Integer j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800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autoboxing</a:t>
            </a:r>
            <a:endParaRPr lang="he-IL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en-US" sz="1800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l" rtl="0">
              <a:buNone/>
            </a:pPr>
            <a:r>
              <a:rPr lang="en-US" sz="1800" i="1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auto-unboxing</a:t>
            </a:r>
            <a:endParaRPr lang="en-US" sz="1800" dirty="0"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11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DDCD3-D12A-E87E-208D-1AB9FBEE5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119971-43E7-52BF-8F1C-F4D9DD123BD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23405" r="16912"/>
          <a:stretch>
            <a:fillRect/>
          </a:stretch>
        </p:blipFill>
        <p:spPr>
          <a:xfrm>
            <a:off x="1241963" y="1178975"/>
            <a:ext cx="4590051" cy="51296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B32B11-F53E-C579-2D8F-43327DA3B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ירושה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2BABF-A284-6CFB-CB7D-477FE40ACE2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dirty="0"/>
              <a:t>ירושה נעשית באמצעות ‎</a:t>
            </a:r>
            <a:r>
              <a:rPr lang="en-US" b="1" dirty="0"/>
              <a:t>extends</a:t>
            </a:r>
            <a:endParaRPr lang="he-IL" b="1" dirty="0"/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dirty="0"/>
              <a:t>יש רק ירושה מסוג </a:t>
            </a:r>
            <a:r>
              <a:rPr lang="en-US" b="1" dirty="0"/>
              <a:t>public</a:t>
            </a:r>
            <a:endParaRPr lang="he-IL" b="1" dirty="0"/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dirty="0"/>
              <a:t>כל ירושה מגיעה מהמחלקה </a:t>
            </a:r>
            <a:r>
              <a:rPr lang="en-US" b="1" dirty="0"/>
              <a:t>Object</a:t>
            </a:r>
            <a:endParaRPr lang="he-IL" b="1" dirty="0"/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dirty="0"/>
              <a:t>אין ירושה מרובה של מחלקות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dirty="0"/>
              <a:t>בדריסה של פונקציות יש להשתמש ב </a:t>
            </a:r>
            <a:r>
              <a:rPr lang="en-US" b="1" dirty="0"/>
              <a:t>@Override</a:t>
            </a:r>
            <a:endParaRPr lang="he-IL" b="1" dirty="0"/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dirty="0"/>
              <a:t>ניתן לגשת למחלקת הבסיס עם המילה </a:t>
            </a:r>
            <a:r>
              <a:rPr lang="en-US" b="1" dirty="0"/>
              <a:t>super</a:t>
            </a:r>
            <a:endParaRPr lang="he-IL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u="sng" dirty="0"/>
              <a:t>כל המתודות</a:t>
            </a:r>
            <a:r>
              <a:rPr lang="he-IL" dirty="0"/>
              <a:t> ווירטואליות למעט: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/>
              <a:t>private</a:t>
            </a:r>
            <a:r>
              <a:rPr lang="he-IL" sz="2000" dirty="0"/>
              <a:t> – אסורה לדריסה</a:t>
            </a:r>
            <a:endParaRPr lang="en-US" sz="20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/>
              <a:t>static</a:t>
            </a:r>
            <a:r>
              <a:rPr lang="he-IL" sz="2000" dirty="0"/>
              <a:t> – לא ניתנת לדריסה כי אינה משויכת לאובייקט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/>
              <a:t>final</a:t>
            </a:r>
            <a:r>
              <a:rPr lang="he-IL" sz="2000" dirty="0"/>
              <a:t> – אם היא לא דורסת בעצמה מתודה, היא לא תהיה ווירטואלית</a:t>
            </a:r>
            <a:endParaRPr lang="en-US" sz="20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he-IL" sz="2000" b="1" dirty="0"/>
              <a:t>בנאים</a:t>
            </a:r>
            <a:r>
              <a:rPr lang="he-IL" sz="2000" dirty="0"/>
              <a:t> – בלתי אפשרי טכנית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מימוש של ירושה – באופן דומה ל </a:t>
            </a:r>
            <a:r>
              <a:rPr lang="en-US" dirty="0"/>
              <a:t>C++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26487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312F1-1405-6E80-DD09-92E6FA2AB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C422B-4FA6-6444-EC18-521270C44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ירושה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B359B-0ACB-FB07-9929-5AC4288A566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pPr algn="r"/>
            <a:r>
              <a:rPr lang="he-IL" dirty="0"/>
              <a:t>דוגמה</a:t>
            </a:r>
          </a:p>
          <a:p>
            <a:pPr algn="l" rtl="0">
              <a:lnSpc>
                <a:spcPts val="1425"/>
              </a:lnSpc>
              <a:buNone/>
            </a:pPr>
            <a:endParaRPr lang="en-US" b="0" i="1" dirty="0">
              <a:solidFill>
                <a:srgbClr val="994CC3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800" b="0" i="1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1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8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i="1" dirty="0" err="1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8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i="1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sz="1800" b="0" dirty="0">
                <a:solidFill>
                  <a:srgbClr val="C9676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")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i="1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1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staticFunc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{ … }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l" rtl="0">
              <a:lnSpc>
                <a:spcPts val="1425"/>
              </a:lnSpc>
              <a:buNone/>
            </a:pP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800" b="0" i="1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1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func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ts val="1425"/>
              </a:lnSpc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 err="1">
                <a:solidFill>
                  <a:srgbClr val="0C969B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8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func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425"/>
              </a:lnSpc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8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staticFunc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8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i="1" dirty="0" err="1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8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i="1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sz="1800" b="0" dirty="0">
                <a:solidFill>
                  <a:srgbClr val="C96765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")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l" rtl="0">
              <a:lnSpc>
                <a:spcPts val="1425"/>
              </a:lnSpc>
              <a:buNone/>
            </a:pPr>
            <a:endParaRPr lang="en-US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179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21E01-26FE-9CF8-B949-8B0B3A837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6EC5C-F386-7544-00D6-0D58E304C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ירושה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57551-1C37-ED1E-3197-78B0FD2C25A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pPr algn="r">
              <a:lnSpc>
                <a:spcPts val="1425"/>
              </a:lnSpc>
              <a:buNone/>
            </a:pPr>
            <a:r>
              <a:rPr lang="he-IL" b="1" u="sng" dirty="0" err="1">
                <a:solidFill>
                  <a:srgbClr val="403F53"/>
                </a:solidFill>
                <a:latin typeface="+mn-lt"/>
              </a:rPr>
              <a:t>אינטרפייס</a:t>
            </a:r>
            <a:r>
              <a:rPr lang="he-IL" b="1" u="sng" dirty="0">
                <a:solidFill>
                  <a:srgbClr val="403F53"/>
                </a:solidFill>
                <a:latin typeface="+mn-lt"/>
              </a:rPr>
              <a:t> (</a:t>
            </a:r>
            <a:r>
              <a:rPr lang="en-US" b="1" u="sng" dirty="0">
                <a:solidFill>
                  <a:srgbClr val="403F53"/>
                </a:solidFill>
                <a:latin typeface="+mn-lt"/>
              </a:rPr>
              <a:t>interface</a:t>
            </a:r>
            <a:r>
              <a:rPr lang="he-IL" b="1" u="sng" dirty="0">
                <a:solidFill>
                  <a:srgbClr val="403F53"/>
                </a:solidFill>
                <a:latin typeface="+mn-lt"/>
              </a:rPr>
              <a:t>)</a:t>
            </a:r>
            <a:endParaRPr lang="en-US" b="1" u="sng" dirty="0">
              <a:solidFill>
                <a:srgbClr val="403F53"/>
              </a:solidFill>
              <a:latin typeface="+mn-lt"/>
            </a:endParaRPr>
          </a:p>
          <a:p>
            <a:pPr algn="r">
              <a:lnSpc>
                <a:spcPts val="1425"/>
              </a:lnSpc>
              <a:buNone/>
            </a:pPr>
            <a:r>
              <a:rPr lang="he-IL" dirty="0">
                <a:solidFill>
                  <a:srgbClr val="403F53"/>
                </a:solidFill>
                <a:effectLst/>
                <a:latin typeface="+mn-lt"/>
              </a:rPr>
              <a:t>מיועד להגדיר "מה האובייקט יודע לעשות"</a:t>
            </a:r>
            <a:endParaRPr lang="en-US" dirty="0">
              <a:solidFill>
                <a:srgbClr val="403F53"/>
              </a:solidFill>
              <a:effectLst/>
              <a:latin typeface="+mn-lt"/>
            </a:endParaRPr>
          </a:p>
          <a:p>
            <a:pPr marL="342900" indent="-342900" algn="r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מגדיר חתימות של מתודות ללא מימוש</a:t>
            </a:r>
          </a:p>
          <a:p>
            <a:pPr marL="342900" indent="-342900" algn="r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מחלקה יכולה לממש כמה מהם במקביל (ירושה מרובה)</a:t>
            </a:r>
          </a:p>
          <a:p>
            <a:pPr algn="r">
              <a:lnSpc>
                <a:spcPts val="1425"/>
              </a:lnSpc>
            </a:pPr>
            <a:endParaRPr lang="he-IL" dirty="0">
              <a:solidFill>
                <a:srgbClr val="403F53"/>
              </a:solidFill>
              <a:effectLst/>
              <a:latin typeface="+mn-lt"/>
            </a:endParaRPr>
          </a:p>
          <a:p>
            <a:pPr algn="r">
              <a:lnSpc>
                <a:spcPts val="1425"/>
              </a:lnSpc>
            </a:pPr>
            <a:r>
              <a:rPr lang="he-IL" dirty="0">
                <a:solidFill>
                  <a:srgbClr val="403F53"/>
                </a:solidFill>
                <a:latin typeface="+mn-lt"/>
              </a:rPr>
              <a:t>דוגמה:</a:t>
            </a:r>
          </a:p>
          <a:p>
            <a:pPr algn="r">
              <a:lnSpc>
                <a:spcPts val="1425"/>
              </a:lnSpc>
            </a:pPr>
            <a:endParaRPr lang="he-IL" dirty="0">
              <a:solidFill>
                <a:srgbClr val="403F53"/>
              </a:solidFill>
              <a:effectLst/>
              <a:latin typeface="+mn-lt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800" b="0" i="1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1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work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l" rtl="0">
              <a:lnSpc>
                <a:spcPts val="1425"/>
              </a:lnSpc>
              <a:buNone/>
            </a:pPr>
            <a:b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</a:b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800" b="0" i="1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1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i="1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1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work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8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i="1" dirty="0" err="1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8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i="1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sz="1800" b="0" dirty="0">
                <a:solidFill>
                  <a:srgbClr val="C96765"/>
                </a:solidFill>
                <a:effectLst/>
                <a:latin typeface="Consolas" panose="020B0609020204030204" pitchFamily="49" charset="0"/>
              </a:rPr>
              <a:t>Studying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")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l" rtl="0">
              <a:lnSpc>
                <a:spcPts val="1425"/>
              </a:lnSpc>
            </a:pPr>
            <a:endParaRPr lang="en-US" sz="1800" dirty="0">
              <a:solidFill>
                <a:srgbClr val="403F53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4044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5D9A8-40B4-78EB-4679-28D4872A1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8A1D3-BEC8-9844-A1BF-4F62C5F4E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מחלקה אבסטרקטית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EF7FC-43AA-7FB4-1F41-A4C692F803F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pPr>
              <a:lnSpc>
                <a:spcPts val="1425"/>
              </a:lnSpc>
            </a:pPr>
            <a:r>
              <a:rPr lang="he-IL" dirty="0">
                <a:solidFill>
                  <a:srgbClr val="403F53"/>
                </a:solidFill>
                <a:effectLst/>
                <a:latin typeface="+mn-lt"/>
              </a:rPr>
              <a:t>מחלקה שנועדה </a:t>
            </a:r>
            <a:r>
              <a:rPr lang="he-IL" dirty="0">
                <a:solidFill>
                  <a:srgbClr val="403F53"/>
                </a:solidFill>
              </a:rPr>
              <a:t>לאפשר שילוב של קוד כתוב עם חלקים מופשטים</a:t>
            </a:r>
          </a:p>
          <a:p>
            <a:pPr marL="342900" indent="-342900" algn="r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לא ניתן ליצור ממנה מופעים</a:t>
            </a:r>
          </a:p>
          <a:p>
            <a:pPr marL="342900" indent="-342900" algn="r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יכולה להכיל מתודות ללא מימוש</a:t>
            </a:r>
          </a:p>
          <a:p>
            <a:pPr algn="r">
              <a:lnSpc>
                <a:spcPts val="1425"/>
              </a:lnSpc>
            </a:pPr>
            <a:endParaRPr lang="he-IL" dirty="0">
              <a:solidFill>
                <a:srgbClr val="403F53"/>
              </a:solidFill>
              <a:effectLst/>
              <a:latin typeface="+mn-lt"/>
            </a:endParaRPr>
          </a:p>
          <a:p>
            <a:pPr algn="r">
              <a:lnSpc>
                <a:spcPts val="1425"/>
              </a:lnSpc>
            </a:pPr>
            <a:r>
              <a:rPr lang="he-IL" dirty="0">
                <a:solidFill>
                  <a:srgbClr val="403F53"/>
                </a:solidFill>
                <a:latin typeface="+mn-lt"/>
              </a:rPr>
              <a:t>דוגמה:</a:t>
            </a:r>
          </a:p>
          <a:p>
            <a:pPr algn="l" rtl="0">
              <a:lnSpc>
                <a:spcPts val="1425"/>
              </a:lnSpc>
            </a:pPr>
            <a:endParaRPr lang="he-IL" sz="1800" dirty="0">
              <a:solidFill>
                <a:srgbClr val="403F53"/>
              </a:solidFill>
              <a:effectLst/>
              <a:latin typeface="+mn-lt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800" b="0" i="1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1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i="1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1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l" rtl="0">
              <a:lnSpc>
                <a:spcPts val="1425"/>
              </a:lnSpc>
              <a:buNone/>
            </a:pPr>
            <a:b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</a:b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800" b="0" i="1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1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i="1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r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800" b="0" dirty="0" err="1">
                <a:solidFill>
                  <a:srgbClr val="0C969B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8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i="1" dirty="0" err="1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r; }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1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800" b="0" i="1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AA0982"/>
                </a:solidFill>
                <a:effectLst/>
                <a:latin typeface="Consolas" panose="020B0609020204030204" pitchFamily="49" charset="0"/>
              </a:rPr>
              <a:t>3.14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r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r; }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l" rtl="0">
              <a:lnSpc>
                <a:spcPts val="1425"/>
              </a:lnSpc>
            </a:pPr>
            <a:endParaRPr lang="en-US" sz="1800" dirty="0">
              <a:solidFill>
                <a:srgbClr val="403F53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66019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F2062-6AC0-0252-0C99-843BAB765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B28D84-6790-CBC5-3878-8EC15D2AE3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241963" y="1448979"/>
            <a:ext cx="7182029" cy="47903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9661EF6-5790-005E-BDC8-AE1888E3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ניהול הזיכרון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986E1-236D-D8CC-492A-E47A41CD162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dirty="0">
                <a:solidFill>
                  <a:srgbClr val="403F53"/>
                </a:solidFill>
                <a:effectLst/>
                <a:latin typeface="+mn-lt"/>
              </a:rPr>
              <a:t>הזיכרון מנוהל אוטומטית</a:t>
            </a:r>
            <a:endParaRPr lang="he-IL" b="1" dirty="0">
              <a:solidFill>
                <a:srgbClr val="403F53"/>
              </a:solidFill>
              <a:latin typeface="+mn-lt"/>
            </a:endParaRPr>
          </a:p>
          <a:p>
            <a:pPr marL="342900" indent="-342900" algn="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אין מחיקה ידנית של אובייקטים</a:t>
            </a:r>
          </a:p>
          <a:p>
            <a:pPr marL="342900" indent="-342900" algn="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מאפשר התמקדות בלוגיקה של התוכנית במקום ב"ניהול חשבונות"</a:t>
            </a:r>
          </a:p>
          <a:p>
            <a:pPr marL="342900" indent="-342900" algn="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דורש הבנה של גרף האובייקטים של התוכנית</a:t>
            </a: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he-IL" b="1" dirty="0">
                <a:solidFill>
                  <a:srgbClr val="403F53"/>
                </a:solidFill>
                <a:latin typeface="+mn-lt"/>
              </a:rPr>
              <a:t>איך זה מבוצע?</a:t>
            </a:r>
          </a:p>
          <a:p>
            <a:pPr marL="342900" indent="-342900" algn="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אובייקטים (כולל מערכים) נשמרים בערימה</a:t>
            </a:r>
          </a:p>
          <a:p>
            <a:pPr marL="342900" indent="-342900" algn="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כל אובייקט יש לו </a:t>
            </a:r>
            <a:r>
              <a:rPr lang="en-US" dirty="0">
                <a:solidFill>
                  <a:srgbClr val="403F53"/>
                </a:solidFill>
                <a:latin typeface="+mn-lt"/>
              </a:rPr>
              <a:t>reference count</a:t>
            </a:r>
            <a:endParaRPr lang="he-IL" dirty="0">
              <a:solidFill>
                <a:srgbClr val="403F53"/>
              </a:solidFill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המערכת מבצעת מעקב אחר קשרים בין אובייקטים</a:t>
            </a:r>
          </a:p>
          <a:p>
            <a:pPr marL="342900" indent="-342900" algn="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ברגע שכל </a:t>
            </a:r>
            <a:r>
              <a:rPr lang="he-IL" dirty="0" err="1">
                <a:solidFill>
                  <a:srgbClr val="403F53"/>
                </a:solidFill>
                <a:latin typeface="+mn-lt"/>
              </a:rPr>
              <a:t>הרפרנסים</a:t>
            </a:r>
            <a:r>
              <a:rPr lang="he-IL" dirty="0">
                <a:solidFill>
                  <a:srgbClr val="403F53"/>
                </a:solidFill>
                <a:latin typeface="+mn-lt"/>
              </a:rPr>
              <a:t> לאובייקט נמחקו הוא מסומן "לפינוי"</a:t>
            </a:r>
          </a:p>
          <a:p>
            <a:pPr marL="342900" indent="-342900" algn="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אוסף-האשפה אחראי על פינוי הזיכרון וסידור-מחדש כשצריך</a:t>
            </a:r>
          </a:p>
          <a:p>
            <a:pPr marL="342900" indent="-342900" algn="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סידור-מחדש של הזיכרון עוצר את כל התוכניות (</a:t>
            </a:r>
            <a:r>
              <a:rPr lang="en-US" dirty="0">
                <a:solidFill>
                  <a:srgbClr val="403F53"/>
                </a:solidFill>
                <a:latin typeface="+mn-lt"/>
              </a:rPr>
              <a:t>“stop the world”</a:t>
            </a:r>
            <a:r>
              <a:rPr lang="he-IL" dirty="0">
                <a:solidFill>
                  <a:srgbClr val="403F53"/>
                </a:solidFill>
                <a:latin typeface="+mn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59316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69162-86E4-A33A-774F-2B1158F38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FC4D2-A72E-32FD-028E-8534F7F23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ניהול הזיכרון</a:t>
            </a:r>
            <a:endParaRPr lang="LID4096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E04B5D-D26E-9B15-FDBC-F321182AE0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373" b="6823"/>
          <a:stretch>
            <a:fillRect/>
          </a:stretch>
        </p:blipFill>
        <p:spPr>
          <a:xfrm>
            <a:off x="1360718" y="1358977"/>
            <a:ext cx="6858000" cy="513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615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1E186-1B81-941C-5E72-E30E7E740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7A3328-ACFB-5E07-D839-D8FB13E285F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241963" y="1448979"/>
            <a:ext cx="7182029" cy="47903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41E59C-6184-1851-1D32-72B903D1B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חריגות (</a:t>
            </a:r>
            <a:r>
              <a:rPr lang="en-US" dirty="0"/>
              <a:t>exceptions</a:t>
            </a:r>
            <a:r>
              <a:rPr lang="he-IL" dirty="0"/>
              <a:t>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2BB07-87C4-D6F5-C0A9-763ED49378B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dirty="0">
                <a:solidFill>
                  <a:srgbClr val="403F53"/>
                </a:solidFill>
                <a:latin typeface="+mn-lt"/>
              </a:rPr>
              <a:t>מה היא חריגה?</a:t>
            </a:r>
          </a:p>
          <a:p>
            <a:pPr marL="342900" indent="-342900" algn="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מצב שגיאה שהמכונה הווירטואלית מזהה בזמן ריצה</a:t>
            </a: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he-IL" dirty="0">
                <a:solidFill>
                  <a:srgbClr val="403F53"/>
                </a:solidFill>
                <a:latin typeface="+mn-lt"/>
              </a:rPr>
              <a:t>שני סוגים עיקריים של חריגות:</a:t>
            </a:r>
          </a:p>
          <a:p>
            <a:pPr marL="342900" indent="-342900" algn="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חריגות בדוקות: </a:t>
            </a:r>
            <a:r>
              <a:rPr lang="en-US" dirty="0">
                <a:solidFill>
                  <a:srgbClr val="403F53"/>
                </a:solidFill>
                <a:latin typeface="+mn-lt"/>
              </a:rPr>
              <a:t>checked exceptions</a:t>
            </a:r>
            <a:endParaRPr lang="he-IL" dirty="0">
              <a:solidFill>
                <a:srgbClr val="403F53"/>
              </a:solidFill>
              <a:latin typeface="+mn-lt"/>
            </a:endParaRPr>
          </a:p>
          <a:p>
            <a:pPr marL="342900" indent="-342900" algn="r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יכולות להיות מצבי שגיאה לגיטימיים</a:t>
            </a:r>
          </a:p>
          <a:p>
            <a:pPr marL="342900" indent="-342900" algn="r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יורשות מהמחלקה </a:t>
            </a:r>
            <a:r>
              <a:rPr lang="en-US" dirty="0">
                <a:solidFill>
                  <a:srgbClr val="403F53"/>
                </a:solidFill>
                <a:latin typeface="+mn-lt"/>
              </a:rPr>
              <a:t>Exception</a:t>
            </a:r>
            <a:endParaRPr lang="he-IL" dirty="0">
              <a:solidFill>
                <a:srgbClr val="403F53"/>
              </a:solidFill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he-IL" dirty="0">
                <a:solidFill>
                  <a:srgbClr val="403F53"/>
                </a:solidFill>
              </a:rPr>
              <a:t>מחייבות בדיקה טיפול (מכאן השם </a:t>
            </a:r>
            <a:r>
              <a:rPr lang="en-US" dirty="0">
                <a:solidFill>
                  <a:srgbClr val="403F53"/>
                </a:solidFill>
              </a:rPr>
              <a:t>checked</a:t>
            </a:r>
            <a:r>
              <a:rPr lang="he-IL" dirty="0">
                <a:solidFill>
                  <a:srgbClr val="403F53"/>
                </a:solidFill>
              </a:rPr>
              <a:t>)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he-IL" dirty="0">
                <a:solidFill>
                  <a:srgbClr val="403F53"/>
                </a:solidFill>
              </a:rPr>
              <a:t>למשל: קובץ חסר, גישה לרשת, הרשאות, פורמט לא תקין</a:t>
            </a:r>
            <a:endParaRPr lang="en-US" dirty="0">
              <a:solidFill>
                <a:srgbClr val="403F53"/>
              </a:solidFill>
              <a:latin typeface="+mn-lt"/>
            </a:endParaRPr>
          </a:p>
          <a:p>
            <a:pPr marL="342900" indent="-342900" algn="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חריגות לא-בדוקות: </a:t>
            </a:r>
            <a:r>
              <a:rPr lang="en-US" dirty="0">
                <a:solidFill>
                  <a:srgbClr val="403F53"/>
                </a:solidFill>
                <a:latin typeface="+mn-lt"/>
              </a:rPr>
              <a:t>unchecked exception</a:t>
            </a:r>
            <a:endParaRPr lang="he-IL" dirty="0">
              <a:solidFill>
                <a:srgbClr val="403F53"/>
              </a:solidFill>
              <a:latin typeface="+mn-lt"/>
            </a:endParaRPr>
          </a:p>
          <a:p>
            <a:pPr marL="342900" indent="-342900" algn="r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בדרך כלל נובעות מבאג בתוכנית</a:t>
            </a:r>
          </a:p>
          <a:p>
            <a:pPr marL="342900" indent="-342900" algn="r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למשל: חלוקה באפס, שימוש במצביע </a:t>
            </a:r>
            <a:r>
              <a:rPr lang="en-US" dirty="0">
                <a:solidFill>
                  <a:srgbClr val="403F53"/>
                </a:solidFill>
                <a:latin typeface="+mn-lt"/>
              </a:rPr>
              <a:t>null</a:t>
            </a:r>
            <a:r>
              <a:rPr lang="he-IL" dirty="0">
                <a:solidFill>
                  <a:srgbClr val="403F53"/>
                </a:solidFill>
                <a:latin typeface="+mn-lt"/>
              </a:rPr>
              <a:t>, חריגה מגבולות מערך</a:t>
            </a:r>
          </a:p>
          <a:p>
            <a:pPr marL="342900" indent="-342900" algn="r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יורשות מהמחלקה </a:t>
            </a:r>
            <a:r>
              <a:rPr lang="en-US" dirty="0" err="1">
                <a:solidFill>
                  <a:srgbClr val="403F53"/>
                </a:solidFill>
                <a:latin typeface="+mn-lt"/>
              </a:rPr>
              <a:t>RuntimeException</a:t>
            </a:r>
            <a:r>
              <a:rPr lang="he-IL" dirty="0">
                <a:solidFill>
                  <a:srgbClr val="403F53"/>
                </a:solidFill>
                <a:latin typeface="+mn-lt"/>
              </a:rPr>
              <a:t> (שיורשת מ </a:t>
            </a:r>
            <a:r>
              <a:rPr lang="en-US" dirty="0">
                <a:solidFill>
                  <a:srgbClr val="403F53"/>
                </a:solidFill>
                <a:latin typeface="+mn-lt"/>
              </a:rPr>
              <a:t>Exception</a:t>
            </a:r>
            <a:r>
              <a:rPr lang="he-IL" dirty="0">
                <a:solidFill>
                  <a:srgbClr val="403F53"/>
                </a:solidFill>
                <a:latin typeface="+mn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3690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15D89-B5FC-CD81-4E33-C8A644BBA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C7682-4AB4-1229-72D4-305B06FE3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חריגות (</a:t>
            </a:r>
            <a:r>
              <a:rPr lang="en-US" dirty="0"/>
              <a:t>exceptions</a:t>
            </a:r>
            <a:r>
              <a:rPr lang="he-IL" dirty="0"/>
              <a:t>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3EB5E-CC2C-4897-1A31-709809A0D3E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501681"/>
            <a:ext cx="7740652" cy="512962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dirty="0">
                <a:solidFill>
                  <a:srgbClr val="403F53"/>
                </a:solidFill>
                <a:latin typeface="+mn-lt"/>
              </a:rPr>
              <a:t>טיפול בחריגות</a:t>
            </a:r>
            <a:endParaRPr lang="en-US" b="1" dirty="0">
              <a:solidFill>
                <a:srgbClr val="403F53"/>
              </a:solidFill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נעשה עם </a:t>
            </a:r>
            <a:r>
              <a:rPr lang="en-US" dirty="0">
                <a:solidFill>
                  <a:srgbClr val="403F53"/>
                </a:solidFill>
                <a:latin typeface="+mn-lt"/>
              </a:rPr>
              <a:t>try-catch-finally</a:t>
            </a:r>
            <a:endParaRPr lang="he-IL" dirty="0">
              <a:solidFill>
                <a:srgbClr val="403F53"/>
              </a:solidFill>
              <a:latin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F2D3380-C51C-3184-B500-68AE51931D39}"/>
              </a:ext>
            </a:extLst>
          </p:cNvPr>
          <p:cNvSpPr txBox="1">
            <a:spLocks/>
          </p:cNvSpPr>
          <p:nvPr/>
        </p:nvSpPr>
        <p:spPr>
          <a:xfrm>
            <a:off x="881393" y="1788675"/>
            <a:ext cx="7740652" cy="48803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App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main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()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try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loadConfig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("</a:t>
            </a:r>
            <a:r>
              <a:rPr lang="en-US" sz="1800" dirty="0">
                <a:solidFill>
                  <a:srgbClr val="C96765"/>
                </a:solidFill>
                <a:latin typeface="Consolas" panose="020B0609020204030204" pitchFamily="49" charset="0"/>
              </a:rPr>
              <a:t>config.txt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")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System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111111"/>
                </a:solidFill>
                <a:latin typeface="Consolas" panose="020B0609020204030204" pitchFamily="49" charset="0"/>
              </a:rPr>
              <a:t>out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println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("</a:t>
            </a:r>
            <a:r>
              <a:rPr lang="en-US" sz="1800" dirty="0">
                <a:solidFill>
                  <a:srgbClr val="C96765"/>
                </a:solidFill>
                <a:latin typeface="Consolas" panose="020B0609020204030204" pitchFamily="49" charset="0"/>
              </a:rPr>
              <a:t>Loaded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")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 </a:t>
            </a:r>
            <a:r>
              <a:rPr lang="en-US" sz="1800" i="1" dirty="0">
                <a:solidFill>
                  <a:srgbClr val="989FB1"/>
                </a:solidFill>
                <a:latin typeface="Consolas" panose="020B0609020204030204" pitchFamily="49" charset="0"/>
              </a:rPr>
              <a:t>//</a:t>
            </a:r>
            <a:r>
              <a:rPr lang="en-US" sz="1800" i="1" dirty="0">
                <a:solidFill>
                  <a:srgbClr val="939DBB"/>
                </a:solidFill>
                <a:latin typeface="Consolas" panose="020B0609020204030204" pitchFamily="49" charset="0"/>
              </a:rPr>
              <a:t> no exception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} 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catch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994CC3"/>
                </a:solidFill>
                <a:latin typeface="Consolas" panose="020B0609020204030204" pitchFamily="49" charset="0"/>
              </a:rPr>
              <a:t>IOException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e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System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111111"/>
                </a:solidFill>
                <a:latin typeface="Consolas" panose="020B0609020204030204" pitchFamily="49" charset="0"/>
              </a:rPr>
              <a:t>out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println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("</a:t>
            </a:r>
            <a:r>
              <a:rPr lang="en-US" sz="1800" dirty="0">
                <a:solidFill>
                  <a:srgbClr val="C96765"/>
                </a:solidFill>
                <a:latin typeface="Consolas" panose="020B0609020204030204" pitchFamily="49" charset="0"/>
              </a:rPr>
              <a:t>Failed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")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 </a:t>
            </a:r>
            <a:r>
              <a:rPr lang="en-US" sz="1800" i="1" dirty="0">
                <a:solidFill>
                  <a:srgbClr val="989FB1"/>
                </a:solidFill>
                <a:latin typeface="Consolas" panose="020B0609020204030204" pitchFamily="49" charset="0"/>
              </a:rPr>
              <a:t>//</a:t>
            </a:r>
            <a:r>
              <a:rPr lang="en-US" sz="1800" i="1" dirty="0">
                <a:solidFill>
                  <a:srgbClr val="939DBB"/>
                </a:solidFill>
                <a:latin typeface="Consolas" panose="020B0609020204030204" pitchFamily="49" charset="0"/>
              </a:rPr>
              <a:t> exception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} 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finally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System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111111"/>
                </a:solidFill>
                <a:latin typeface="Consolas" panose="020B0609020204030204" pitchFamily="49" charset="0"/>
              </a:rPr>
              <a:t>out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println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("</a:t>
            </a:r>
            <a:r>
              <a:rPr lang="en-US" sz="1800" dirty="0">
                <a:solidFill>
                  <a:srgbClr val="C96765"/>
                </a:solidFill>
                <a:latin typeface="Consolas" panose="020B0609020204030204" pitchFamily="49" charset="0"/>
              </a:rPr>
              <a:t>Cleanup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")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 </a:t>
            </a:r>
            <a:r>
              <a:rPr lang="en-US" sz="1800" i="1" dirty="0">
                <a:solidFill>
                  <a:srgbClr val="989FB1"/>
                </a:solidFill>
                <a:latin typeface="Consolas" panose="020B0609020204030204" pitchFamily="49" charset="0"/>
              </a:rPr>
              <a:t>//</a:t>
            </a:r>
            <a:r>
              <a:rPr lang="en-US" sz="1800" i="1" dirty="0">
                <a:solidFill>
                  <a:srgbClr val="939DBB"/>
                </a:solidFill>
                <a:latin typeface="Consolas" panose="020B0609020204030204" pitchFamily="49" charset="0"/>
              </a:rPr>
              <a:t> after both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loadConfig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path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throws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994CC3"/>
                </a:solidFill>
                <a:latin typeface="Consolas" panose="020B0609020204030204" pitchFamily="49" charset="0"/>
              </a:rPr>
              <a:t>IOException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 err="1">
                <a:solidFill>
                  <a:srgbClr val="994CC3"/>
                </a:solidFill>
                <a:latin typeface="Consolas" panose="020B0609020204030204" pitchFamily="49" charset="0"/>
              </a:rPr>
              <a:t>BufferedReader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…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line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r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readLine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()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r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close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()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4391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2985F-26A9-EE3D-CB7C-E0D1F0AC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08A5D-3492-C198-97C6-074FC40B5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חריגות (</a:t>
            </a:r>
            <a:r>
              <a:rPr lang="en-US" dirty="0"/>
              <a:t>exceptions</a:t>
            </a:r>
            <a:r>
              <a:rPr lang="he-IL" dirty="0"/>
              <a:t>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B4E48-CD9E-2CC3-6433-DE5F6CB23F2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718981"/>
            <a:ext cx="7740652" cy="491232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dirty="0">
                <a:solidFill>
                  <a:srgbClr val="403F53"/>
                </a:solidFill>
                <a:latin typeface="+mn-lt"/>
              </a:rPr>
              <a:t>סוג נוסף של חריגות: </a:t>
            </a:r>
            <a:r>
              <a:rPr lang="en-US" b="1" dirty="0">
                <a:solidFill>
                  <a:srgbClr val="403F53"/>
                </a:solidFill>
                <a:latin typeface="+mn-lt"/>
              </a:rPr>
              <a:t>Error</a:t>
            </a:r>
            <a:endParaRPr lang="he-IL" b="1" dirty="0">
              <a:solidFill>
                <a:srgbClr val="403F53"/>
              </a:solidFill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בעיות חמורות של סביבת הריצה שבדרך כלל אי אפשר לטפל בהן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לא דורשות טיפול בקוד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יורשות מ </a:t>
            </a:r>
            <a:r>
              <a:rPr lang="en-US" dirty="0" err="1">
                <a:solidFill>
                  <a:srgbClr val="403F53"/>
                </a:solidFill>
                <a:latin typeface="+mn-lt"/>
              </a:rPr>
              <a:t>java.lang.Error</a:t>
            </a:r>
            <a:endParaRPr lang="en-US" dirty="0">
              <a:solidFill>
                <a:srgbClr val="403F53"/>
              </a:solidFill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למשל:</a:t>
            </a:r>
            <a:r>
              <a:rPr lang="en-US" dirty="0">
                <a:solidFill>
                  <a:srgbClr val="403F53"/>
                </a:solidFill>
                <a:latin typeface="+mn-lt"/>
              </a:rPr>
              <a:t> </a:t>
            </a:r>
            <a:r>
              <a:rPr lang="he-IL" dirty="0">
                <a:solidFill>
                  <a:srgbClr val="403F53"/>
                </a:solidFill>
                <a:latin typeface="+mn-lt"/>
              </a:rPr>
              <a:t>בעיות זיכרון (</a:t>
            </a:r>
            <a:r>
              <a:rPr lang="en-US" dirty="0" err="1">
                <a:solidFill>
                  <a:srgbClr val="403F53"/>
                </a:solidFill>
                <a:latin typeface="+mn-lt"/>
              </a:rPr>
              <a:t>StackOverflowError</a:t>
            </a:r>
            <a:r>
              <a:rPr lang="en-US" dirty="0">
                <a:solidFill>
                  <a:srgbClr val="403F53"/>
                </a:solidFill>
                <a:latin typeface="+mn-lt"/>
              </a:rPr>
              <a:t>, </a:t>
            </a:r>
            <a:r>
              <a:rPr lang="en-US" dirty="0" err="1">
                <a:solidFill>
                  <a:srgbClr val="403F53"/>
                </a:solidFill>
                <a:latin typeface="+mn-lt"/>
              </a:rPr>
              <a:t>OutOfMemoryError</a:t>
            </a:r>
            <a:r>
              <a:rPr lang="he-IL" dirty="0">
                <a:solidFill>
                  <a:srgbClr val="403F53"/>
                </a:solidFill>
                <a:latin typeface="+mn-lt"/>
              </a:rPr>
              <a:t>)</a:t>
            </a:r>
            <a:endParaRPr lang="en-US" dirty="0">
              <a:solidFill>
                <a:srgbClr val="403F53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he-IL" dirty="0">
              <a:solidFill>
                <a:srgbClr val="403F53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dirty="0">
                <a:solidFill>
                  <a:srgbClr val="403F53"/>
                </a:solidFill>
                <a:latin typeface="+mn-lt"/>
              </a:rPr>
              <a:t>מה אם יש באג ב </a:t>
            </a:r>
            <a:r>
              <a:rPr lang="en-US" b="1" dirty="0">
                <a:solidFill>
                  <a:srgbClr val="403F53"/>
                </a:solidFill>
                <a:latin typeface="+mn-lt"/>
              </a:rPr>
              <a:t>JVM</a:t>
            </a:r>
            <a:r>
              <a:rPr lang="he-IL" b="1" dirty="0">
                <a:solidFill>
                  <a:srgbClr val="403F53"/>
                </a:solidFill>
                <a:latin typeface="+mn-lt"/>
              </a:rPr>
              <a:t>?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403F53"/>
                </a:solidFill>
                <a:latin typeface="+mn-lt"/>
              </a:rPr>
              <a:t>באג כזה עלול לגרום לחריגות או לקריסה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403F53"/>
                </a:solidFill>
              </a:rPr>
              <a:t>אבל חריגות הן אינן באגים במכונה הווירטואלית עצמה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he-IL" dirty="0">
              <a:solidFill>
                <a:srgbClr val="403F53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he-IL" b="1" dirty="0">
              <a:solidFill>
                <a:srgbClr val="403F5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41136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6093</TotalTime>
  <Words>1408</Words>
  <Application>Microsoft Office PowerPoint</Application>
  <PresentationFormat>On-screen Show (4:3)</PresentationFormat>
  <Paragraphs>264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Courier New</vt:lpstr>
      <vt:lpstr>Office Theme</vt:lpstr>
      <vt:lpstr>פרק 7: חזרה ל Java</vt:lpstr>
      <vt:lpstr>למה Java?</vt:lpstr>
      <vt:lpstr>קומפילציה והרצה</vt:lpstr>
      <vt:lpstr>קומפילציה והרצה</vt:lpstr>
      <vt:lpstr>קומפילציה והרצה</vt:lpstr>
      <vt:lpstr>קומפילציה והרצה</vt:lpstr>
      <vt:lpstr>קומפילציה והרצה</vt:lpstr>
      <vt:lpstr>טיפוסים ב Java</vt:lpstr>
      <vt:lpstr>טיפוסים ב Java</vt:lpstr>
      <vt:lpstr>טיפוסים ב Java</vt:lpstr>
      <vt:lpstr>טיפוסים ב Java</vt:lpstr>
      <vt:lpstr>טיפוסים ב Java</vt:lpstr>
      <vt:lpstr>ירושה</vt:lpstr>
      <vt:lpstr>ירושה</vt:lpstr>
      <vt:lpstr>ירושה</vt:lpstr>
      <vt:lpstr>מחלקה אבסטרקטית</vt:lpstr>
      <vt:lpstr>ניהול הזיכרון</vt:lpstr>
      <vt:lpstr>ניהול הזיכרון</vt:lpstr>
      <vt:lpstr>חריגות (exceptions)</vt:lpstr>
      <vt:lpstr>חריגות (exceptions)</vt:lpstr>
      <vt:lpstr>חריגות (exceptions)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Tal R.</dc:creator>
  <cp:lastModifiedBy>Tal R.</cp:lastModifiedBy>
  <cp:revision>141</cp:revision>
  <dcterms:created xsi:type="dcterms:W3CDTF">2023-11-25T13:14:24Z</dcterms:created>
  <dcterms:modified xsi:type="dcterms:W3CDTF">2025-11-29T17:25:39Z</dcterms:modified>
</cp:coreProperties>
</file>