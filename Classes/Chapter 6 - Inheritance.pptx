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handoutMasterIdLst>
    <p:handoutMasterId r:id="rId52"/>
  </p:handoutMasterIdLst>
  <p:sldIdLst>
    <p:sldId id="541" r:id="rId2"/>
    <p:sldId id="754" r:id="rId3"/>
    <p:sldId id="717" r:id="rId4"/>
    <p:sldId id="758" r:id="rId5"/>
    <p:sldId id="760" r:id="rId6"/>
    <p:sldId id="761" r:id="rId7"/>
    <p:sldId id="746" r:id="rId8"/>
    <p:sldId id="762" r:id="rId9"/>
    <p:sldId id="745" r:id="rId10"/>
    <p:sldId id="751" r:id="rId11"/>
    <p:sldId id="764" r:id="rId12"/>
    <p:sldId id="765" r:id="rId13"/>
    <p:sldId id="752" r:id="rId14"/>
    <p:sldId id="753" r:id="rId15"/>
    <p:sldId id="721" r:id="rId16"/>
    <p:sldId id="727" r:id="rId17"/>
    <p:sldId id="723" r:id="rId18"/>
    <p:sldId id="725" r:id="rId19"/>
    <p:sldId id="783" r:id="rId20"/>
    <p:sldId id="729" r:id="rId21"/>
    <p:sldId id="767" r:id="rId22"/>
    <p:sldId id="732" r:id="rId23"/>
    <p:sldId id="768" r:id="rId24"/>
    <p:sldId id="784" r:id="rId25"/>
    <p:sldId id="769" r:id="rId26"/>
    <p:sldId id="785" r:id="rId27"/>
    <p:sldId id="771" r:id="rId28"/>
    <p:sldId id="772" r:id="rId29"/>
    <p:sldId id="774" r:id="rId30"/>
    <p:sldId id="788" r:id="rId31"/>
    <p:sldId id="786" r:id="rId32"/>
    <p:sldId id="787" r:id="rId33"/>
    <p:sldId id="773" r:id="rId34"/>
    <p:sldId id="789" r:id="rId35"/>
    <p:sldId id="793" r:id="rId36"/>
    <p:sldId id="794" r:id="rId37"/>
    <p:sldId id="795" r:id="rId38"/>
    <p:sldId id="790" r:id="rId39"/>
    <p:sldId id="791" r:id="rId40"/>
    <p:sldId id="792" r:id="rId41"/>
    <p:sldId id="770" r:id="rId42"/>
    <p:sldId id="775" r:id="rId43"/>
    <p:sldId id="776" r:id="rId44"/>
    <p:sldId id="777" r:id="rId45"/>
    <p:sldId id="778" r:id="rId46"/>
    <p:sldId id="780" r:id="rId47"/>
    <p:sldId id="781" r:id="rId48"/>
    <p:sldId id="779" r:id="rId49"/>
    <p:sldId id="782" r:id="rId5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9FEEF2-759D-45B7-BF10-ECA94297F040}" v="7146" dt="2025-11-22T22:13:36.678"/>
    <p1510:client id="{DE229E78-DAA6-48D2-8B6C-9E22ED1EB1F7}" v="987" dt="2025-11-23T12:07:50.8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30" autoAdjust="0"/>
    <p:restoredTop sz="94660"/>
  </p:normalViewPr>
  <p:slideViewPr>
    <p:cSldViewPr>
      <p:cViewPr varScale="1">
        <p:scale>
          <a:sx n="60" d="100"/>
          <a:sy n="60" d="100"/>
        </p:scale>
        <p:origin x="1314" y="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5" d="100"/>
          <a:sy n="65" d="100"/>
        </p:scale>
        <p:origin x="4052" y="64"/>
      </p:cViewPr>
      <p:guideLst/>
    </p:cSldViewPr>
  </p:notesViewPr>
  <p:gridSpacing cx="90001" cy="90001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l R." userId="03e9e69c0e8a7741" providerId="LiveId" clId="{7E8451C7-0DB5-4F3D-8DC4-447DBD27B8B8}"/>
    <pc:docChg chg="undo redo custSel addSld delSld modSld sldOrd">
      <pc:chgData name="Tal R." userId="03e9e69c0e8a7741" providerId="LiveId" clId="{7E8451C7-0DB5-4F3D-8DC4-447DBD27B8B8}" dt="2025-11-23T12:07:50.842" v="8993" actId="113"/>
      <pc:docMkLst>
        <pc:docMk/>
      </pc:docMkLst>
      <pc:sldChg chg="modSp add mod modAnim">
        <pc:chgData name="Tal R." userId="03e9e69c0e8a7741" providerId="LiveId" clId="{7E8451C7-0DB5-4F3D-8DC4-447DBD27B8B8}" dt="2025-11-19T08:20:46.089" v="3940" actId="6549"/>
        <pc:sldMkLst>
          <pc:docMk/>
          <pc:sldMk cId="1247725391" sldId="717"/>
        </pc:sldMkLst>
      </pc:sldChg>
      <pc:sldChg chg="modSp add mod addAnim delAnim modAnim">
        <pc:chgData name="Tal R." userId="03e9e69c0e8a7741" providerId="LiveId" clId="{7E8451C7-0DB5-4F3D-8DC4-447DBD27B8B8}" dt="2025-11-19T08:34:22.237" v="4484"/>
        <pc:sldMkLst>
          <pc:docMk/>
          <pc:sldMk cId="1359813786" sldId="723"/>
        </pc:sldMkLst>
        <pc:spChg chg="mod">
          <ac:chgData name="Tal R." userId="03e9e69c0e8a7741" providerId="LiveId" clId="{7E8451C7-0DB5-4F3D-8DC4-447DBD27B8B8}" dt="2025-11-19T08:23:37.773" v="4077"/>
          <ac:spMkLst>
            <pc:docMk/>
            <pc:sldMk cId="1359813786" sldId="723"/>
            <ac:spMk id="3" creationId="{928068E0-C0A7-C49C-1BC1-4A1B0B37B840}"/>
          </ac:spMkLst>
        </pc:spChg>
        <pc:spChg chg="mod">
          <ac:chgData name="Tal R." userId="03e9e69c0e8a7741" providerId="LiveId" clId="{7E8451C7-0DB5-4F3D-8DC4-447DBD27B8B8}" dt="2025-11-19T08:23:49.041" v="4098" actId="20577"/>
          <ac:spMkLst>
            <pc:docMk/>
            <pc:sldMk cId="1359813786" sldId="723"/>
            <ac:spMk id="4" creationId="{DC54CBAC-DE3F-8B69-C21B-5BC53693BE94}"/>
          </ac:spMkLst>
        </pc:spChg>
        <pc:graphicFrameChg chg="mod modGraphic">
          <ac:chgData name="Tal R." userId="03e9e69c0e8a7741" providerId="LiveId" clId="{7E8451C7-0DB5-4F3D-8DC4-447DBD27B8B8}" dt="2025-11-19T08:34:22.237" v="4484"/>
          <ac:graphicFrameMkLst>
            <pc:docMk/>
            <pc:sldMk cId="1359813786" sldId="723"/>
            <ac:graphicFrameMk id="2" creationId="{730666A4-DA1B-77CE-3631-3B010EAFF60E}"/>
          </ac:graphicFrameMkLst>
        </pc:graphicFrameChg>
      </pc:sldChg>
      <pc:sldChg chg="delSp modSp add mod addAnim delAnim modAnim">
        <pc:chgData name="Tal R." userId="03e9e69c0e8a7741" providerId="LiveId" clId="{7E8451C7-0DB5-4F3D-8DC4-447DBD27B8B8}" dt="2025-11-23T08:31:51.484" v="8183" actId="20577"/>
        <pc:sldMkLst>
          <pc:docMk/>
          <pc:sldMk cId="65108062" sldId="725"/>
        </pc:sldMkLst>
        <pc:spChg chg="mod">
          <ac:chgData name="Tal R." userId="03e9e69c0e8a7741" providerId="LiveId" clId="{7E8451C7-0DB5-4F3D-8DC4-447DBD27B8B8}" dt="2025-11-19T08:35:03.215" v="4503" actId="20577"/>
          <ac:spMkLst>
            <pc:docMk/>
            <pc:sldMk cId="65108062" sldId="725"/>
            <ac:spMk id="3" creationId="{873D1E35-E273-7D2D-2FB9-D72F37BDE1E7}"/>
          </ac:spMkLst>
        </pc:spChg>
        <pc:spChg chg="mod">
          <ac:chgData name="Tal R." userId="03e9e69c0e8a7741" providerId="LiveId" clId="{7E8451C7-0DB5-4F3D-8DC4-447DBD27B8B8}" dt="2025-11-23T08:31:51.484" v="8183" actId="20577"/>
          <ac:spMkLst>
            <pc:docMk/>
            <pc:sldMk cId="65108062" sldId="725"/>
            <ac:spMk id="4" creationId="{59302DE3-BF28-AAD5-C696-EDA176A0B029}"/>
          </ac:spMkLst>
        </pc:spChg>
      </pc:sldChg>
      <pc:sldChg chg="modSp add mod addAnim delAnim modAnim">
        <pc:chgData name="Tal R." userId="03e9e69c0e8a7741" providerId="LiveId" clId="{7E8451C7-0DB5-4F3D-8DC4-447DBD27B8B8}" dt="2025-11-23T08:31:37.467" v="8179" actId="20577"/>
        <pc:sldMkLst>
          <pc:docMk/>
          <pc:sldMk cId="771622506" sldId="729"/>
        </pc:sldMkLst>
        <pc:spChg chg="mod">
          <ac:chgData name="Tal R." userId="03e9e69c0e8a7741" providerId="LiveId" clId="{7E8451C7-0DB5-4F3D-8DC4-447DBD27B8B8}" dt="2025-11-19T09:15:41.181" v="5878" actId="20577"/>
          <ac:spMkLst>
            <pc:docMk/>
            <pc:sldMk cId="771622506" sldId="729"/>
            <ac:spMk id="3" creationId="{591366C3-C0E3-1024-65D9-8A94E1D673B4}"/>
          </ac:spMkLst>
        </pc:spChg>
        <pc:spChg chg="mod">
          <ac:chgData name="Tal R." userId="03e9e69c0e8a7741" providerId="LiveId" clId="{7E8451C7-0DB5-4F3D-8DC4-447DBD27B8B8}" dt="2025-11-23T08:31:37.467" v="8179" actId="20577"/>
          <ac:spMkLst>
            <pc:docMk/>
            <pc:sldMk cId="771622506" sldId="729"/>
            <ac:spMk id="4" creationId="{2D13A6DF-A886-D9C9-38C1-D854821E43AB}"/>
          </ac:spMkLst>
        </pc:spChg>
      </pc:sldChg>
      <pc:sldChg chg="addSp modSp add mod addAnim delAnim modAnim">
        <pc:chgData name="Tal R." userId="03e9e69c0e8a7741" providerId="LiveId" clId="{7E8451C7-0DB5-4F3D-8DC4-447DBD27B8B8}" dt="2025-11-19T09:41:24.732" v="7070" actId="403"/>
        <pc:sldMkLst>
          <pc:docMk/>
          <pc:sldMk cId="2423300689" sldId="732"/>
        </pc:sldMkLst>
        <pc:spChg chg="mod">
          <ac:chgData name="Tal R." userId="03e9e69c0e8a7741" providerId="LiveId" clId="{7E8451C7-0DB5-4F3D-8DC4-447DBD27B8B8}" dt="2025-11-19T09:41:24.732" v="7070" actId="403"/>
          <ac:spMkLst>
            <pc:docMk/>
            <pc:sldMk cId="2423300689" sldId="732"/>
            <ac:spMk id="4" creationId="{9923725A-3D2C-A956-393F-8827D680426E}"/>
          </ac:spMkLst>
        </pc:spChg>
      </pc:sldChg>
      <pc:sldChg chg="modSp modAnim">
        <pc:chgData name="Tal R." userId="03e9e69c0e8a7741" providerId="LiveId" clId="{7E8451C7-0DB5-4F3D-8DC4-447DBD27B8B8}" dt="2025-11-23T08:32:45.048" v="8197" actId="20577"/>
        <pc:sldMkLst>
          <pc:docMk/>
          <pc:sldMk cId="3702013501" sldId="746"/>
        </pc:sldMkLst>
        <pc:spChg chg="mod">
          <ac:chgData name="Tal R." userId="03e9e69c0e8a7741" providerId="LiveId" clId="{7E8451C7-0DB5-4F3D-8DC4-447DBD27B8B8}" dt="2025-11-23T08:32:45.048" v="8197" actId="20577"/>
          <ac:spMkLst>
            <pc:docMk/>
            <pc:sldMk cId="3702013501" sldId="746"/>
            <ac:spMk id="4" creationId="{ACB3A0D0-3FB1-9E82-70E7-F865FBA03B06}"/>
          </ac:spMkLst>
        </pc:spChg>
      </pc:sldChg>
      <pc:sldChg chg="modSp mod modAnim">
        <pc:chgData name="Tal R." userId="03e9e69c0e8a7741" providerId="LiveId" clId="{7E8451C7-0DB5-4F3D-8DC4-447DBD27B8B8}" dt="2025-11-23T08:33:10.943" v="8205" actId="20577"/>
        <pc:sldMkLst>
          <pc:docMk/>
          <pc:sldMk cId="2554927220" sldId="751"/>
        </pc:sldMkLst>
        <pc:spChg chg="mod">
          <ac:chgData name="Tal R." userId="03e9e69c0e8a7741" providerId="LiveId" clId="{7E8451C7-0DB5-4F3D-8DC4-447DBD27B8B8}" dt="2025-11-23T08:33:10.943" v="8205" actId="20577"/>
          <ac:spMkLst>
            <pc:docMk/>
            <pc:sldMk cId="2554927220" sldId="751"/>
            <ac:spMk id="2" creationId="{29D7E883-63ED-EAD1-29AA-0A04300E683B}"/>
          </ac:spMkLst>
        </pc:spChg>
        <pc:spChg chg="mod">
          <ac:chgData name="Tal R." userId="03e9e69c0e8a7741" providerId="LiveId" clId="{7E8451C7-0DB5-4F3D-8DC4-447DBD27B8B8}" dt="2025-11-23T08:22:21.652" v="8100" actId="20577"/>
          <ac:spMkLst>
            <pc:docMk/>
            <pc:sldMk cId="2554927220" sldId="751"/>
            <ac:spMk id="4" creationId="{9C6C77FA-E98D-6FF6-BCEB-97C055C59FEA}"/>
          </ac:spMkLst>
        </pc:spChg>
      </pc:sldChg>
      <pc:sldChg chg="modSp">
        <pc:chgData name="Tal R." userId="03e9e69c0e8a7741" providerId="LiveId" clId="{7E8451C7-0DB5-4F3D-8DC4-447DBD27B8B8}" dt="2025-11-23T08:34:24.010" v="8223" actId="20577"/>
        <pc:sldMkLst>
          <pc:docMk/>
          <pc:sldMk cId="3095275146" sldId="752"/>
        </pc:sldMkLst>
        <pc:spChg chg="mod">
          <ac:chgData name="Tal R." userId="03e9e69c0e8a7741" providerId="LiveId" clId="{7E8451C7-0DB5-4F3D-8DC4-447DBD27B8B8}" dt="2025-11-23T08:34:24.010" v="8223" actId="20577"/>
          <ac:spMkLst>
            <pc:docMk/>
            <pc:sldMk cId="3095275146" sldId="752"/>
            <ac:spMk id="2" creationId="{998856C2-F235-64D2-747E-0BD1A2E155E1}"/>
          </ac:spMkLst>
        </pc:spChg>
        <pc:spChg chg="mod">
          <ac:chgData name="Tal R." userId="03e9e69c0e8a7741" providerId="LiveId" clId="{7E8451C7-0DB5-4F3D-8DC4-447DBD27B8B8}" dt="2025-11-23T08:32:05.317" v="8185" actId="20577"/>
          <ac:spMkLst>
            <pc:docMk/>
            <pc:sldMk cId="3095275146" sldId="752"/>
            <ac:spMk id="8" creationId="{AA9844D1-45A9-DC86-BE98-C7B828AFEAAD}"/>
          </ac:spMkLst>
        </pc:spChg>
      </pc:sldChg>
      <pc:sldChg chg="modSp mod">
        <pc:chgData name="Tal R." userId="03e9e69c0e8a7741" providerId="LiveId" clId="{7E8451C7-0DB5-4F3D-8DC4-447DBD27B8B8}" dt="2025-11-23T08:34:30.720" v="8225" actId="20577"/>
        <pc:sldMkLst>
          <pc:docMk/>
          <pc:sldMk cId="3337246839" sldId="753"/>
        </pc:sldMkLst>
        <pc:spChg chg="mod">
          <ac:chgData name="Tal R." userId="03e9e69c0e8a7741" providerId="LiveId" clId="{7E8451C7-0DB5-4F3D-8DC4-447DBD27B8B8}" dt="2025-11-23T08:34:30.720" v="8225" actId="20577"/>
          <ac:spMkLst>
            <pc:docMk/>
            <pc:sldMk cId="3337246839" sldId="753"/>
            <ac:spMk id="2" creationId="{622D7ED1-1ED1-F4A9-CE26-D7BFFD4BE534}"/>
          </ac:spMkLst>
        </pc:spChg>
      </pc:sldChg>
      <pc:sldChg chg="modSp">
        <pc:chgData name="Tal R." userId="03e9e69c0e8a7741" providerId="LiveId" clId="{7E8451C7-0DB5-4F3D-8DC4-447DBD27B8B8}" dt="2025-11-23T08:32:17.608" v="8187" actId="20577"/>
        <pc:sldMkLst>
          <pc:docMk/>
          <pc:sldMk cId="1381872568" sldId="754"/>
        </pc:sldMkLst>
        <pc:spChg chg="mod">
          <ac:chgData name="Tal R." userId="03e9e69c0e8a7741" providerId="LiveId" clId="{7E8451C7-0DB5-4F3D-8DC4-447DBD27B8B8}" dt="2025-11-23T08:32:17.608" v="8187" actId="20577"/>
          <ac:spMkLst>
            <pc:docMk/>
            <pc:sldMk cId="1381872568" sldId="754"/>
            <ac:spMk id="2" creationId="{F409D31F-684D-8D5B-7ECE-C41B56ECD4EC}"/>
          </ac:spMkLst>
        </pc:spChg>
      </pc:sldChg>
      <pc:sldChg chg="modSp">
        <pc:chgData name="Tal R." userId="03e9e69c0e8a7741" providerId="LiveId" clId="{7E8451C7-0DB5-4F3D-8DC4-447DBD27B8B8}" dt="2025-11-23T08:07:29.310" v="7867" actId="20577"/>
        <pc:sldMkLst>
          <pc:docMk/>
          <pc:sldMk cId="3489571540" sldId="758"/>
        </pc:sldMkLst>
        <pc:spChg chg="mod">
          <ac:chgData name="Tal R." userId="03e9e69c0e8a7741" providerId="LiveId" clId="{7E8451C7-0DB5-4F3D-8DC4-447DBD27B8B8}" dt="2025-11-23T08:07:29.310" v="7867" actId="20577"/>
          <ac:spMkLst>
            <pc:docMk/>
            <pc:sldMk cId="3489571540" sldId="758"/>
            <ac:spMk id="6" creationId="{8CE2F6B6-DB7D-E699-973A-95DC35EC6476}"/>
          </ac:spMkLst>
        </pc:spChg>
      </pc:sldChg>
      <pc:sldChg chg="modSp mod">
        <pc:chgData name="Tal R." userId="03e9e69c0e8a7741" providerId="LiveId" clId="{7E8451C7-0DB5-4F3D-8DC4-447DBD27B8B8}" dt="2025-11-23T08:08:19.355" v="7870" actId="255"/>
        <pc:sldMkLst>
          <pc:docMk/>
          <pc:sldMk cId="2746570993" sldId="760"/>
        </pc:sldMkLst>
        <pc:spChg chg="mod">
          <ac:chgData name="Tal R." userId="03e9e69c0e8a7741" providerId="LiveId" clId="{7E8451C7-0DB5-4F3D-8DC4-447DBD27B8B8}" dt="2025-11-23T08:08:19.355" v="7870" actId="255"/>
          <ac:spMkLst>
            <pc:docMk/>
            <pc:sldMk cId="2746570993" sldId="760"/>
            <ac:spMk id="4" creationId="{C143247C-E6A9-92D4-89AA-841BAFE3DDFC}"/>
          </ac:spMkLst>
        </pc:spChg>
      </pc:sldChg>
      <pc:sldChg chg="modSp">
        <pc:chgData name="Tal R." userId="03e9e69c0e8a7741" providerId="LiveId" clId="{7E8451C7-0DB5-4F3D-8DC4-447DBD27B8B8}" dt="2025-11-23T08:32:35.616" v="8193" actId="20577"/>
        <pc:sldMkLst>
          <pc:docMk/>
          <pc:sldMk cId="30216479" sldId="761"/>
        </pc:sldMkLst>
        <pc:spChg chg="mod">
          <ac:chgData name="Tal R." userId="03e9e69c0e8a7741" providerId="LiveId" clId="{7E8451C7-0DB5-4F3D-8DC4-447DBD27B8B8}" dt="2025-11-23T08:32:35.616" v="8193" actId="20577"/>
          <ac:spMkLst>
            <pc:docMk/>
            <pc:sldMk cId="30216479" sldId="761"/>
            <ac:spMk id="2" creationId="{180FDA78-CB3D-14A8-443C-71E9C497F4A1}"/>
          </ac:spMkLst>
        </pc:spChg>
        <pc:spChg chg="mod">
          <ac:chgData name="Tal R." userId="03e9e69c0e8a7741" providerId="LiveId" clId="{7E8451C7-0DB5-4F3D-8DC4-447DBD27B8B8}" dt="2025-11-23T08:32:28.811" v="8189" actId="20577"/>
          <ac:spMkLst>
            <pc:docMk/>
            <pc:sldMk cId="30216479" sldId="761"/>
            <ac:spMk id="5" creationId="{0C9C765A-869A-1A8F-D8BC-52607559E942}"/>
          </ac:spMkLst>
        </pc:spChg>
      </pc:sldChg>
      <pc:sldChg chg="modSp">
        <pc:chgData name="Tal R." userId="03e9e69c0e8a7741" providerId="LiveId" clId="{7E8451C7-0DB5-4F3D-8DC4-447DBD27B8B8}" dt="2025-11-23T08:32:52.626" v="8201" actId="20577"/>
        <pc:sldMkLst>
          <pc:docMk/>
          <pc:sldMk cId="158852115" sldId="762"/>
        </pc:sldMkLst>
        <pc:spChg chg="mod">
          <ac:chgData name="Tal R." userId="03e9e69c0e8a7741" providerId="LiveId" clId="{7E8451C7-0DB5-4F3D-8DC4-447DBD27B8B8}" dt="2025-11-23T08:32:52.626" v="8201" actId="20577"/>
          <ac:spMkLst>
            <pc:docMk/>
            <pc:sldMk cId="158852115" sldId="762"/>
            <ac:spMk id="4" creationId="{65982B22-5B88-D041-2968-3B92B61DE7F7}"/>
          </ac:spMkLst>
        </pc:spChg>
      </pc:sldChg>
      <pc:sldChg chg="modSp mod">
        <pc:chgData name="Tal R." userId="03e9e69c0e8a7741" providerId="LiveId" clId="{7E8451C7-0DB5-4F3D-8DC4-447DBD27B8B8}" dt="2025-11-23T08:33:38.571" v="8211" actId="14429"/>
        <pc:sldMkLst>
          <pc:docMk/>
          <pc:sldMk cId="4147486335" sldId="764"/>
        </pc:sldMkLst>
        <pc:spChg chg="mod">
          <ac:chgData name="Tal R." userId="03e9e69c0e8a7741" providerId="LiveId" clId="{7E8451C7-0DB5-4F3D-8DC4-447DBD27B8B8}" dt="2025-11-23T08:33:35.689" v="8210" actId="20577"/>
          <ac:spMkLst>
            <pc:docMk/>
            <pc:sldMk cId="4147486335" sldId="764"/>
            <ac:spMk id="7" creationId="{546BA6EB-7F74-D23C-FFAD-7DD20B0DC876}"/>
          </ac:spMkLst>
        </pc:spChg>
        <pc:picChg chg="mod modVis">
          <ac:chgData name="Tal R." userId="03e9e69c0e8a7741" providerId="LiveId" clId="{7E8451C7-0DB5-4F3D-8DC4-447DBD27B8B8}" dt="2025-11-23T08:33:38.571" v="8211" actId="14429"/>
          <ac:picMkLst>
            <pc:docMk/>
            <pc:sldMk cId="4147486335" sldId="764"/>
            <ac:picMk id="8" creationId="{11A5A055-82CD-927A-0C94-C32D1990BE6E}"/>
          </ac:picMkLst>
        </pc:picChg>
      </pc:sldChg>
      <pc:sldChg chg="modSp mod">
        <pc:chgData name="Tal R." userId="03e9e69c0e8a7741" providerId="LiveId" clId="{7E8451C7-0DB5-4F3D-8DC4-447DBD27B8B8}" dt="2025-11-23T08:34:10.789" v="8217" actId="14429"/>
        <pc:sldMkLst>
          <pc:docMk/>
          <pc:sldMk cId="3006122504" sldId="765"/>
        </pc:sldMkLst>
        <pc:spChg chg="mod">
          <ac:chgData name="Tal R." userId="03e9e69c0e8a7741" providerId="LiveId" clId="{7E8451C7-0DB5-4F3D-8DC4-447DBD27B8B8}" dt="2025-11-23T08:34:07.918" v="8216" actId="20577"/>
          <ac:spMkLst>
            <pc:docMk/>
            <pc:sldMk cId="3006122504" sldId="765"/>
            <ac:spMk id="7" creationId="{A2E1D63A-2689-97CA-B001-BB4C67BE1FAA}"/>
          </ac:spMkLst>
        </pc:spChg>
        <pc:picChg chg="mod modVis">
          <ac:chgData name="Tal R." userId="03e9e69c0e8a7741" providerId="LiveId" clId="{7E8451C7-0DB5-4F3D-8DC4-447DBD27B8B8}" dt="2025-11-23T08:34:10.789" v="8217" actId="14429"/>
          <ac:picMkLst>
            <pc:docMk/>
            <pc:sldMk cId="3006122504" sldId="765"/>
            <ac:picMk id="4" creationId="{38688226-D54B-8D5A-5CA5-B51522C150E8}"/>
          </ac:picMkLst>
        </pc:picChg>
      </pc:sldChg>
      <pc:sldChg chg="del">
        <pc:chgData name="Tal R." userId="03e9e69c0e8a7741" providerId="LiveId" clId="{7E8451C7-0DB5-4F3D-8DC4-447DBD27B8B8}" dt="2025-11-23T08:28:27.707" v="8156" actId="47"/>
        <pc:sldMkLst>
          <pc:docMk/>
          <pc:sldMk cId="4277876263" sldId="766"/>
        </pc:sldMkLst>
      </pc:sldChg>
      <pc:sldChg chg="modSp">
        <pc:chgData name="Tal R." userId="03e9e69c0e8a7741" providerId="LiveId" clId="{7E8451C7-0DB5-4F3D-8DC4-447DBD27B8B8}" dt="2025-11-23T08:37:57.829" v="8240" actId="20577"/>
        <pc:sldMkLst>
          <pc:docMk/>
          <pc:sldMk cId="52838968" sldId="768"/>
        </pc:sldMkLst>
        <pc:spChg chg="mod">
          <ac:chgData name="Tal R." userId="03e9e69c0e8a7741" providerId="LiveId" clId="{7E8451C7-0DB5-4F3D-8DC4-447DBD27B8B8}" dt="2025-11-23T08:37:57.829" v="8240" actId="20577"/>
          <ac:spMkLst>
            <pc:docMk/>
            <pc:sldMk cId="52838968" sldId="768"/>
            <ac:spMk id="4" creationId="{1BADF659-BDF1-20DF-D078-0AC319B33AB8}"/>
          </ac:spMkLst>
        </pc:spChg>
      </pc:sldChg>
      <pc:sldChg chg="modSp mod modAnim">
        <pc:chgData name="Tal R." userId="03e9e69c0e8a7741" providerId="LiveId" clId="{7E8451C7-0DB5-4F3D-8DC4-447DBD27B8B8}" dt="2025-11-23T08:41:16.053" v="8258" actId="14100"/>
        <pc:sldMkLst>
          <pc:docMk/>
          <pc:sldMk cId="4039816073" sldId="769"/>
        </pc:sldMkLst>
        <pc:spChg chg="mod">
          <ac:chgData name="Tal R." userId="03e9e69c0e8a7741" providerId="LiveId" clId="{7E8451C7-0DB5-4F3D-8DC4-447DBD27B8B8}" dt="2025-11-23T08:41:16.053" v="8258" actId="14100"/>
          <ac:spMkLst>
            <pc:docMk/>
            <pc:sldMk cId="4039816073" sldId="769"/>
            <ac:spMk id="4" creationId="{038C694D-AFCC-F749-C0BA-F122EF0E87ED}"/>
          </ac:spMkLst>
        </pc:spChg>
      </pc:sldChg>
      <pc:sldChg chg="modSp mod addAnim delAnim modAnim">
        <pc:chgData name="Tal R." userId="03e9e69c0e8a7741" providerId="LiveId" clId="{7E8451C7-0DB5-4F3D-8DC4-447DBD27B8B8}" dt="2025-11-23T09:04:48.609" v="8502" actId="114"/>
        <pc:sldMkLst>
          <pc:docMk/>
          <pc:sldMk cId="2958959996" sldId="771"/>
        </pc:sldMkLst>
        <pc:spChg chg="mod">
          <ac:chgData name="Tal R." userId="03e9e69c0e8a7741" providerId="LiveId" clId="{7E8451C7-0DB5-4F3D-8DC4-447DBD27B8B8}" dt="2025-11-23T09:04:48.609" v="8502" actId="114"/>
          <ac:spMkLst>
            <pc:docMk/>
            <pc:sldMk cId="2958959996" sldId="771"/>
            <ac:spMk id="4" creationId="{2E1FC8AC-CCAE-8583-5F73-203F111F79E3}"/>
          </ac:spMkLst>
        </pc:spChg>
      </pc:sldChg>
      <pc:sldChg chg="modSp mod addAnim delAnim modAnim">
        <pc:chgData name="Tal R." userId="03e9e69c0e8a7741" providerId="LiveId" clId="{7E8451C7-0DB5-4F3D-8DC4-447DBD27B8B8}" dt="2025-11-23T09:11:19.264" v="8545"/>
        <pc:sldMkLst>
          <pc:docMk/>
          <pc:sldMk cId="2922703532" sldId="772"/>
        </pc:sldMkLst>
        <pc:graphicFrameChg chg="mod modGraphic">
          <ac:chgData name="Tal R." userId="03e9e69c0e8a7741" providerId="LiveId" clId="{7E8451C7-0DB5-4F3D-8DC4-447DBD27B8B8}" dt="2025-11-23T09:11:19.264" v="8545"/>
          <ac:graphicFrameMkLst>
            <pc:docMk/>
            <pc:sldMk cId="2922703532" sldId="772"/>
            <ac:graphicFrameMk id="6" creationId="{F8CC0051-EA4F-BC4A-D61B-BF5C63360375}"/>
          </ac:graphicFrameMkLst>
        </pc:graphicFrameChg>
      </pc:sldChg>
      <pc:sldChg chg="addSp modSp mod modAnim">
        <pc:chgData name="Tal R." userId="03e9e69c0e8a7741" providerId="LiveId" clId="{7E8451C7-0DB5-4F3D-8DC4-447DBD27B8B8}" dt="2025-11-23T09:37:44.483" v="8673" actId="14100"/>
        <pc:sldMkLst>
          <pc:docMk/>
          <pc:sldMk cId="1956674289" sldId="773"/>
        </pc:sldMkLst>
        <pc:spChg chg="add mod">
          <ac:chgData name="Tal R." userId="03e9e69c0e8a7741" providerId="LiveId" clId="{7E8451C7-0DB5-4F3D-8DC4-447DBD27B8B8}" dt="2025-11-23T09:37:44.483" v="8673" actId="14100"/>
          <ac:spMkLst>
            <pc:docMk/>
            <pc:sldMk cId="1956674289" sldId="773"/>
            <ac:spMk id="2" creationId="{4A320A36-A9BB-3A87-5A66-7529E478705C}"/>
          </ac:spMkLst>
        </pc:spChg>
      </pc:sldChg>
      <pc:sldChg chg="modSp mod addAnim delAnim modAnim">
        <pc:chgData name="Tal R." userId="03e9e69c0e8a7741" providerId="LiveId" clId="{7E8451C7-0DB5-4F3D-8DC4-447DBD27B8B8}" dt="2025-11-23T09:13:51.984" v="8622" actId="20577"/>
        <pc:sldMkLst>
          <pc:docMk/>
          <pc:sldMk cId="4063732515" sldId="774"/>
        </pc:sldMkLst>
        <pc:spChg chg="mod">
          <ac:chgData name="Tal R." userId="03e9e69c0e8a7741" providerId="LiveId" clId="{7E8451C7-0DB5-4F3D-8DC4-447DBD27B8B8}" dt="2025-11-23T09:13:51.984" v="8622" actId="20577"/>
          <ac:spMkLst>
            <pc:docMk/>
            <pc:sldMk cId="4063732515" sldId="774"/>
            <ac:spMk id="4" creationId="{E1FFFA81-DC0A-BCEC-176A-FBD0ACF0988D}"/>
          </ac:spMkLst>
        </pc:spChg>
      </pc:sldChg>
      <pc:sldChg chg="modSp mod">
        <pc:chgData name="Tal R." userId="03e9e69c0e8a7741" providerId="LiveId" clId="{7E8451C7-0DB5-4F3D-8DC4-447DBD27B8B8}" dt="2025-11-23T08:57:08.341" v="8462" actId="1035"/>
        <pc:sldMkLst>
          <pc:docMk/>
          <pc:sldMk cId="1050725505" sldId="775"/>
        </pc:sldMkLst>
        <pc:spChg chg="mod">
          <ac:chgData name="Tal R." userId="03e9e69c0e8a7741" providerId="LiveId" clId="{7E8451C7-0DB5-4F3D-8DC4-447DBD27B8B8}" dt="2025-11-23T08:57:08.341" v="8462" actId="1035"/>
          <ac:spMkLst>
            <pc:docMk/>
            <pc:sldMk cId="1050725505" sldId="775"/>
            <ac:spMk id="4" creationId="{92AEAF3F-CA16-3130-4322-3B2ED148BD5C}"/>
          </ac:spMkLst>
        </pc:spChg>
      </pc:sldChg>
      <pc:sldChg chg="modSp">
        <pc:chgData name="Tal R." userId="03e9e69c0e8a7741" providerId="LiveId" clId="{7E8451C7-0DB5-4F3D-8DC4-447DBD27B8B8}" dt="2025-11-23T12:06:46.317" v="8986"/>
        <pc:sldMkLst>
          <pc:docMk/>
          <pc:sldMk cId="1876061227" sldId="777"/>
        </pc:sldMkLst>
        <pc:spChg chg="mod">
          <ac:chgData name="Tal R." userId="03e9e69c0e8a7741" providerId="LiveId" clId="{7E8451C7-0DB5-4F3D-8DC4-447DBD27B8B8}" dt="2025-11-23T12:06:46.317" v="8986"/>
          <ac:spMkLst>
            <pc:docMk/>
            <pc:sldMk cId="1876061227" sldId="777"/>
            <ac:spMk id="4" creationId="{61F4B80B-54C5-CCD5-0FF8-055A5F8C75AE}"/>
          </ac:spMkLst>
        </pc:spChg>
      </pc:sldChg>
      <pc:sldChg chg="modSp">
        <pc:chgData name="Tal R." userId="03e9e69c0e8a7741" providerId="LiveId" clId="{7E8451C7-0DB5-4F3D-8DC4-447DBD27B8B8}" dt="2025-11-23T12:07:30.763" v="8990" actId="113"/>
        <pc:sldMkLst>
          <pc:docMk/>
          <pc:sldMk cId="3525966117" sldId="779"/>
        </pc:sldMkLst>
        <pc:spChg chg="mod">
          <ac:chgData name="Tal R." userId="03e9e69c0e8a7741" providerId="LiveId" clId="{7E8451C7-0DB5-4F3D-8DC4-447DBD27B8B8}" dt="2025-11-23T12:07:30.763" v="8990" actId="113"/>
          <ac:spMkLst>
            <pc:docMk/>
            <pc:sldMk cId="3525966117" sldId="779"/>
            <ac:spMk id="4" creationId="{F9EDAB1C-230D-BF5E-2E66-87ABCC7E6E38}"/>
          </ac:spMkLst>
        </pc:spChg>
      </pc:sldChg>
      <pc:sldChg chg="modSp">
        <pc:chgData name="Tal R." userId="03e9e69c0e8a7741" providerId="LiveId" clId="{7E8451C7-0DB5-4F3D-8DC4-447DBD27B8B8}" dt="2025-11-23T12:07:50.842" v="8993" actId="113"/>
        <pc:sldMkLst>
          <pc:docMk/>
          <pc:sldMk cId="3605420432" sldId="782"/>
        </pc:sldMkLst>
        <pc:spChg chg="mod">
          <ac:chgData name="Tal R." userId="03e9e69c0e8a7741" providerId="LiveId" clId="{7E8451C7-0DB5-4F3D-8DC4-447DBD27B8B8}" dt="2025-11-23T12:07:50.842" v="8993" actId="113"/>
          <ac:spMkLst>
            <pc:docMk/>
            <pc:sldMk cId="3605420432" sldId="782"/>
            <ac:spMk id="4" creationId="{04F2F823-E658-7240-12C5-17F01C4EE1E1}"/>
          </ac:spMkLst>
        </pc:spChg>
      </pc:sldChg>
      <pc:sldChg chg="modSp add modTransition modAnim">
        <pc:chgData name="Tal R." userId="03e9e69c0e8a7741" providerId="LiveId" clId="{7E8451C7-0DB5-4F3D-8DC4-447DBD27B8B8}" dt="2025-11-23T08:34:53.894" v="8229" actId="20577"/>
        <pc:sldMkLst>
          <pc:docMk/>
          <pc:sldMk cId="76179729" sldId="783"/>
        </pc:sldMkLst>
        <pc:spChg chg="mod">
          <ac:chgData name="Tal R." userId="03e9e69c0e8a7741" providerId="LiveId" clId="{7E8451C7-0DB5-4F3D-8DC4-447DBD27B8B8}" dt="2025-11-23T08:34:53.894" v="8229" actId="20577"/>
          <ac:spMkLst>
            <pc:docMk/>
            <pc:sldMk cId="76179729" sldId="783"/>
            <ac:spMk id="4" creationId="{55DCA5D4-9461-8EAA-19D8-63D28C2A3E44}"/>
          </ac:spMkLst>
        </pc:spChg>
      </pc:sldChg>
      <pc:sldChg chg="modSp add del">
        <pc:chgData name="Tal R." userId="03e9e69c0e8a7741" providerId="LiveId" clId="{7E8451C7-0DB5-4F3D-8DC4-447DBD27B8B8}" dt="2025-11-23T08:37:26.095" v="8234" actId="47"/>
        <pc:sldMkLst>
          <pc:docMk/>
          <pc:sldMk cId="474253281" sldId="784"/>
        </pc:sldMkLst>
        <pc:spChg chg="mod">
          <ac:chgData name="Tal R." userId="03e9e69c0e8a7741" providerId="LiveId" clId="{7E8451C7-0DB5-4F3D-8DC4-447DBD27B8B8}" dt="2025-11-23T08:37:02.814" v="8233"/>
          <ac:spMkLst>
            <pc:docMk/>
            <pc:sldMk cId="474253281" sldId="784"/>
            <ac:spMk id="3" creationId="{F5F30AAD-D84D-2D76-010C-5D756078A895}"/>
          </ac:spMkLst>
        </pc:spChg>
      </pc:sldChg>
      <pc:sldChg chg="add modTransition modAnim">
        <pc:chgData name="Tal R." userId="03e9e69c0e8a7741" providerId="LiveId" clId="{7E8451C7-0DB5-4F3D-8DC4-447DBD27B8B8}" dt="2025-11-23T08:38:04.896" v="8241"/>
        <pc:sldMkLst>
          <pc:docMk/>
          <pc:sldMk cId="2997744529" sldId="784"/>
        </pc:sldMkLst>
      </pc:sldChg>
      <pc:sldChg chg="modSp add del mod modTransition addAnim delAnim modAnim">
        <pc:chgData name="Tal R." userId="03e9e69c0e8a7741" providerId="LiveId" clId="{7E8451C7-0DB5-4F3D-8DC4-447DBD27B8B8}" dt="2025-11-23T08:43:28.701" v="8325"/>
        <pc:sldMkLst>
          <pc:docMk/>
          <pc:sldMk cId="3688803407" sldId="785"/>
        </pc:sldMkLst>
        <pc:spChg chg="mod">
          <ac:chgData name="Tal R." userId="03e9e69c0e8a7741" providerId="LiveId" clId="{7E8451C7-0DB5-4F3D-8DC4-447DBD27B8B8}" dt="2025-11-23T08:42:43.694" v="8318" actId="2711"/>
          <ac:spMkLst>
            <pc:docMk/>
            <pc:sldMk cId="3688803407" sldId="785"/>
            <ac:spMk id="4" creationId="{BD418F2A-134C-DCB0-3F55-52E010A4D564}"/>
          </ac:spMkLst>
        </pc:spChg>
      </pc:sldChg>
      <pc:sldChg chg="modSp add del modAnim">
        <pc:chgData name="Tal R." userId="03e9e69c0e8a7741" providerId="LiveId" clId="{7E8451C7-0DB5-4F3D-8DC4-447DBD27B8B8}" dt="2025-11-23T08:52:05.697" v="8416" actId="2890"/>
        <pc:sldMkLst>
          <pc:docMk/>
          <pc:sldMk cId="707302112" sldId="786"/>
        </pc:sldMkLst>
        <pc:spChg chg="mod">
          <ac:chgData name="Tal R." userId="03e9e69c0e8a7741" providerId="LiveId" clId="{7E8451C7-0DB5-4F3D-8DC4-447DBD27B8B8}" dt="2025-11-23T08:51:54.898" v="8414" actId="20577"/>
          <ac:spMkLst>
            <pc:docMk/>
            <pc:sldMk cId="707302112" sldId="786"/>
            <ac:spMk id="4" creationId="{290E26E5-F4E0-27A3-C677-4B39E077A181}"/>
          </ac:spMkLst>
        </pc:spChg>
      </pc:sldChg>
      <pc:sldChg chg="addSp delSp modSp add mod modTransition modAnim">
        <pc:chgData name="Tal R." userId="03e9e69c0e8a7741" providerId="LiveId" clId="{7E8451C7-0DB5-4F3D-8DC4-447DBD27B8B8}" dt="2025-11-23T09:32:44.738" v="8633"/>
        <pc:sldMkLst>
          <pc:docMk/>
          <pc:sldMk cId="4175336951" sldId="786"/>
        </pc:sldMkLst>
        <pc:spChg chg="mod">
          <ac:chgData name="Tal R." userId="03e9e69c0e8a7741" providerId="LiveId" clId="{7E8451C7-0DB5-4F3D-8DC4-447DBD27B8B8}" dt="2025-11-23T09:32:44.738" v="8633"/>
          <ac:spMkLst>
            <pc:docMk/>
            <pc:sldMk cId="4175336951" sldId="786"/>
            <ac:spMk id="4" creationId="{4AFDB6D2-D6C2-669A-08CB-9B8644E2EB19}"/>
          </ac:spMkLst>
        </pc:spChg>
        <pc:spChg chg="add del mod">
          <ac:chgData name="Tal R." userId="03e9e69c0e8a7741" providerId="LiveId" clId="{7E8451C7-0DB5-4F3D-8DC4-447DBD27B8B8}" dt="2025-11-23T08:55:32.361" v="8454" actId="478"/>
          <ac:spMkLst>
            <pc:docMk/>
            <pc:sldMk cId="4175336951" sldId="786"/>
            <ac:spMk id="5" creationId="{017D35D0-AF9E-2F55-1017-A73AF9D7E24D}"/>
          </ac:spMkLst>
        </pc:spChg>
      </pc:sldChg>
      <pc:sldChg chg="modSp add mod">
        <pc:chgData name="Tal R." userId="03e9e69c0e8a7741" providerId="LiveId" clId="{7E8451C7-0DB5-4F3D-8DC4-447DBD27B8B8}" dt="2025-11-23T09:32:51.397" v="8636" actId="20577"/>
        <pc:sldMkLst>
          <pc:docMk/>
          <pc:sldMk cId="3271662507" sldId="787"/>
        </pc:sldMkLst>
        <pc:spChg chg="mod">
          <ac:chgData name="Tal R." userId="03e9e69c0e8a7741" providerId="LiveId" clId="{7E8451C7-0DB5-4F3D-8DC4-447DBD27B8B8}" dt="2025-11-23T09:32:51.397" v="8636" actId="20577"/>
          <ac:spMkLst>
            <pc:docMk/>
            <pc:sldMk cId="3271662507" sldId="787"/>
            <ac:spMk id="4" creationId="{93692324-AB2C-2A54-79DF-3C59AC2D8286}"/>
          </ac:spMkLst>
        </pc:spChg>
      </pc:sldChg>
      <pc:sldChg chg="add del">
        <pc:chgData name="Tal R." userId="03e9e69c0e8a7741" providerId="LiveId" clId="{7E8451C7-0DB5-4F3D-8DC4-447DBD27B8B8}" dt="2025-11-23T09:01:26.239" v="8481" actId="47"/>
        <pc:sldMkLst>
          <pc:docMk/>
          <pc:sldMk cId="3472861795" sldId="787"/>
        </pc:sldMkLst>
      </pc:sldChg>
      <pc:sldChg chg="modSp add modTransition addAnim delAnim modAnim">
        <pc:chgData name="Tal R." userId="03e9e69c0e8a7741" providerId="LiveId" clId="{7E8451C7-0DB5-4F3D-8DC4-447DBD27B8B8}" dt="2025-11-23T09:32:38.474" v="8632" actId="20577"/>
        <pc:sldMkLst>
          <pc:docMk/>
          <pc:sldMk cId="3760670495" sldId="788"/>
        </pc:sldMkLst>
        <pc:spChg chg="mod">
          <ac:chgData name="Tal R." userId="03e9e69c0e8a7741" providerId="LiveId" clId="{7E8451C7-0DB5-4F3D-8DC4-447DBD27B8B8}" dt="2025-11-23T09:32:38.474" v="8632" actId="20577"/>
          <ac:spMkLst>
            <pc:docMk/>
            <pc:sldMk cId="3760670495" sldId="788"/>
            <ac:spMk id="4" creationId="{77E992AD-07A1-E39C-B31A-9E336A60499E}"/>
          </ac:spMkLst>
        </pc:spChg>
      </pc:sldChg>
      <pc:sldChg chg="modSp add mod modTransition modAnim">
        <pc:chgData name="Tal R." userId="03e9e69c0e8a7741" providerId="LiveId" clId="{7E8451C7-0DB5-4F3D-8DC4-447DBD27B8B8}" dt="2025-11-23T09:36:34.452" v="8661" actId="1076"/>
        <pc:sldMkLst>
          <pc:docMk/>
          <pc:sldMk cId="1109031325" sldId="789"/>
        </pc:sldMkLst>
        <pc:spChg chg="mod">
          <ac:chgData name="Tal R." userId="03e9e69c0e8a7741" providerId="LiveId" clId="{7E8451C7-0DB5-4F3D-8DC4-447DBD27B8B8}" dt="2025-11-23T09:36:34.452" v="8661" actId="1076"/>
          <ac:spMkLst>
            <pc:docMk/>
            <pc:sldMk cId="1109031325" sldId="789"/>
            <ac:spMk id="2" creationId="{3EAA9492-E939-545C-09BA-8CB3CDEE5EE4}"/>
          </ac:spMkLst>
        </pc:spChg>
      </pc:sldChg>
      <pc:sldChg chg="add del">
        <pc:chgData name="Tal R." userId="03e9e69c0e8a7741" providerId="LiveId" clId="{7E8451C7-0DB5-4F3D-8DC4-447DBD27B8B8}" dt="2025-11-23T09:33:30.275" v="8638" actId="2890"/>
        <pc:sldMkLst>
          <pc:docMk/>
          <pc:sldMk cId="3878723889" sldId="789"/>
        </pc:sldMkLst>
      </pc:sldChg>
      <pc:sldChg chg="modSp add mod">
        <pc:chgData name="Tal R." userId="03e9e69c0e8a7741" providerId="LiveId" clId="{7E8451C7-0DB5-4F3D-8DC4-447DBD27B8B8}" dt="2025-11-23T09:37:03.602" v="8668" actId="14100"/>
        <pc:sldMkLst>
          <pc:docMk/>
          <pc:sldMk cId="2801616969" sldId="790"/>
        </pc:sldMkLst>
        <pc:spChg chg="mod">
          <ac:chgData name="Tal R." userId="03e9e69c0e8a7741" providerId="LiveId" clId="{7E8451C7-0DB5-4F3D-8DC4-447DBD27B8B8}" dt="2025-11-23T09:37:03.602" v="8668" actId="14100"/>
          <ac:spMkLst>
            <pc:docMk/>
            <pc:sldMk cId="2801616969" sldId="790"/>
            <ac:spMk id="2" creationId="{2DA15385-8878-8E17-9BC1-284469680495}"/>
          </ac:spMkLst>
        </pc:spChg>
        <pc:picChg chg="mod">
          <ac:chgData name="Tal R." userId="03e9e69c0e8a7741" providerId="LiveId" clId="{7E8451C7-0DB5-4F3D-8DC4-447DBD27B8B8}" dt="2025-11-23T09:36:57.989" v="8667" actId="1076"/>
          <ac:picMkLst>
            <pc:docMk/>
            <pc:sldMk cId="2801616969" sldId="790"/>
            <ac:picMk id="9" creationId="{46EC95E8-8D22-1E2F-AB8B-20DFFED1268C}"/>
          </ac:picMkLst>
        </pc:picChg>
      </pc:sldChg>
      <pc:sldChg chg="modSp add del mod">
        <pc:chgData name="Tal R." userId="03e9e69c0e8a7741" providerId="LiveId" clId="{7E8451C7-0DB5-4F3D-8DC4-447DBD27B8B8}" dt="2025-11-23T09:37:36.937" v="8672" actId="2890"/>
        <pc:sldMkLst>
          <pc:docMk/>
          <pc:sldMk cId="432872142" sldId="791"/>
        </pc:sldMkLst>
        <pc:spChg chg="mod">
          <ac:chgData name="Tal R." userId="03e9e69c0e8a7741" providerId="LiveId" clId="{7E8451C7-0DB5-4F3D-8DC4-447DBD27B8B8}" dt="2025-11-23T09:37:36.550" v="8671" actId="1076"/>
          <ac:spMkLst>
            <pc:docMk/>
            <pc:sldMk cId="432872142" sldId="791"/>
            <ac:spMk id="2" creationId="{28C70217-060F-F6F7-9D59-E0026F74FE2A}"/>
          </ac:spMkLst>
        </pc:spChg>
      </pc:sldChg>
      <pc:sldChg chg="addSp modSp add mod">
        <pc:chgData name="Tal R." userId="03e9e69c0e8a7741" providerId="LiveId" clId="{7E8451C7-0DB5-4F3D-8DC4-447DBD27B8B8}" dt="2025-11-23T09:38:20.920" v="8678"/>
        <pc:sldMkLst>
          <pc:docMk/>
          <pc:sldMk cId="3929368019" sldId="791"/>
        </pc:sldMkLst>
        <pc:spChg chg="mod">
          <ac:chgData name="Tal R." userId="03e9e69c0e8a7741" providerId="LiveId" clId="{7E8451C7-0DB5-4F3D-8DC4-447DBD27B8B8}" dt="2025-11-23T09:38:14.176" v="8676" actId="14100"/>
          <ac:spMkLst>
            <pc:docMk/>
            <pc:sldMk cId="3929368019" sldId="791"/>
            <ac:spMk id="2" creationId="{BA799FCF-B857-7C41-EA7F-19A7A208E0C1}"/>
          </ac:spMkLst>
        </pc:spChg>
        <pc:spChg chg="add mod">
          <ac:chgData name="Tal R." userId="03e9e69c0e8a7741" providerId="LiveId" clId="{7E8451C7-0DB5-4F3D-8DC4-447DBD27B8B8}" dt="2025-11-23T09:38:20.920" v="8678"/>
          <ac:spMkLst>
            <pc:docMk/>
            <pc:sldMk cId="3929368019" sldId="791"/>
            <ac:spMk id="5" creationId="{9C5DF699-A2C0-1B59-E0A8-F234FB375B35}"/>
          </ac:spMkLst>
        </pc:spChg>
      </pc:sldChg>
      <pc:sldChg chg="modSp add mod">
        <pc:chgData name="Tal R." userId="03e9e69c0e8a7741" providerId="LiveId" clId="{7E8451C7-0DB5-4F3D-8DC4-447DBD27B8B8}" dt="2025-11-23T09:38:43.833" v="8683" actId="14100"/>
        <pc:sldMkLst>
          <pc:docMk/>
          <pc:sldMk cId="2241296807" sldId="792"/>
        </pc:sldMkLst>
        <pc:spChg chg="mod">
          <ac:chgData name="Tal R." userId="03e9e69c0e8a7741" providerId="LiveId" clId="{7E8451C7-0DB5-4F3D-8DC4-447DBD27B8B8}" dt="2025-11-23T09:38:43.833" v="8683" actId="14100"/>
          <ac:spMkLst>
            <pc:docMk/>
            <pc:sldMk cId="2241296807" sldId="792"/>
            <ac:spMk id="2" creationId="{446C45C5-5151-081E-35A2-AEA4784D6551}"/>
          </ac:spMkLst>
        </pc:spChg>
      </pc:sldChg>
      <pc:sldChg chg="modSp add mod">
        <pc:chgData name="Tal R." userId="03e9e69c0e8a7741" providerId="LiveId" clId="{7E8451C7-0DB5-4F3D-8DC4-447DBD27B8B8}" dt="2025-11-23T09:39:43.453" v="8688" actId="14100"/>
        <pc:sldMkLst>
          <pc:docMk/>
          <pc:sldMk cId="2740581689" sldId="793"/>
        </pc:sldMkLst>
        <pc:spChg chg="mod">
          <ac:chgData name="Tal R." userId="03e9e69c0e8a7741" providerId="LiveId" clId="{7E8451C7-0DB5-4F3D-8DC4-447DBD27B8B8}" dt="2025-11-23T09:39:43.453" v="8688" actId="14100"/>
          <ac:spMkLst>
            <pc:docMk/>
            <pc:sldMk cId="2740581689" sldId="793"/>
            <ac:spMk id="2" creationId="{290D0215-79CE-23A4-E476-298D23E8BD51}"/>
          </ac:spMkLst>
        </pc:spChg>
      </pc:sldChg>
      <pc:sldChg chg="add del">
        <pc:chgData name="Tal R." userId="03e9e69c0e8a7741" providerId="LiveId" clId="{7E8451C7-0DB5-4F3D-8DC4-447DBD27B8B8}" dt="2025-11-23T09:39:25.905" v="8685" actId="2890"/>
        <pc:sldMkLst>
          <pc:docMk/>
          <pc:sldMk cId="4010174446" sldId="793"/>
        </pc:sldMkLst>
      </pc:sldChg>
      <pc:sldChg chg="modSp add mod">
        <pc:chgData name="Tal R." userId="03e9e69c0e8a7741" providerId="LiveId" clId="{7E8451C7-0DB5-4F3D-8DC4-447DBD27B8B8}" dt="2025-11-23T09:39:58.130" v="8691" actId="14100"/>
        <pc:sldMkLst>
          <pc:docMk/>
          <pc:sldMk cId="271823484" sldId="794"/>
        </pc:sldMkLst>
        <pc:spChg chg="mod">
          <ac:chgData name="Tal R." userId="03e9e69c0e8a7741" providerId="LiveId" clId="{7E8451C7-0DB5-4F3D-8DC4-447DBD27B8B8}" dt="2025-11-23T09:39:58.130" v="8691" actId="14100"/>
          <ac:spMkLst>
            <pc:docMk/>
            <pc:sldMk cId="271823484" sldId="794"/>
            <ac:spMk id="2" creationId="{C0CC1D21-9723-A60A-8BAB-EE9C5CF78B89}"/>
          </ac:spMkLst>
        </pc:spChg>
      </pc:sldChg>
      <pc:sldChg chg="add">
        <pc:chgData name="Tal R." userId="03e9e69c0e8a7741" providerId="LiveId" clId="{7E8451C7-0DB5-4F3D-8DC4-447DBD27B8B8}" dt="2025-11-23T09:40:21.842" v="8692"/>
        <pc:sldMkLst>
          <pc:docMk/>
          <pc:sldMk cId="2414164989" sldId="795"/>
        </pc:sldMkLst>
      </pc:sldChg>
      <pc:sldChg chg="modSp add del mod modAnim">
        <pc:chgData name="Tal R." userId="03e9e69c0e8a7741" providerId="LiveId" clId="{7E8451C7-0DB5-4F3D-8DC4-447DBD27B8B8}" dt="2025-11-23T09:57:38.582" v="8983" actId="47"/>
        <pc:sldMkLst>
          <pc:docMk/>
          <pc:sldMk cId="696138270" sldId="796"/>
        </pc:sldMkLst>
        <pc:spChg chg="mod">
          <ac:chgData name="Tal R." userId="03e9e69c0e8a7741" providerId="LiveId" clId="{7E8451C7-0DB5-4F3D-8DC4-447DBD27B8B8}" dt="2025-11-23T09:54:28.021" v="8714" actId="20577"/>
          <ac:spMkLst>
            <pc:docMk/>
            <pc:sldMk cId="696138270" sldId="796"/>
            <ac:spMk id="3" creationId="{FB0F991A-F7E0-F52D-F9D6-B146DBB36ABF}"/>
          </ac:spMkLst>
        </pc:spChg>
        <pc:spChg chg="mod">
          <ac:chgData name="Tal R." userId="03e9e69c0e8a7741" providerId="LiveId" clId="{7E8451C7-0DB5-4F3D-8DC4-447DBD27B8B8}" dt="2025-11-23T09:57:23.332" v="8982" actId="20577"/>
          <ac:spMkLst>
            <pc:docMk/>
            <pc:sldMk cId="696138270" sldId="796"/>
            <ac:spMk id="4" creationId="{7A2F11A8-43DA-455D-32A9-22B433678E8C}"/>
          </ac:spMkLst>
        </pc:spChg>
      </pc:sldChg>
    </pc:docChg>
  </pc:docChgLst>
  <pc:docChgLst>
    <pc:chgData name="Tal R." userId="03e9e69c0e8a7741" providerId="LiveId" clId="{012321CB-D30F-40A1-894C-E46D43B30E68}"/>
    <pc:docChg chg="undo redo custSel addSld delSld modSld sldOrd modMainMaster">
      <pc:chgData name="Tal R." userId="03e9e69c0e8a7741" providerId="LiveId" clId="{012321CB-D30F-40A1-894C-E46D43B30E68}" dt="2025-11-22T22:13:36.678" v="42795"/>
      <pc:docMkLst>
        <pc:docMk/>
      </pc:docMkLst>
      <pc:sldChg chg="modSp new mod">
        <pc:chgData name="Tal R." userId="03e9e69c0e8a7741" providerId="LiveId" clId="{012321CB-D30F-40A1-894C-E46D43B30E68}" dt="2025-11-22T13:03:57.602" v="33401" actId="6549"/>
        <pc:sldMkLst>
          <pc:docMk/>
          <pc:sldMk cId="467981463" sldId="541"/>
        </pc:sldMkLst>
        <pc:spChg chg="mod">
          <ac:chgData name="Tal R." userId="03e9e69c0e8a7741" providerId="LiveId" clId="{012321CB-D30F-40A1-894C-E46D43B30E68}" dt="2025-11-22T13:03:57.602" v="33401" actId="6549"/>
          <ac:spMkLst>
            <pc:docMk/>
            <pc:sldMk cId="467981463" sldId="541"/>
            <ac:spMk id="2" creationId="{63C98D00-06F6-E602-6C47-76C2BA233264}"/>
          </ac:spMkLst>
        </pc:spChg>
      </pc:sldChg>
      <pc:sldChg chg="addSp delSp modSp mod ord modTransition addAnim delAnim modAnim">
        <pc:chgData name="Tal R." userId="03e9e69c0e8a7741" providerId="LiveId" clId="{012321CB-D30F-40A1-894C-E46D43B30E68}" dt="2025-11-22T20:38:09.581" v="39683" actId="14100"/>
        <pc:sldMkLst>
          <pc:docMk/>
          <pc:sldMk cId="1247725391" sldId="717"/>
        </pc:sldMkLst>
        <pc:spChg chg="add mod">
          <ac:chgData name="Tal R." userId="03e9e69c0e8a7741" providerId="LiveId" clId="{012321CB-D30F-40A1-894C-E46D43B30E68}" dt="2025-11-22T19:03:59.772" v="37402" actId="20577"/>
          <ac:spMkLst>
            <pc:docMk/>
            <pc:sldMk cId="1247725391" sldId="717"/>
            <ac:spMk id="2" creationId="{7E076EB0-7F5D-C38E-8A6B-99C03965CE5B}"/>
          </ac:spMkLst>
        </pc:spChg>
        <pc:spChg chg="del mod">
          <ac:chgData name="Tal R." userId="03e9e69c0e8a7741" providerId="LiveId" clId="{012321CB-D30F-40A1-894C-E46D43B30E68}" dt="2025-11-22T15:11:26.866" v="34983" actId="478"/>
          <ac:spMkLst>
            <pc:docMk/>
            <pc:sldMk cId="1247725391" sldId="717"/>
            <ac:spMk id="4" creationId="{8568205E-DF7B-0CB5-01D0-0FA0BEED17DD}"/>
          </ac:spMkLst>
        </pc:spChg>
        <pc:spChg chg="add del mod">
          <ac:chgData name="Tal R." userId="03e9e69c0e8a7741" providerId="LiveId" clId="{012321CB-D30F-40A1-894C-E46D43B30E68}" dt="2025-11-22T15:11:29.704" v="34984" actId="478"/>
          <ac:spMkLst>
            <pc:docMk/>
            <pc:sldMk cId="1247725391" sldId="717"/>
            <ac:spMk id="6" creationId="{ECAAD42E-DA50-52F8-C2FF-539393E1BCF9}"/>
          </ac:spMkLst>
        </pc:spChg>
        <pc:spChg chg="add mod">
          <ac:chgData name="Tal R." userId="03e9e69c0e8a7741" providerId="LiveId" clId="{012321CB-D30F-40A1-894C-E46D43B30E68}" dt="2025-11-22T20:38:09.581" v="39683" actId="14100"/>
          <ac:spMkLst>
            <pc:docMk/>
            <pc:sldMk cId="1247725391" sldId="717"/>
            <ac:spMk id="7" creationId="{FC8686A4-BD14-9397-915A-EC08144A20D1}"/>
          </ac:spMkLst>
        </pc:spChg>
        <pc:spChg chg="add del mod">
          <ac:chgData name="Tal R." userId="03e9e69c0e8a7741" providerId="LiveId" clId="{012321CB-D30F-40A1-894C-E46D43B30E68}" dt="2025-11-22T15:12:56.709" v="35014" actId="478"/>
          <ac:spMkLst>
            <pc:docMk/>
            <pc:sldMk cId="1247725391" sldId="717"/>
            <ac:spMk id="8" creationId="{90376626-523C-109E-DE6C-08AAD7DD219F}"/>
          </ac:spMkLst>
        </pc:spChg>
        <pc:spChg chg="add mod">
          <ac:chgData name="Tal R." userId="03e9e69c0e8a7741" providerId="LiveId" clId="{012321CB-D30F-40A1-894C-E46D43B30E68}" dt="2025-11-22T15:55:13.803" v="35748" actId="20577"/>
          <ac:spMkLst>
            <pc:docMk/>
            <pc:sldMk cId="1247725391" sldId="717"/>
            <ac:spMk id="11" creationId="{7A6C6426-2131-902E-870A-65EA943C06D6}"/>
          </ac:spMkLst>
        </pc:spChg>
        <pc:picChg chg="add del">
          <ac:chgData name="Tal R." userId="03e9e69c0e8a7741" providerId="LiveId" clId="{012321CB-D30F-40A1-894C-E46D43B30E68}" dt="2025-11-22T15:15:30.329" v="35059" actId="22"/>
          <ac:picMkLst>
            <pc:docMk/>
            <pc:sldMk cId="1247725391" sldId="717"/>
            <ac:picMk id="10" creationId="{08B28A32-B100-CC83-E788-08349963D9A9}"/>
          </ac:picMkLst>
        </pc:picChg>
      </pc:sldChg>
      <pc:sldChg chg="modSp del mod">
        <pc:chgData name="Tal R." userId="03e9e69c0e8a7741" providerId="LiveId" clId="{012321CB-D30F-40A1-894C-E46D43B30E68}" dt="2025-11-22T13:08:47.798" v="33437" actId="47"/>
        <pc:sldMkLst>
          <pc:docMk/>
          <pc:sldMk cId="717206446" sldId="718"/>
        </pc:sldMkLst>
        <pc:spChg chg="mod">
          <ac:chgData name="Tal R." userId="03e9e69c0e8a7741" providerId="LiveId" clId="{012321CB-D30F-40A1-894C-E46D43B30E68}" dt="2025-11-22T12:48:34.098" v="33246"/>
          <ac:spMkLst>
            <pc:docMk/>
            <pc:sldMk cId="717206446" sldId="718"/>
            <ac:spMk id="4" creationId="{72930D68-5115-3140-D8B6-E4E6D1F80100}"/>
          </ac:spMkLst>
        </pc:spChg>
        <pc:graphicFrameChg chg="mod modGraphic">
          <ac:chgData name="Tal R." userId="03e9e69c0e8a7741" providerId="LiveId" clId="{012321CB-D30F-40A1-894C-E46D43B30E68}" dt="2025-11-22T12:49:32.482" v="33249"/>
          <ac:graphicFrameMkLst>
            <pc:docMk/>
            <pc:sldMk cId="717206446" sldId="718"/>
            <ac:graphicFrameMk id="2" creationId="{16187EAA-E305-4212-35DF-3443883945AE}"/>
          </ac:graphicFrameMkLst>
        </pc:graphicFrameChg>
      </pc:sldChg>
      <pc:sldChg chg="modSp del mod addAnim delAnim modAnim">
        <pc:chgData name="Tal R." userId="03e9e69c0e8a7741" providerId="LiveId" clId="{012321CB-D30F-40A1-894C-E46D43B30E68}" dt="2025-11-22T13:11:37.066" v="33460" actId="47"/>
        <pc:sldMkLst>
          <pc:docMk/>
          <pc:sldMk cId="3737538257" sldId="720"/>
        </pc:sldMkLst>
        <pc:spChg chg="mod">
          <ac:chgData name="Tal R." userId="03e9e69c0e8a7741" providerId="LiveId" clId="{012321CB-D30F-40A1-894C-E46D43B30E68}" dt="2025-11-22T12:41:40.926" v="33147"/>
          <ac:spMkLst>
            <pc:docMk/>
            <pc:sldMk cId="3737538257" sldId="720"/>
            <ac:spMk id="3" creationId="{86131664-0279-ED35-F264-517828C0F446}"/>
          </ac:spMkLst>
        </pc:spChg>
        <pc:spChg chg="mod">
          <ac:chgData name="Tal R." userId="03e9e69c0e8a7741" providerId="LiveId" clId="{012321CB-D30F-40A1-894C-E46D43B30E68}" dt="2025-11-22T13:10:24.567" v="33453" actId="255"/>
          <ac:spMkLst>
            <pc:docMk/>
            <pc:sldMk cId="3737538257" sldId="720"/>
            <ac:spMk id="4" creationId="{726826DD-7027-3316-2D3D-616A9F3755D8}"/>
          </ac:spMkLst>
        </pc:spChg>
      </pc:sldChg>
      <pc:sldChg chg="modSp add mod modAnim">
        <pc:chgData name="Tal R." userId="03e9e69c0e8a7741" providerId="LiveId" clId="{012321CB-D30F-40A1-894C-E46D43B30E68}" dt="2025-11-22T22:09:24.271" v="42778"/>
        <pc:sldMkLst>
          <pc:docMk/>
          <pc:sldMk cId="204214176" sldId="721"/>
        </pc:sldMkLst>
        <pc:spChg chg="mod">
          <ac:chgData name="Tal R." userId="03e9e69c0e8a7741" providerId="LiveId" clId="{012321CB-D30F-40A1-894C-E46D43B30E68}" dt="2025-11-22T20:37:19.834" v="39671" actId="14100"/>
          <ac:spMkLst>
            <pc:docMk/>
            <pc:sldMk cId="204214176" sldId="721"/>
            <ac:spMk id="4" creationId="{DEA5BAE6-0370-1706-4979-3060F54799DF}"/>
          </ac:spMkLst>
        </pc:spChg>
      </pc:sldChg>
      <pc:sldChg chg="addSp modSp add del mod addAnim delAnim modAnim">
        <pc:chgData name="Tal R." userId="03e9e69c0e8a7741" providerId="LiveId" clId="{012321CB-D30F-40A1-894C-E46D43B30E68}" dt="2025-11-22T16:47:28.597" v="36167" actId="2696"/>
        <pc:sldMkLst>
          <pc:docMk/>
          <pc:sldMk cId="1717626725" sldId="721"/>
        </pc:sldMkLst>
        <pc:spChg chg="mod">
          <ac:chgData name="Tal R." userId="03e9e69c0e8a7741" providerId="LiveId" clId="{012321CB-D30F-40A1-894C-E46D43B30E68}" dt="2025-11-22T14:16:22.573" v="33899"/>
          <ac:spMkLst>
            <pc:docMk/>
            <pc:sldMk cId="1717626725" sldId="721"/>
            <ac:spMk id="3" creationId="{6CE48D4A-3181-AD2F-AAEA-E64F1B929C20}"/>
          </ac:spMkLst>
        </pc:spChg>
        <pc:spChg chg="mod">
          <ac:chgData name="Tal R." userId="03e9e69c0e8a7741" providerId="LiveId" clId="{012321CB-D30F-40A1-894C-E46D43B30E68}" dt="2025-11-22T16:37:53.643" v="36108" actId="20577"/>
          <ac:spMkLst>
            <pc:docMk/>
            <pc:sldMk cId="1717626725" sldId="721"/>
            <ac:spMk id="4" creationId="{DEA5BAE6-0370-1706-4979-3060F54799DF}"/>
          </ac:spMkLst>
        </pc:spChg>
        <pc:graphicFrameChg chg="add mod modGraphic">
          <ac:chgData name="Tal R." userId="03e9e69c0e8a7741" providerId="LiveId" clId="{012321CB-D30F-40A1-894C-E46D43B30E68}" dt="2025-11-22T14:16:39.422" v="33935" actId="1036"/>
          <ac:graphicFrameMkLst>
            <pc:docMk/>
            <pc:sldMk cId="1717626725" sldId="721"/>
            <ac:graphicFrameMk id="2" creationId="{1D2C8BFB-4B2C-D345-AA25-4DAC529FB4C4}"/>
          </ac:graphicFrameMkLst>
        </pc:graphicFrameChg>
      </pc:sldChg>
      <pc:sldChg chg="modSp del modAnim">
        <pc:chgData name="Tal R." userId="03e9e69c0e8a7741" providerId="LiveId" clId="{012321CB-D30F-40A1-894C-E46D43B30E68}" dt="2025-11-22T13:29:46.715" v="33628" actId="47"/>
        <pc:sldMkLst>
          <pc:docMk/>
          <pc:sldMk cId="3863139743" sldId="722"/>
        </pc:sldMkLst>
        <pc:spChg chg="mod">
          <ac:chgData name="Tal R." userId="03e9e69c0e8a7741" providerId="LiveId" clId="{012321CB-D30F-40A1-894C-E46D43B30E68}" dt="2025-11-22T12:49:32.482" v="33249"/>
          <ac:spMkLst>
            <pc:docMk/>
            <pc:sldMk cId="3863139743" sldId="722"/>
            <ac:spMk id="4" creationId="{12BFB0CB-00B3-1226-93AF-8EBCBC8D90BF}"/>
          </ac:spMkLst>
        </pc:spChg>
      </pc:sldChg>
      <pc:sldChg chg="modSp mod">
        <pc:chgData name="Tal R." userId="03e9e69c0e8a7741" providerId="LiveId" clId="{012321CB-D30F-40A1-894C-E46D43B30E68}" dt="2025-11-22T20:37:13.021" v="39669" actId="14100"/>
        <pc:sldMkLst>
          <pc:docMk/>
          <pc:sldMk cId="1359813786" sldId="723"/>
        </pc:sldMkLst>
        <pc:spChg chg="mod">
          <ac:chgData name="Tal R." userId="03e9e69c0e8a7741" providerId="LiveId" clId="{012321CB-D30F-40A1-894C-E46D43B30E68}" dt="2025-11-22T16:47:39.648" v="36173" actId="20577"/>
          <ac:spMkLst>
            <pc:docMk/>
            <pc:sldMk cId="1359813786" sldId="723"/>
            <ac:spMk id="3" creationId="{928068E0-C0A7-C49C-1BC1-4A1B0B37B840}"/>
          </ac:spMkLst>
        </pc:spChg>
        <pc:spChg chg="mod">
          <ac:chgData name="Tal R." userId="03e9e69c0e8a7741" providerId="LiveId" clId="{012321CB-D30F-40A1-894C-E46D43B30E68}" dt="2025-11-22T20:37:13.021" v="39669" actId="14100"/>
          <ac:spMkLst>
            <pc:docMk/>
            <pc:sldMk cId="1359813786" sldId="723"/>
            <ac:spMk id="4" creationId="{DC54CBAC-DE3F-8B69-C21B-5BC53693BE94}"/>
          </ac:spMkLst>
        </pc:spChg>
        <pc:graphicFrameChg chg="mod modGraphic">
          <ac:chgData name="Tal R." userId="03e9e69c0e8a7741" providerId="LiveId" clId="{012321CB-D30F-40A1-894C-E46D43B30E68}" dt="2025-11-22T13:33:07.404" v="33700" actId="20577"/>
          <ac:graphicFrameMkLst>
            <pc:docMk/>
            <pc:sldMk cId="1359813786" sldId="723"/>
            <ac:graphicFrameMk id="2" creationId="{730666A4-DA1B-77CE-3631-3B010EAFF60E}"/>
          </ac:graphicFrameMkLst>
        </pc:graphicFrameChg>
      </pc:sldChg>
      <pc:sldChg chg="del">
        <pc:chgData name="Tal R." userId="03e9e69c0e8a7741" providerId="LiveId" clId="{012321CB-D30F-40A1-894C-E46D43B30E68}" dt="2025-11-22T13:33:36.960" v="33701" actId="47"/>
        <pc:sldMkLst>
          <pc:docMk/>
          <pc:sldMk cId="3714662870" sldId="724"/>
        </pc:sldMkLst>
      </pc:sldChg>
      <pc:sldChg chg="addSp delSp modSp mod modAnim">
        <pc:chgData name="Tal R." userId="03e9e69c0e8a7741" providerId="LiveId" clId="{012321CB-D30F-40A1-894C-E46D43B30E68}" dt="2025-11-22T20:37:09.659" v="39668" actId="14100"/>
        <pc:sldMkLst>
          <pc:docMk/>
          <pc:sldMk cId="65108062" sldId="725"/>
        </pc:sldMkLst>
        <pc:spChg chg="mod">
          <ac:chgData name="Tal R." userId="03e9e69c0e8a7741" providerId="LiveId" clId="{012321CB-D30F-40A1-894C-E46D43B30E68}" dt="2025-11-22T20:37:09.659" v="39668" actId="14100"/>
          <ac:spMkLst>
            <pc:docMk/>
            <pc:sldMk cId="65108062" sldId="725"/>
            <ac:spMk id="4" creationId="{59302DE3-BF28-AAD5-C696-EDA176A0B029}"/>
          </ac:spMkLst>
        </pc:spChg>
        <pc:spChg chg="add del mod">
          <ac:chgData name="Tal R." userId="03e9e69c0e8a7741" providerId="LiveId" clId="{012321CB-D30F-40A1-894C-E46D43B30E68}" dt="2025-11-22T17:22:38.336" v="36704" actId="478"/>
          <ac:spMkLst>
            <pc:docMk/>
            <pc:sldMk cId="65108062" sldId="725"/>
            <ac:spMk id="5" creationId="{629424E0-4069-BFED-76B6-A8B75A5FE3E2}"/>
          </ac:spMkLst>
        </pc:spChg>
      </pc:sldChg>
      <pc:sldChg chg="del">
        <pc:chgData name="Tal R." userId="03e9e69c0e8a7741" providerId="LiveId" clId="{012321CB-D30F-40A1-894C-E46D43B30E68}" dt="2025-11-22T17:15:34.691" v="36240" actId="47"/>
        <pc:sldMkLst>
          <pc:docMk/>
          <pc:sldMk cId="3287758807" sldId="726"/>
        </pc:sldMkLst>
      </pc:sldChg>
      <pc:sldChg chg="modSp del mod addAnim delAnim modAnim">
        <pc:chgData name="Tal R." userId="03e9e69c0e8a7741" providerId="LiveId" clId="{012321CB-D30F-40A1-894C-E46D43B30E68}" dt="2025-11-22T16:47:28.597" v="36167" actId="2696"/>
        <pc:sldMkLst>
          <pc:docMk/>
          <pc:sldMk cId="1137145688" sldId="727"/>
        </pc:sldMkLst>
        <pc:spChg chg="mod">
          <ac:chgData name="Tal R." userId="03e9e69c0e8a7741" providerId="LiveId" clId="{012321CB-D30F-40A1-894C-E46D43B30E68}" dt="2025-11-22T14:17:16.937" v="33936" actId="6549"/>
          <ac:spMkLst>
            <pc:docMk/>
            <pc:sldMk cId="1137145688" sldId="727"/>
            <ac:spMk id="4" creationId="{A9E7C142-D347-BE21-2EE8-06658AAE0D3F}"/>
          </ac:spMkLst>
        </pc:spChg>
      </pc:sldChg>
      <pc:sldChg chg="modSp add mod">
        <pc:chgData name="Tal R." userId="03e9e69c0e8a7741" providerId="LiveId" clId="{012321CB-D30F-40A1-894C-E46D43B30E68}" dt="2025-11-22T20:37:16.643" v="39670" actId="14100"/>
        <pc:sldMkLst>
          <pc:docMk/>
          <pc:sldMk cId="1850301763" sldId="727"/>
        </pc:sldMkLst>
        <pc:spChg chg="mod">
          <ac:chgData name="Tal R." userId="03e9e69c0e8a7741" providerId="LiveId" clId="{012321CB-D30F-40A1-894C-E46D43B30E68}" dt="2025-11-22T20:37:16.643" v="39670" actId="14100"/>
          <ac:spMkLst>
            <pc:docMk/>
            <pc:sldMk cId="1850301763" sldId="727"/>
            <ac:spMk id="4" creationId="{A9E7C142-D347-BE21-2EE8-06658AAE0D3F}"/>
          </ac:spMkLst>
        </pc:spChg>
      </pc:sldChg>
      <pc:sldChg chg="modSp del modAnim">
        <pc:chgData name="Tal R." userId="03e9e69c0e8a7741" providerId="LiveId" clId="{012321CB-D30F-40A1-894C-E46D43B30E68}" dt="2025-11-22T17:15:43.367" v="36241" actId="47"/>
        <pc:sldMkLst>
          <pc:docMk/>
          <pc:sldMk cId="1267417666" sldId="728"/>
        </pc:sldMkLst>
        <pc:spChg chg="mod">
          <ac:chgData name="Tal R." userId="03e9e69c0e8a7741" providerId="LiveId" clId="{012321CB-D30F-40A1-894C-E46D43B30E68}" dt="2025-11-22T12:49:32.482" v="33249"/>
          <ac:spMkLst>
            <pc:docMk/>
            <pc:sldMk cId="1267417666" sldId="728"/>
            <ac:spMk id="4" creationId="{EC4E8D8A-192C-B1A0-49FC-8F045E6CFA2B}"/>
          </ac:spMkLst>
        </pc:spChg>
      </pc:sldChg>
      <pc:sldChg chg="addSp delSp modSp mod modTransition modAnim">
        <pc:chgData name="Tal R." userId="03e9e69c0e8a7741" providerId="LiveId" clId="{012321CB-D30F-40A1-894C-E46D43B30E68}" dt="2025-11-22T22:10:05.806" v="42779"/>
        <pc:sldMkLst>
          <pc:docMk/>
          <pc:sldMk cId="771622506" sldId="729"/>
        </pc:sldMkLst>
        <pc:spChg chg="mod">
          <ac:chgData name="Tal R." userId="03e9e69c0e8a7741" providerId="LiveId" clId="{012321CB-D30F-40A1-894C-E46D43B30E68}" dt="2025-11-22T20:37:00.332" v="39666" actId="14100"/>
          <ac:spMkLst>
            <pc:docMk/>
            <pc:sldMk cId="771622506" sldId="729"/>
            <ac:spMk id="4" creationId="{2D13A6DF-A886-D9C9-38C1-D854821E43AB}"/>
          </ac:spMkLst>
        </pc:spChg>
        <pc:spChg chg="add del">
          <ac:chgData name="Tal R." userId="03e9e69c0e8a7741" providerId="LiveId" clId="{012321CB-D30F-40A1-894C-E46D43B30E68}" dt="2025-11-22T17:24:45.475" v="36721" actId="478"/>
          <ac:spMkLst>
            <pc:docMk/>
            <pc:sldMk cId="771622506" sldId="729"/>
            <ac:spMk id="5" creationId="{15FAF7FE-217B-3055-2A24-BC6B726215AF}"/>
          </ac:spMkLst>
        </pc:spChg>
      </pc:sldChg>
      <pc:sldChg chg="modSp del">
        <pc:chgData name="Tal R." userId="03e9e69c0e8a7741" providerId="LiveId" clId="{012321CB-D30F-40A1-894C-E46D43B30E68}" dt="2025-11-22T17:28:25.172" v="36773" actId="47"/>
        <pc:sldMkLst>
          <pc:docMk/>
          <pc:sldMk cId="3828685144" sldId="730"/>
        </pc:sldMkLst>
        <pc:spChg chg="mod">
          <ac:chgData name="Tal R." userId="03e9e69c0e8a7741" providerId="LiveId" clId="{012321CB-D30F-40A1-894C-E46D43B30E68}" dt="2025-11-22T13:13:00.223" v="33479"/>
          <ac:spMkLst>
            <pc:docMk/>
            <pc:sldMk cId="3828685144" sldId="730"/>
            <ac:spMk id="4" creationId="{42DDAC1E-7BAF-94A3-59FE-F19D562E392F}"/>
          </ac:spMkLst>
        </pc:spChg>
      </pc:sldChg>
      <pc:sldChg chg="modSp del">
        <pc:chgData name="Tal R." userId="03e9e69c0e8a7741" providerId="LiveId" clId="{012321CB-D30F-40A1-894C-E46D43B30E68}" dt="2025-11-22T17:28:51.486" v="36774" actId="47"/>
        <pc:sldMkLst>
          <pc:docMk/>
          <pc:sldMk cId="495856568" sldId="731"/>
        </pc:sldMkLst>
        <pc:spChg chg="mod">
          <ac:chgData name="Tal R." userId="03e9e69c0e8a7741" providerId="LiveId" clId="{012321CB-D30F-40A1-894C-E46D43B30E68}" dt="2025-11-22T12:48:34.098" v="33246"/>
          <ac:spMkLst>
            <pc:docMk/>
            <pc:sldMk cId="495856568" sldId="731"/>
            <ac:spMk id="4" creationId="{4B72B4A5-AB52-B29B-61BE-C9E43D75FFDA}"/>
          </ac:spMkLst>
        </pc:spChg>
      </pc:sldChg>
      <pc:sldChg chg="modSp mod modTransition addAnim delAnim modAnim">
        <pc:chgData name="Tal R." userId="03e9e69c0e8a7741" providerId="LiveId" clId="{012321CB-D30F-40A1-894C-E46D43B30E68}" dt="2025-11-22T20:36:47.976" v="39664" actId="14100"/>
        <pc:sldMkLst>
          <pc:docMk/>
          <pc:sldMk cId="2423300689" sldId="732"/>
        </pc:sldMkLst>
        <pc:spChg chg="mod">
          <ac:chgData name="Tal R." userId="03e9e69c0e8a7741" providerId="LiveId" clId="{012321CB-D30F-40A1-894C-E46D43B30E68}" dt="2025-11-22T20:36:47.976" v="39664" actId="14100"/>
          <ac:spMkLst>
            <pc:docMk/>
            <pc:sldMk cId="2423300689" sldId="732"/>
            <ac:spMk id="4" creationId="{9923725A-3D2C-A956-393F-8827D680426E}"/>
          </ac:spMkLst>
        </pc:spChg>
      </pc:sldChg>
      <pc:sldChg chg="modSp del">
        <pc:chgData name="Tal R." userId="03e9e69c0e8a7741" providerId="LiveId" clId="{012321CB-D30F-40A1-894C-E46D43B30E68}" dt="2025-11-22T17:49:14.351" v="37035" actId="47"/>
        <pc:sldMkLst>
          <pc:docMk/>
          <pc:sldMk cId="2075922072" sldId="733"/>
        </pc:sldMkLst>
        <pc:spChg chg="mod">
          <ac:chgData name="Tal R." userId="03e9e69c0e8a7741" providerId="LiveId" clId="{012321CB-D30F-40A1-894C-E46D43B30E68}" dt="2025-11-22T13:13:00.223" v="33479"/>
          <ac:spMkLst>
            <pc:docMk/>
            <pc:sldMk cId="2075922072" sldId="733"/>
            <ac:spMk id="4" creationId="{0CFC6C08-105F-A525-D097-861EF9A4479F}"/>
          </ac:spMkLst>
        </pc:spChg>
      </pc:sldChg>
      <pc:sldChg chg="modSp del mod modAnim">
        <pc:chgData name="Tal R." userId="03e9e69c0e8a7741" providerId="LiveId" clId="{012321CB-D30F-40A1-894C-E46D43B30E68}" dt="2025-11-22T17:51:55.772" v="37056" actId="47"/>
        <pc:sldMkLst>
          <pc:docMk/>
          <pc:sldMk cId="1612433594" sldId="734"/>
        </pc:sldMkLst>
        <pc:spChg chg="mod">
          <ac:chgData name="Tal R." userId="03e9e69c0e8a7741" providerId="LiveId" clId="{012321CB-D30F-40A1-894C-E46D43B30E68}" dt="2025-11-22T17:51:12.728" v="37049" actId="27636"/>
          <ac:spMkLst>
            <pc:docMk/>
            <pc:sldMk cId="1612433594" sldId="734"/>
            <ac:spMk id="4" creationId="{0B7DD3A4-149C-18C4-6116-790A01CD1887}"/>
          </ac:spMkLst>
        </pc:spChg>
      </pc:sldChg>
      <pc:sldChg chg="modSp del">
        <pc:chgData name="Tal R." userId="03e9e69c0e8a7741" providerId="LiveId" clId="{012321CB-D30F-40A1-894C-E46D43B30E68}" dt="2025-11-22T18:10:55.919" v="37205" actId="47"/>
        <pc:sldMkLst>
          <pc:docMk/>
          <pc:sldMk cId="649462084" sldId="735"/>
        </pc:sldMkLst>
        <pc:spChg chg="mod">
          <ac:chgData name="Tal R." userId="03e9e69c0e8a7741" providerId="LiveId" clId="{012321CB-D30F-40A1-894C-E46D43B30E68}" dt="2025-11-22T12:48:34.098" v="33246"/>
          <ac:spMkLst>
            <pc:docMk/>
            <pc:sldMk cId="649462084" sldId="735"/>
            <ac:spMk id="4" creationId="{A1D51624-8C72-0CD0-7821-19A561E455DC}"/>
          </ac:spMkLst>
        </pc:spChg>
      </pc:sldChg>
      <pc:sldChg chg="modSp del modAnim">
        <pc:chgData name="Tal R." userId="03e9e69c0e8a7741" providerId="LiveId" clId="{012321CB-D30F-40A1-894C-E46D43B30E68}" dt="2025-11-22T20:11:34.634" v="38909" actId="47"/>
        <pc:sldMkLst>
          <pc:docMk/>
          <pc:sldMk cId="1315954141" sldId="736"/>
        </pc:sldMkLst>
        <pc:spChg chg="mod">
          <ac:chgData name="Tal R." userId="03e9e69c0e8a7741" providerId="LiveId" clId="{012321CB-D30F-40A1-894C-E46D43B30E68}" dt="2025-11-22T20:11:23.651" v="38908" actId="20577"/>
          <ac:spMkLst>
            <pc:docMk/>
            <pc:sldMk cId="1315954141" sldId="736"/>
            <ac:spMk id="4" creationId="{1E87D06F-3652-80D3-89FF-D86AC7C10B9E}"/>
          </ac:spMkLst>
        </pc:spChg>
      </pc:sldChg>
      <pc:sldChg chg="modSp del mod modAnim">
        <pc:chgData name="Tal R." userId="03e9e69c0e8a7741" providerId="LiveId" clId="{012321CB-D30F-40A1-894C-E46D43B30E68}" dt="2025-11-22T21:31:57.572" v="41114" actId="47"/>
        <pc:sldMkLst>
          <pc:docMk/>
          <pc:sldMk cId="1487250240" sldId="737"/>
        </pc:sldMkLst>
        <pc:spChg chg="mod">
          <ac:chgData name="Tal R." userId="03e9e69c0e8a7741" providerId="LiveId" clId="{012321CB-D30F-40A1-894C-E46D43B30E68}" dt="2025-11-22T20:29:59.953" v="39421" actId="20577"/>
          <ac:spMkLst>
            <pc:docMk/>
            <pc:sldMk cId="1487250240" sldId="737"/>
            <ac:spMk id="3" creationId="{B6D23F83-3C51-66AF-ED05-869226E785F7}"/>
          </ac:spMkLst>
        </pc:spChg>
        <pc:spChg chg="mod">
          <ac:chgData name="Tal R." userId="03e9e69c0e8a7741" providerId="LiveId" clId="{012321CB-D30F-40A1-894C-E46D43B30E68}" dt="2025-11-22T20:31:05.766" v="39430" actId="20577"/>
          <ac:spMkLst>
            <pc:docMk/>
            <pc:sldMk cId="1487250240" sldId="737"/>
            <ac:spMk id="4" creationId="{FB3347B4-5BE2-4D6C-8317-7D3BD4D27BAA}"/>
          </ac:spMkLst>
        </pc:spChg>
      </pc:sldChg>
      <pc:sldChg chg="del">
        <pc:chgData name="Tal R." userId="03e9e69c0e8a7741" providerId="LiveId" clId="{012321CB-D30F-40A1-894C-E46D43B30E68}" dt="2025-11-22T21:31:59.588" v="41115" actId="47"/>
        <pc:sldMkLst>
          <pc:docMk/>
          <pc:sldMk cId="1057259657" sldId="738"/>
        </pc:sldMkLst>
      </pc:sldChg>
      <pc:sldChg chg="del">
        <pc:chgData name="Tal R." userId="03e9e69c0e8a7741" providerId="LiveId" clId="{012321CB-D30F-40A1-894C-E46D43B30E68}" dt="2025-11-22T21:44:18.165" v="41387" actId="47"/>
        <pc:sldMkLst>
          <pc:docMk/>
          <pc:sldMk cId="2865519733" sldId="739"/>
        </pc:sldMkLst>
      </pc:sldChg>
      <pc:sldChg chg="modSp del mod">
        <pc:chgData name="Tal R." userId="03e9e69c0e8a7741" providerId="LiveId" clId="{012321CB-D30F-40A1-894C-E46D43B30E68}" dt="2025-11-22T21:46:48.601" v="41515" actId="47"/>
        <pc:sldMkLst>
          <pc:docMk/>
          <pc:sldMk cId="779191705" sldId="740"/>
        </pc:sldMkLst>
        <pc:spChg chg="mod">
          <ac:chgData name="Tal R." userId="03e9e69c0e8a7741" providerId="LiveId" clId="{012321CB-D30F-40A1-894C-E46D43B30E68}" dt="2025-11-22T13:01:53.968" v="33376" actId="27636"/>
          <ac:spMkLst>
            <pc:docMk/>
            <pc:sldMk cId="779191705" sldId="740"/>
            <ac:spMk id="4" creationId="{45C0D96C-1EA1-B7AF-BCAF-3EC72B681440}"/>
          </ac:spMkLst>
        </pc:spChg>
      </pc:sldChg>
      <pc:sldChg chg="del">
        <pc:chgData name="Tal R." userId="03e9e69c0e8a7741" providerId="LiveId" clId="{012321CB-D30F-40A1-894C-E46D43B30E68}" dt="2025-11-22T21:46:54.972" v="41516" actId="47"/>
        <pc:sldMkLst>
          <pc:docMk/>
          <pc:sldMk cId="3702133974" sldId="741"/>
        </pc:sldMkLst>
      </pc:sldChg>
      <pc:sldChg chg="modSp add del mod modTransition modAnim">
        <pc:chgData name="Tal R." userId="03e9e69c0e8a7741" providerId="LiveId" clId="{012321CB-D30F-40A1-894C-E46D43B30E68}" dt="2025-11-22T13:23:12.015" v="33584" actId="47"/>
        <pc:sldMkLst>
          <pc:docMk/>
          <pc:sldMk cId="2386096649" sldId="742"/>
        </pc:sldMkLst>
        <pc:spChg chg="mod">
          <ac:chgData name="Tal R." userId="03e9e69c0e8a7741" providerId="LiveId" clId="{012321CB-D30F-40A1-894C-E46D43B30E68}" dt="2025-11-22T12:41:40.926" v="33147"/>
          <ac:spMkLst>
            <pc:docMk/>
            <pc:sldMk cId="2386096649" sldId="742"/>
            <ac:spMk id="3" creationId="{6149A92D-E890-4120-9E70-EB681036E9F9}"/>
          </ac:spMkLst>
        </pc:spChg>
        <pc:spChg chg="mod">
          <ac:chgData name="Tal R." userId="03e9e69c0e8a7741" providerId="LiveId" clId="{012321CB-D30F-40A1-894C-E46D43B30E68}" dt="2025-11-22T13:13:00.223" v="33479"/>
          <ac:spMkLst>
            <pc:docMk/>
            <pc:sldMk cId="2386096649" sldId="742"/>
            <ac:spMk id="4" creationId="{BA16A1D0-FE87-501F-A498-06A1122110CA}"/>
          </ac:spMkLst>
        </pc:spChg>
      </pc:sldChg>
      <pc:sldChg chg="modSp add del mod modTransition">
        <pc:chgData name="Tal R." userId="03e9e69c0e8a7741" providerId="LiveId" clId="{012321CB-D30F-40A1-894C-E46D43B30E68}" dt="2025-11-22T13:23:14.145" v="33585" actId="47"/>
        <pc:sldMkLst>
          <pc:docMk/>
          <pc:sldMk cId="943715724" sldId="743"/>
        </pc:sldMkLst>
        <pc:spChg chg="mod">
          <ac:chgData name="Tal R." userId="03e9e69c0e8a7741" providerId="LiveId" clId="{012321CB-D30F-40A1-894C-E46D43B30E68}" dt="2025-11-22T12:41:40.926" v="33147"/>
          <ac:spMkLst>
            <pc:docMk/>
            <pc:sldMk cId="943715724" sldId="743"/>
            <ac:spMk id="3" creationId="{50566C7B-1DD3-9D68-F8C2-4074752B6507}"/>
          </ac:spMkLst>
        </pc:spChg>
        <pc:spChg chg="mod">
          <ac:chgData name="Tal R." userId="03e9e69c0e8a7741" providerId="LiveId" clId="{012321CB-D30F-40A1-894C-E46D43B30E68}" dt="2025-11-22T13:13:00.223" v="33479"/>
          <ac:spMkLst>
            <pc:docMk/>
            <pc:sldMk cId="943715724" sldId="743"/>
            <ac:spMk id="4" creationId="{19C5E49A-081F-918C-B711-BA71BFC0130A}"/>
          </ac:spMkLst>
        </pc:spChg>
      </pc:sldChg>
      <pc:sldChg chg="modSp add del mod">
        <pc:chgData name="Tal R." userId="03e9e69c0e8a7741" providerId="LiveId" clId="{012321CB-D30F-40A1-894C-E46D43B30E68}" dt="2025-11-22T13:23:16.057" v="33586" actId="47"/>
        <pc:sldMkLst>
          <pc:docMk/>
          <pc:sldMk cId="2187934824" sldId="744"/>
        </pc:sldMkLst>
        <pc:spChg chg="mod">
          <ac:chgData name="Tal R." userId="03e9e69c0e8a7741" providerId="LiveId" clId="{012321CB-D30F-40A1-894C-E46D43B30E68}" dt="2025-11-22T12:41:40.926" v="33147"/>
          <ac:spMkLst>
            <pc:docMk/>
            <pc:sldMk cId="2187934824" sldId="744"/>
            <ac:spMk id="3" creationId="{860A17E6-8216-E17F-E654-B9248D481B6E}"/>
          </ac:spMkLst>
        </pc:spChg>
        <pc:spChg chg="mod">
          <ac:chgData name="Tal R." userId="03e9e69c0e8a7741" providerId="LiveId" clId="{012321CB-D30F-40A1-894C-E46D43B30E68}" dt="2025-11-22T13:13:00.223" v="33479"/>
          <ac:spMkLst>
            <pc:docMk/>
            <pc:sldMk cId="2187934824" sldId="744"/>
            <ac:spMk id="4" creationId="{DDB1B85E-E29C-32E9-5B6C-97C7111E6D6A}"/>
          </ac:spMkLst>
        </pc:spChg>
      </pc:sldChg>
      <pc:sldChg chg="modSp add mod addAnim delAnim modAnim">
        <pc:chgData name="Tal R." userId="03e9e69c0e8a7741" providerId="LiveId" clId="{012321CB-D30F-40A1-894C-E46D43B30E68}" dt="2025-11-22T22:08:19.030" v="42777" actId="6549"/>
        <pc:sldMkLst>
          <pc:docMk/>
          <pc:sldMk cId="1165989078" sldId="745"/>
        </pc:sldMkLst>
        <pc:spChg chg="mod">
          <ac:chgData name="Tal R." userId="03e9e69c0e8a7741" providerId="LiveId" clId="{012321CB-D30F-40A1-894C-E46D43B30E68}" dt="2025-11-22T16:19:37.769" v="36010" actId="20577"/>
          <ac:spMkLst>
            <pc:docMk/>
            <pc:sldMk cId="1165989078" sldId="745"/>
            <ac:spMk id="3" creationId="{7C2CA0D4-FB91-CC61-7EAD-4C4ECEFF5490}"/>
          </ac:spMkLst>
        </pc:spChg>
        <pc:spChg chg="mod">
          <ac:chgData name="Tal R." userId="03e9e69c0e8a7741" providerId="LiveId" clId="{012321CB-D30F-40A1-894C-E46D43B30E68}" dt="2025-11-22T22:08:19.030" v="42777" actId="6549"/>
          <ac:spMkLst>
            <pc:docMk/>
            <pc:sldMk cId="1165989078" sldId="745"/>
            <ac:spMk id="4" creationId="{411DD1E3-409D-EAF4-79E4-F2CF457253F7}"/>
          </ac:spMkLst>
        </pc:spChg>
        <pc:graphicFrameChg chg="modGraphic">
          <ac:chgData name="Tal R." userId="03e9e69c0e8a7741" providerId="LiveId" clId="{012321CB-D30F-40A1-894C-E46D43B30E68}" dt="2025-11-22T16:24:11.365" v="36023" actId="113"/>
          <ac:graphicFrameMkLst>
            <pc:docMk/>
            <pc:sldMk cId="1165989078" sldId="745"/>
            <ac:graphicFrameMk id="2" creationId="{6BC80EC8-0E56-D43A-3C26-7806787C42A9}"/>
          </ac:graphicFrameMkLst>
        </pc:graphicFrameChg>
      </pc:sldChg>
      <pc:sldChg chg="addSp modSp add del mod addAnim delAnim modAnim">
        <pc:chgData name="Tal R." userId="03e9e69c0e8a7741" providerId="LiveId" clId="{012321CB-D30F-40A1-894C-E46D43B30E68}" dt="2025-11-22T15:51:31.029" v="35674" actId="2696"/>
        <pc:sldMkLst>
          <pc:docMk/>
          <pc:sldMk cId="3153732393" sldId="745"/>
        </pc:sldMkLst>
        <pc:spChg chg="mod">
          <ac:chgData name="Tal R." userId="03e9e69c0e8a7741" providerId="LiveId" clId="{012321CB-D30F-40A1-894C-E46D43B30E68}" dt="2025-11-22T15:06:28.378" v="34952" actId="20577"/>
          <ac:spMkLst>
            <pc:docMk/>
            <pc:sldMk cId="3153732393" sldId="745"/>
            <ac:spMk id="4" creationId="{411DD1E3-409D-EAF4-79E4-F2CF457253F7}"/>
          </ac:spMkLst>
        </pc:spChg>
        <pc:graphicFrameChg chg="add mod modGraphic">
          <ac:chgData name="Tal R." userId="03e9e69c0e8a7741" providerId="LiveId" clId="{012321CB-D30F-40A1-894C-E46D43B30E68}" dt="2025-11-22T13:08:37.681" v="33436" actId="2711"/>
          <ac:graphicFrameMkLst>
            <pc:docMk/>
            <pc:sldMk cId="3153732393" sldId="745"/>
            <ac:graphicFrameMk id="2" creationId="{6BC80EC8-0E56-D43A-3C26-7806787C42A9}"/>
          </ac:graphicFrameMkLst>
        </pc:graphicFrameChg>
      </pc:sldChg>
      <pc:sldChg chg="modSp add mod addAnim delAnim modAnim">
        <pc:chgData name="Tal R." userId="03e9e69c0e8a7741" providerId="LiveId" clId="{012321CB-D30F-40A1-894C-E46D43B30E68}" dt="2025-11-22T20:37:43.353" v="39676" actId="14100"/>
        <pc:sldMkLst>
          <pc:docMk/>
          <pc:sldMk cId="3702013501" sldId="746"/>
        </pc:sldMkLst>
        <pc:spChg chg="mod">
          <ac:chgData name="Tal R." userId="03e9e69c0e8a7741" providerId="LiveId" clId="{012321CB-D30F-40A1-894C-E46D43B30E68}" dt="2025-11-22T16:11:51.838" v="35898"/>
          <ac:spMkLst>
            <pc:docMk/>
            <pc:sldMk cId="3702013501" sldId="746"/>
            <ac:spMk id="3" creationId="{5B90E867-F28E-130E-7C22-41A07DC84B34}"/>
          </ac:spMkLst>
        </pc:spChg>
        <pc:spChg chg="mod">
          <ac:chgData name="Tal R." userId="03e9e69c0e8a7741" providerId="LiveId" clId="{012321CB-D30F-40A1-894C-E46D43B30E68}" dt="2025-11-22T20:37:43.353" v="39676" actId="14100"/>
          <ac:spMkLst>
            <pc:docMk/>
            <pc:sldMk cId="3702013501" sldId="746"/>
            <ac:spMk id="4" creationId="{ACB3A0D0-3FB1-9E82-70E7-F865FBA03B06}"/>
          </ac:spMkLst>
        </pc:spChg>
      </pc:sldChg>
      <pc:sldChg chg="modSp add del modAnim">
        <pc:chgData name="Tal R." userId="03e9e69c0e8a7741" providerId="LiveId" clId="{012321CB-D30F-40A1-894C-E46D43B30E68}" dt="2025-11-22T13:20:39.644" v="33517" actId="47"/>
        <pc:sldMkLst>
          <pc:docMk/>
          <pc:sldMk cId="786131929" sldId="747"/>
        </pc:sldMkLst>
        <pc:spChg chg="mod">
          <ac:chgData name="Tal R." userId="03e9e69c0e8a7741" providerId="LiveId" clId="{012321CB-D30F-40A1-894C-E46D43B30E68}" dt="2025-11-22T13:17:05.370" v="33494" actId="108"/>
          <ac:spMkLst>
            <pc:docMk/>
            <pc:sldMk cId="786131929" sldId="747"/>
            <ac:spMk id="4" creationId="{065263CB-B74D-6044-3ECB-B2569F60AC5D}"/>
          </ac:spMkLst>
        </pc:spChg>
      </pc:sldChg>
      <pc:sldChg chg="modSp add del mod modTransition">
        <pc:chgData name="Tal R." userId="03e9e69c0e8a7741" providerId="LiveId" clId="{012321CB-D30F-40A1-894C-E46D43B30E68}" dt="2025-11-22T16:15:51.996" v="35950" actId="47"/>
        <pc:sldMkLst>
          <pc:docMk/>
          <pc:sldMk cId="3549289504" sldId="748"/>
        </pc:sldMkLst>
        <pc:spChg chg="mod">
          <ac:chgData name="Tal R." userId="03e9e69c0e8a7741" providerId="LiveId" clId="{012321CB-D30F-40A1-894C-E46D43B30E68}" dt="2025-11-22T16:11:51.838" v="35898"/>
          <ac:spMkLst>
            <pc:docMk/>
            <pc:sldMk cId="3549289504" sldId="748"/>
            <ac:spMk id="3" creationId="{DF9EF470-ED36-27BD-8617-22976443969B}"/>
          </ac:spMkLst>
        </pc:spChg>
        <pc:spChg chg="mod">
          <ac:chgData name="Tal R." userId="03e9e69c0e8a7741" providerId="LiveId" clId="{012321CB-D30F-40A1-894C-E46D43B30E68}" dt="2025-11-22T15:52:32.802" v="35682"/>
          <ac:spMkLst>
            <pc:docMk/>
            <pc:sldMk cId="3549289504" sldId="748"/>
            <ac:spMk id="4" creationId="{16036D19-DFDA-D29E-48DE-98ACBE467BC1}"/>
          </ac:spMkLst>
        </pc:spChg>
      </pc:sldChg>
      <pc:sldChg chg="modSp add del ord modTransition addAnim delAnim modAnim">
        <pc:chgData name="Tal R." userId="03e9e69c0e8a7741" providerId="LiveId" clId="{012321CB-D30F-40A1-894C-E46D43B30E68}" dt="2025-11-22T16:00:16.043" v="35779" actId="47"/>
        <pc:sldMkLst>
          <pc:docMk/>
          <pc:sldMk cId="1745890498" sldId="749"/>
        </pc:sldMkLst>
        <pc:spChg chg="mod">
          <ac:chgData name="Tal R." userId="03e9e69c0e8a7741" providerId="LiveId" clId="{012321CB-D30F-40A1-894C-E46D43B30E68}" dt="2025-11-22T15:53:12.256" v="35687" actId="113"/>
          <ac:spMkLst>
            <pc:docMk/>
            <pc:sldMk cId="1745890498" sldId="749"/>
            <ac:spMk id="4" creationId="{D9451FB9-13C4-8684-03B5-59E7D0CC5389}"/>
          </ac:spMkLst>
        </pc:spChg>
      </pc:sldChg>
      <pc:sldChg chg="modSp add del mod addAnim delAnim modAnim">
        <pc:chgData name="Tal R." userId="03e9e69c0e8a7741" providerId="LiveId" clId="{012321CB-D30F-40A1-894C-E46D43B30E68}" dt="2025-11-22T15:02:18.296" v="34865" actId="2696"/>
        <pc:sldMkLst>
          <pc:docMk/>
          <pc:sldMk cId="1897971307" sldId="750"/>
        </pc:sldMkLst>
        <pc:spChg chg="mod">
          <ac:chgData name="Tal R." userId="03e9e69c0e8a7741" providerId="LiveId" clId="{012321CB-D30F-40A1-894C-E46D43B30E68}" dt="2025-11-22T13:29:21.986" v="33622"/>
          <ac:spMkLst>
            <pc:docMk/>
            <pc:sldMk cId="1897971307" sldId="750"/>
            <ac:spMk id="3" creationId="{64344A55-1FC3-A59E-1C44-7AF7728D1EB1}"/>
          </ac:spMkLst>
        </pc:spChg>
        <pc:spChg chg="mod">
          <ac:chgData name="Tal R." userId="03e9e69c0e8a7741" providerId="LiveId" clId="{012321CB-D30F-40A1-894C-E46D43B30E68}" dt="2025-11-22T13:31:10.411" v="33646" actId="20577"/>
          <ac:spMkLst>
            <pc:docMk/>
            <pc:sldMk cId="1897971307" sldId="750"/>
            <ac:spMk id="4" creationId="{20177680-25D3-FBFA-CC0A-B5277A6C7274}"/>
          </ac:spMkLst>
        </pc:spChg>
      </pc:sldChg>
      <pc:sldChg chg="add del">
        <pc:chgData name="Tal R." userId="03e9e69c0e8a7741" providerId="LiveId" clId="{012321CB-D30F-40A1-894C-E46D43B30E68}" dt="2025-11-22T15:02:40.084" v="34867" actId="47"/>
        <pc:sldMkLst>
          <pc:docMk/>
          <pc:sldMk cId="2513844413" sldId="750"/>
        </pc:sldMkLst>
      </pc:sldChg>
      <pc:sldChg chg="addSp modSp add mod addAnim delAnim modAnim">
        <pc:chgData name="Tal R." userId="03e9e69c0e8a7741" providerId="LiveId" clId="{012321CB-D30F-40A1-894C-E46D43B30E68}" dt="2025-11-22T20:37:32.254" v="39673" actId="14100"/>
        <pc:sldMkLst>
          <pc:docMk/>
          <pc:sldMk cId="2554927220" sldId="751"/>
        </pc:sldMkLst>
        <pc:spChg chg="add mod">
          <ac:chgData name="Tal R." userId="03e9e69c0e8a7741" providerId="LiveId" clId="{012321CB-D30F-40A1-894C-E46D43B30E68}" dt="2025-11-22T16:36:40.210" v="36094" actId="14100"/>
          <ac:spMkLst>
            <pc:docMk/>
            <pc:sldMk cId="2554927220" sldId="751"/>
            <ac:spMk id="2" creationId="{29D7E883-63ED-EAD1-29AA-0A04300E683B}"/>
          </ac:spMkLst>
        </pc:spChg>
        <pc:spChg chg="mod">
          <ac:chgData name="Tal R." userId="03e9e69c0e8a7741" providerId="LiveId" clId="{012321CB-D30F-40A1-894C-E46D43B30E68}" dt="2025-11-22T15:03:40.280" v="34879"/>
          <ac:spMkLst>
            <pc:docMk/>
            <pc:sldMk cId="2554927220" sldId="751"/>
            <ac:spMk id="3" creationId="{6C8C1CA9-132D-B36B-F479-BDB9070FA4AC}"/>
          </ac:spMkLst>
        </pc:spChg>
        <pc:spChg chg="mod ord">
          <ac:chgData name="Tal R." userId="03e9e69c0e8a7741" providerId="LiveId" clId="{012321CB-D30F-40A1-894C-E46D43B30E68}" dt="2025-11-22T20:37:32.254" v="39673" actId="14100"/>
          <ac:spMkLst>
            <pc:docMk/>
            <pc:sldMk cId="2554927220" sldId="751"/>
            <ac:spMk id="4" creationId="{9C6C77FA-E98D-6FF6-BCEB-97C055C59FEA}"/>
          </ac:spMkLst>
        </pc:spChg>
      </pc:sldChg>
      <pc:sldChg chg="addSp delSp modSp add mod modTransition addAnim delAnim modAnim">
        <pc:chgData name="Tal R." userId="03e9e69c0e8a7741" providerId="LiveId" clId="{012321CB-D30F-40A1-894C-E46D43B30E68}" dt="2025-11-22T16:46:26.642" v="36165" actId="1036"/>
        <pc:sldMkLst>
          <pc:docMk/>
          <pc:sldMk cId="3095275146" sldId="752"/>
        </pc:sldMkLst>
        <pc:spChg chg="del mod">
          <ac:chgData name="Tal R." userId="03e9e69c0e8a7741" providerId="LiveId" clId="{012321CB-D30F-40A1-894C-E46D43B30E68}" dt="2025-11-22T14:43:04.809" v="34327" actId="478"/>
          <ac:spMkLst>
            <pc:docMk/>
            <pc:sldMk cId="3095275146" sldId="752"/>
            <ac:spMk id="2" creationId="{33152E40-2C2E-B89F-C03A-ED2B1B55ADDB}"/>
          </ac:spMkLst>
        </pc:spChg>
        <pc:spChg chg="add mod">
          <ac:chgData name="Tal R." userId="03e9e69c0e8a7741" providerId="LiveId" clId="{012321CB-D30F-40A1-894C-E46D43B30E68}" dt="2025-11-22T16:46:16.735" v="36161" actId="1036"/>
          <ac:spMkLst>
            <pc:docMk/>
            <pc:sldMk cId="3095275146" sldId="752"/>
            <ac:spMk id="2" creationId="{998856C2-F235-64D2-747E-0BD1A2E155E1}"/>
          </ac:spMkLst>
        </pc:spChg>
        <pc:spChg chg="mod">
          <ac:chgData name="Tal R." userId="03e9e69c0e8a7741" providerId="LiveId" clId="{012321CB-D30F-40A1-894C-E46D43B30E68}" dt="2025-11-22T15:03:40.280" v="34879"/>
          <ac:spMkLst>
            <pc:docMk/>
            <pc:sldMk cId="3095275146" sldId="752"/>
            <ac:spMk id="3" creationId="{89AF9FF7-C0AD-4BCD-FBE2-00A47DB9B3FB}"/>
          </ac:spMkLst>
        </pc:spChg>
        <pc:spChg chg="add mod">
          <ac:chgData name="Tal R." userId="03e9e69c0e8a7741" providerId="LiveId" clId="{012321CB-D30F-40A1-894C-E46D43B30E68}" dt="2025-11-22T16:46:20.433" v="36162" actId="1036"/>
          <ac:spMkLst>
            <pc:docMk/>
            <pc:sldMk cId="3095275146" sldId="752"/>
            <ac:spMk id="4" creationId="{0A892C55-FF31-9D13-F595-EA716214A178}"/>
          </ac:spMkLst>
        </pc:spChg>
        <pc:spChg chg="del">
          <ac:chgData name="Tal R." userId="03e9e69c0e8a7741" providerId="LiveId" clId="{012321CB-D30F-40A1-894C-E46D43B30E68}" dt="2025-11-22T14:42:03.516" v="34272" actId="478"/>
          <ac:spMkLst>
            <pc:docMk/>
            <pc:sldMk cId="3095275146" sldId="752"/>
            <ac:spMk id="4" creationId="{B99DD1E8-3C47-CB6E-1DD8-B0C8687F2CD1}"/>
          </ac:spMkLst>
        </pc:spChg>
        <pc:spChg chg="add del mod">
          <ac:chgData name="Tal R." userId="03e9e69c0e8a7741" providerId="LiveId" clId="{012321CB-D30F-40A1-894C-E46D43B30E68}" dt="2025-11-22T14:42:07.262" v="34273" actId="478"/>
          <ac:spMkLst>
            <pc:docMk/>
            <pc:sldMk cId="3095275146" sldId="752"/>
            <ac:spMk id="6" creationId="{DA10A598-9C77-C1EC-69FC-4A761A3D89BC}"/>
          </ac:spMkLst>
        </pc:spChg>
        <pc:spChg chg="add del mod">
          <ac:chgData name="Tal R." userId="03e9e69c0e8a7741" providerId="LiveId" clId="{012321CB-D30F-40A1-894C-E46D43B30E68}" dt="2025-11-22T16:44:14.253" v="36142" actId="478"/>
          <ac:spMkLst>
            <pc:docMk/>
            <pc:sldMk cId="3095275146" sldId="752"/>
            <ac:spMk id="7" creationId="{1D2A2A75-90A1-5814-3E95-7E80F67A94E2}"/>
          </ac:spMkLst>
        </pc:spChg>
        <pc:spChg chg="add mod">
          <ac:chgData name="Tal R." userId="03e9e69c0e8a7741" providerId="LiveId" clId="{012321CB-D30F-40A1-894C-E46D43B30E68}" dt="2025-11-22T16:46:26.642" v="36165" actId="1036"/>
          <ac:spMkLst>
            <pc:docMk/>
            <pc:sldMk cId="3095275146" sldId="752"/>
            <ac:spMk id="8" creationId="{AA9844D1-45A9-DC86-BE98-C7B828AFEAAD}"/>
          </ac:spMkLst>
        </pc:spChg>
      </pc:sldChg>
      <pc:sldChg chg="add del">
        <pc:chgData name="Tal R." userId="03e9e69c0e8a7741" providerId="LiveId" clId="{012321CB-D30F-40A1-894C-E46D43B30E68}" dt="2025-11-22T14:46:56.766" v="34373" actId="47"/>
        <pc:sldMkLst>
          <pc:docMk/>
          <pc:sldMk cId="920970303" sldId="753"/>
        </pc:sldMkLst>
      </pc:sldChg>
      <pc:sldChg chg="addSp modSp add mod modTransition addAnim delAnim modAnim">
        <pc:chgData name="Tal R." userId="03e9e69c0e8a7741" providerId="LiveId" clId="{012321CB-D30F-40A1-894C-E46D43B30E68}" dt="2025-11-22T20:37:25.299" v="39672" actId="14100"/>
        <pc:sldMkLst>
          <pc:docMk/>
          <pc:sldMk cId="3337246839" sldId="753"/>
        </pc:sldMkLst>
        <pc:spChg chg="add mod">
          <ac:chgData name="Tal R." userId="03e9e69c0e8a7741" providerId="LiveId" clId="{012321CB-D30F-40A1-894C-E46D43B30E68}" dt="2025-11-22T16:45:53.711" v="36159" actId="207"/>
          <ac:spMkLst>
            <pc:docMk/>
            <pc:sldMk cId="3337246839" sldId="753"/>
            <ac:spMk id="2" creationId="{622D7ED1-1ED1-F4A9-CE26-D7BFFD4BE534}"/>
          </ac:spMkLst>
        </pc:spChg>
        <pc:spChg chg="mod">
          <ac:chgData name="Tal R." userId="03e9e69c0e8a7741" providerId="LiveId" clId="{012321CB-D30F-40A1-894C-E46D43B30E68}" dt="2025-11-22T15:03:40.280" v="34879"/>
          <ac:spMkLst>
            <pc:docMk/>
            <pc:sldMk cId="3337246839" sldId="753"/>
            <ac:spMk id="3" creationId="{86F17DEB-71D6-EC52-278A-618510FC37A3}"/>
          </ac:spMkLst>
        </pc:spChg>
        <pc:spChg chg="mod">
          <ac:chgData name="Tal R." userId="03e9e69c0e8a7741" providerId="LiveId" clId="{012321CB-D30F-40A1-894C-E46D43B30E68}" dt="2025-11-22T20:37:25.299" v="39672" actId="14100"/>
          <ac:spMkLst>
            <pc:docMk/>
            <pc:sldMk cId="3337246839" sldId="753"/>
            <ac:spMk id="4" creationId="{BFD6AEA7-F7FB-88E0-A352-FE3E318F963B}"/>
          </ac:spMkLst>
        </pc:spChg>
      </pc:sldChg>
      <pc:sldChg chg="modSp add mod addAnim delAnim modAnim">
        <pc:chgData name="Tal R." userId="03e9e69c0e8a7741" providerId="LiveId" clId="{012321CB-D30F-40A1-894C-E46D43B30E68}" dt="2025-11-22T20:38:13.895" v="39684" actId="14100"/>
        <pc:sldMkLst>
          <pc:docMk/>
          <pc:sldMk cId="1381872568" sldId="754"/>
        </pc:sldMkLst>
        <pc:spChg chg="mod">
          <ac:chgData name="Tal R." userId="03e9e69c0e8a7741" providerId="LiveId" clId="{012321CB-D30F-40A1-894C-E46D43B30E68}" dt="2025-11-22T19:03:46.413" v="37401" actId="20577"/>
          <ac:spMkLst>
            <pc:docMk/>
            <pc:sldMk cId="1381872568" sldId="754"/>
            <ac:spMk id="2" creationId="{F409D31F-684D-8D5B-7ECE-C41B56ECD4EC}"/>
          </ac:spMkLst>
        </pc:spChg>
        <pc:spChg chg="mod">
          <ac:chgData name="Tal R." userId="03e9e69c0e8a7741" providerId="LiveId" clId="{012321CB-D30F-40A1-894C-E46D43B30E68}" dt="2025-11-22T20:38:13.895" v="39684" actId="14100"/>
          <ac:spMkLst>
            <pc:docMk/>
            <pc:sldMk cId="1381872568" sldId="754"/>
            <ac:spMk id="4" creationId="{68E9793B-B6DF-9AEE-0C80-07D23DC019E0}"/>
          </ac:spMkLst>
        </pc:spChg>
      </pc:sldChg>
      <pc:sldChg chg="add del">
        <pc:chgData name="Tal R." userId="03e9e69c0e8a7741" providerId="LiveId" clId="{012321CB-D30F-40A1-894C-E46D43B30E68}" dt="2025-11-22T15:44:54.174" v="35570" actId="47"/>
        <pc:sldMkLst>
          <pc:docMk/>
          <pc:sldMk cId="1092763856" sldId="755"/>
        </pc:sldMkLst>
      </pc:sldChg>
      <pc:sldChg chg="modSp add del mod">
        <pc:chgData name="Tal R." userId="03e9e69c0e8a7741" providerId="LiveId" clId="{012321CB-D30F-40A1-894C-E46D43B30E68}" dt="2025-11-22T15:51:01.509" v="35673" actId="47"/>
        <pc:sldMkLst>
          <pc:docMk/>
          <pc:sldMk cId="1855242811" sldId="756"/>
        </pc:sldMkLst>
        <pc:spChg chg="mod">
          <ac:chgData name="Tal R." userId="03e9e69c0e8a7741" providerId="LiveId" clId="{012321CB-D30F-40A1-894C-E46D43B30E68}" dt="2025-11-22T15:42:41.532" v="35560" actId="1035"/>
          <ac:spMkLst>
            <pc:docMk/>
            <pc:sldMk cId="1855242811" sldId="756"/>
            <ac:spMk id="7" creationId="{566C3DAE-3E0D-768D-A3C0-48393F153D77}"/>
          </ac:spMkLst>
        </pc:spChg>
      </pc:sldChg>
      <pc:sldChg chg="add del">
        <pc:chgData name="Tal R." userId="03e9e69c0e8a7741" providerId="LiveId" clId="{012321CB-D30F-40A1-894C-E46D43B30E68}" dt="2025-11-22T15:41:50.283" v="35550" actId="47"/>
        <pc:sldMkLst>
          <pc:docMk/>
          <pc:sldMk cId="3153077877" sldId="757"/>
        </pc:sldMkLst>
      </pc:sldChg>
      <pc:sldChg chg="delSp modSp add del mod modAnim">
        <pc:chgData name="Tal R." userId="03e9e69c0e8a7741" providerId="LiveId" clId="{012321CB-D30F-40A1-894C-E46D43B30E68}" dt="2025-11-22T15:35:13.543" v="35353" actId="47"/>
        <pc:sldMkLst>
          <pc:docMk/>
          <pc:sldMk cId="205681892" sldId="758"/>
        </pc:sldMkLst>
        <pc:spChg chg="del">
          <ac:chgData name="Tal R." userId="03e9e69c0e8a7741" providerId="LiveId" clId="{012321CB-D30F-40A1-894C-E46D43B30E68}" dt="2025-11-22T15:33:31.020" v="35314" actId="478"/>
          <ac:spMkLst>
            <pc:docMk/>
            <pc:sldMk cId="205681892" sldId="758"/>
            <ac:spMk id="2" creationId="{76F97CF4-D9C3-D09E-3A66-372245824A6F}"/>
          </ac:spMkLst>
        </pc:spChg>
        <pc:spChg chg="mod">
          <ac:chgData name="Tal R." userId="03e9e69c0e8a7741" providerId="LiveId" clId="{012321CB-D30F-40A1-894C-E46D43B30E68}" dt="2025-11-22T15:33:40.997" v="35337" actId="20577"/>
          <ac:spMkLst>
            <pc:docMk/>
            <pc:sldMk cId="205681892" sldId="758"/>
            <ac:spMk id="7" creationId="{3E21E635-6E8C-4ABA-0959-16ADAB4B33F8}"/>
          </ac:spMkLst>
        </pc:spChg>
      </pc:sldChg>
      <pc:sldChg chg="addSp delSp modSp add mod modAnim">
        <pc:chgData name="Tal R." userId="03e9e69c0e8a7741" providerId="LiveId" clId="{012321CB-D30F-40A1-894C-E46D43B30E68}" dt="2025-11-22T22:05:45.905" v="42750" actId="1036"/>
        <pc:sldMkLst>
          <pc:docMk/>
          <pc:sldMk cId="3489571540" sldId="758"/>
        </pc:sldMkLst>
        <pc:spChg chg="del">
          <ac:chgData name="Tal R." userId="03e9e69c0e8a7741" providerId="LiveId" clId="{012321CB-D30F-40A1-894C-E46D43B30E68}" dt="2025-11-22T15:36:18.233" v="35386" actId="478"/>
          <ac:spMkLst>
            <pc:docMk/>
            <pc:sldMk cId="3489571540" sldId="758"/>
            <ac:spMk id="2" creationId="{174C6135-071A-F393-35FF-2EFC551D9B13}"/>
          </ac:spMkLst>
        </pc:spChg>
        <pc:spChg chg="add del mod">
          <ac:chgData name="Tal R." userId="03e9e69c0e8a7741" providerId="LiveId" clId="{012321CB-D30F-40A1-894C-E46D43B30E68}" dt="2025-11-22T15:35:57.255" v="35383" actId="478"/>
          <ac:spMkLst>
            <pc:docMk/>
            <pc:sldMk cId="3489571540" sldId="758"/>
            <ac:spMk id="5" creationId="{6DEDD6C3-448E-81B6-FCFB-C1FE55AE2F92}"/>
          </ac:spMkLst>
        </pc:spChg>
        <pc:spChg chg="add mod">
          <ac:chgData name="Tal R." userId="03e9e69c0e8a7741" providerId="LiveId" clId="{012321CB-D30F-40A1-894C-E46D43B30E68}" dt="2025-11-22T22:05:43.581" v="42747" actId="1036"/>
          <ac:spMkLst>
            <pc:docMk/>
            <pc:sldMk cId="3489571540" sldId="758"/>
            <ac:spMk id="6" creationId="{8CE2F6B6-DB7D-E699-973A-95DC35EC6476}"/>
          </ac:spMkLst>
        </pc:spChg>
        <pc:spChg chg="mod">
          <ac:chgData name="Tal R." userId="03e9e69c0e8a7741" providerId="LiveId" clId="{012321CB-D30F-40A1-894C-E46D43B30E68}" dt="2025-11-22T22:05:45.905" v="42750" actId="1036"/>
          <ac:spMkLst>
            <pc:docMk/>
            <pc:sldMk cId="3489571540" sldId="758"/>
            <ac:spMk id="7" creationId="{4717DC87-4BE7-06AA-E76E-242F6AB34A41}"/>
          </ac:spMkLst>
        </pc:spChg>
        <pc:spChg chg="mod">
          <ac:chgData name="Tal R." userId="03e9e69c0e8a7741" providerId="LiveId" clId="{012321CB-D30F-40A1-894C-E46D43B30E68}" dt="2025-11-22T15:55:10.684" v="35747" actId="20577"/>
          <ac:spMkLst>
            <pc:docMk/>
            <pc:sldMk cId="3489571540" sldId="758"/>
            <ac:spMk id="11" creationId="{1CAA103C-6D95-A781-4CB2-29C52EE2E236}"/>
          </ac:spMkLst>
        </pc:spChg>
      </pc:sldChg>
      <pc:sldChg chg="addSp delSp modSp add del mod delAnim modAnim">
        <pc:chgData name="Tal R." userId="03e9e69c0e8a7741" providerId="LiveId" clId="{012321CB-D30F-40A1-894C-E46D43B30E68}" dt="2025-11-22T15:50:57.794" v="35672" actId="47"/>
        <pc:sldMkLst>
          <pc:docMk/>
          <pc:sldMk cId="574441264" sldId="759"/>
        </pc:sldMkLst>
        <pc:spChg chg="add mod">
          <ac:chgData name="Tal R." userId="03e9e69c0e8a7741" providerId="LiveId" clId="{012321CB-D30F-40A1-894C-E46D43B30E68}" dt="2025-11-22T15:43:24.352" v="35567" actId="14100"/>
          <ac:spMkLst>
            <pc:docMk/>
            <pc:sldMk cId="574441264" sldId="759"/>
            <ac:spMk id="2" creationId="{EEABD56A-D993-205E-5288-68B3F35ED4BE}"/>
          </ac:spMkLst>
        </pc:spChg>
        <pc:spChg chg="add mod">
          <ac:chgData name="Tal R." userId="03e9e69c0e8a7741" providerId="LiveId" clId="{012321CB-D30F-40A1-894C-E46D43B30E68}" dt="2025-11-22T15:43:41.142" v="35569" actId="1076"/>
          <ac:spMkLst>
            <pc:docMk/>
            <pc:sldMk cId="574441264" sldId="759"/>
            <ac:spMk id="4" creationId="{F565CA37-F5D7-9C70-8BF9-505E60DE250B}"/>
          </ac:spMkLst>
        </pc:spChg>
        <pc:spChg chg="del">
          <ac:chgData name="Tal R." userId="03e9e69c0e8a7741" providerId="LiveId" clId="{012321CB-D30F-40A1-894C-E46D43B30E68}" dt="2025-11-22T15:42:52.070" v="35563" actId="478"/>
          <ac:spMkLst>
            <pc:docMk/>
            <pc:sldMk cId="574441264" sldId="759"/>
            <ac:spMk id="6" creationId="{F50E37CA-004E-9513-F1F1-99DFEEB8E77B}"/>
          </ac:spMkLst>
        </pc:spChg>
        <pc:spChg chg="del">
          <ac:chgData name="Tal R." userId="03e9e69c0e8a7741" providerId="LiveId" clId="{012321CB-D30F-40A1-894C-E46D43B30E68}" dt="2025-11-22T15:42:48.873" v="35562" actId="478"/>
          <ac:spMkLst>
            <pc:docMk/>
            <pc:sldMk cId="574441264" sldId="759"/>
            <ac:spMk id="7" creationId="{441BA5B4-A681-2295-17BE-3683DC9A143F}"/>
          </ac:spMkLst>
        </pc:spChg>
        <pc:spChg chg="del">
          <ac:chgData name="Tal R." userId="03e9e69c0e8a7741" providerId="LiveId" clId="{012321CB-D30F-40A1-894C-E46D43B30E68}" dt="2025-11-22T15:42:53.696" v="35564" actId="478"/>
          <ac:spMkLst>
            <pc:docMk/>
            <pc:sldMk cId="574441264" sldId="759"/>
            <ac:spMk id="11" creationId="{CC720451-993B-B0BB-7E5B-BFD0604B7ACE}"/>
          </ac:spMkLst>
        </pc:spChg>
      </pc:sldChg>
      <pc:sldChg chg="addSp delSp modSp add del mod delAnim modAnim">
        <pc:chgData name="Tal R." userId="03e9e69c0e8a7741" providerId="LiveId" clId="{012321CB-D30F-40A1-894C-E46D43B30E68}" dt="2025-11-22T22:07:44.699" v="42776"/>
        <pc:sldMkLst>
          <pc:docMk/>
          <pc:sldMk cId="2746570993" sldId="760"/>
        </pc:sldMkLst>
        <pc:spChg chg="add mod">
          <ac:chgData name="Tal R." userId="03e9e69c0e8a7741" providerId="LiveId" clId="{012321CB-D30F-40A1-894C-E46D43B30E68}" dt="2025-11-22T20:37:55.127" v="39678" actId="14100"/>
          <ac:spMkLst>
            <pc:docMk/>
            <pc:sldMk cId="2746570993" sldId="760"/>
            <ac:spMk id="2" creationId="{6DF3C589-F73E-4AB2-F467-7A8143DFB448}"/>
          </ac:spMkLst>
        </pc:spChg>
        <pc:spChg chg="add mod">
          <ac:chgData name="Tal R." userId="03e9e69c0e8a7741" providerId="LiveId" clId="{012321CB-D30F-40A1-894C-E46D43B30E68}" dt="2025-11-22T22:07:42.589" v="42775"/>
          <ac:spMkLst>
            <pc:docMk/>
            <pc:sldMk cId="2746570993" sldId="760"/>
            <ac:spMk id="4" creationId="{C143247C-E6A9-92D4-89AA-841BAFE3DDFC}"/>
          </ac:spMkLst>
        </pc:spChg>
        <pc:spChg chg="add del mod">
          <ac:chgData name="Tal R." userId="03e9e69c0e8a7741" providerId="LiveId" clId="{012321CB-D30F-40A1-894C-E46D43B30E68}" dt="2025-11-22T15:48:45.335" v="35635" actId="478"/>
          <ac:spMkLst>
            <pc:docMk/>
            <pc:sldMk cId="2746570993" sldId="760"/>
            <ac:spMk id="4" creationId="{F2C06D9B-F82A-FD77-29C7-721380364A4F}"/>
          </ac:spMkLst>
        </pc:spChg>
        <pc:spChg chg="add del mod">
          <ac:chgData name="Tal R." userId="03e9e69c0e8a7741" providerId="LiveId" clId="{012321CB-D30F-40A1-894C-E46D43B30E68}" dt="2025-11-22T22:06:00.432" v="42751" actId="478"/>
          <ac:spMkLst>
            <pc:docMk/>
            <pc:sldMk cId="2746570993" sldId="760"/>
            <ac:spMk id="5" creationId="{DD6E665E-4985-8587-E5F0-A6D6A7B96F6B}"/>
          </ac:spMkLst>
        </pc:spChg>
        <pc:spChg chg="del mod">
          <ac:chgData name="Tal R." userId="03e9e69c0e8a7741" providerId="LiveId" clId="{012321CB-D30F-40A1-894C-E46D43B30E68}" dt="2025-11-22T15:48:01.164" v="35609" actId="478"/>
          <ac:spMkLst>
            <pc:docMk/>
            <pc:sldMk cId="2746570993" sldId="760"/>
            <ac:spMk id="6" creationId="{11B24459-3D43-1B45-1328-C8E716AF21FB}"/>
          </ac:spMkLst>
        </pc:spChg>
        <pc:spChg chg="mod">
          <ac:chgData name="Tal R." userId="03e9e69c0e8a7741" providerId="LiveId" clId="{012321CB-D30F-40A1-894C-E46D43B30E68}" dt="2025-11-22T22:06:17.414" v="42769" actId="948"/>
          <ac:spMkLst>
            <pc:docMk/>
            <pc:sldMk cId="2746570993" sldId="760"/>
            <ac:spMk id="7" creationId="{05B48C5C-EC67-AA93-7723-EA9292C4A9AA}"/>
          </ac:spMkLst>
        </pc:spChg>
        <pc:spChg chg="mod">
          <ac:chgData name="Tal R." userId="03e9e69c0e8a7741" providerId="LiveId" clId="{012321CB-D30F-40A1-894C-E46D43B30E68}" dt="2025-11-22T22:07:13.224" v="42774" actId="1036"/>
          <ac:spMkLst>
            <pc:docMk/>
            <pc:sldMk cId="2746570993" sldId="760"/>
            <ac:spMk id="11" creationId="{3F30E990-3167-3550-FCB9-4754E161B881}"/>
          </ac:spMkLst>
        </pc:spChg>
      </pc:sldChg>
      <pc:sldChg chg="addSp modSp add mod modAnim">
        <pc:chgData name="Tal R." userId="03e9e69c0e8a7741" providerId="LiveId" clId="{012321CB-D30F-40A1-894C-E46D43B30E68}" dt="2025-11-22T20:37:46.713" v="39677" actId="14100"/>
        <pc:sldMkLst>
          <pc:docMk/>
          <pc:sldMk cId="30216479" sldId="761"/>
        </pc:sldMkLst>
        <pc:spChg chg="add mod">
          <ac:chgData name="Tal R." userId="03e9e69c0e8a7741" providerId="LiveId" clId="{012321CB-D30F-40A1-894C-E46D43B30E68}" dt="2025-11-22T19:04:22.405" v="37403"/>
          <ac:spMkLst>
            <pc:docMk/>
            <pc:sldMk cId="30216479" sldId="761"/>
            <ac:spMk id="2" creationId="{180FDA78-CB3D-14A8-443C-71E9C497F4A1}"/>
          </ac:spMkLst>
        </pc:spChg>
        <pc:spChg chg="mod">
          <ac:chgData name="Tal R." userId="03e9e69c0e8a7741" providerId="LiveId" clId="{012321CB-D30F-40A1-894C-E46D43B30E68}" dt="2025-11-22T16:11:51.838" v="35898"/>
          <ac:spMkLst>
            <pc:docMk/>
            <pc:sldMk cId="30216479" sldId="761"/>
            <ac:spMk id="3" creationId="{7CD8CB7E-3A36-7290-7932-6AE2C9D36526}"/>
          </ac:spMkLst>
        </pc:spChg>
        <pc:spChg chg="mod">
          <ac:chgData name="Tal R." userId="03e9e69c0e8a7741" providerId="LiveId" clId="{012321CB-D30F-40A1-894C-E46D43B30E68}" dt="2025-11-22T20:37:46.713" v="39677" actId="14100"/>
          <ac:spMkLst>
            <pc:docMk/>
            <pc:sldMk cId="30216479" sldId="761"/>
            <ac:spMk id="4" creationId="{C1325163-20B9-6978-5A4A-3DF8335CF642}"/>
          </ac:spMkLst>
        </pc:spChg>
        <pc:spChg chg="add mod">
          <ac:chgData name="Tal R." userId="03e9e69c0e8a7741" providerId="LiveId" clId="{012321CB-D30F-40A1-894C-E46D43B30E68}" dt="2025-11-22T16:02:07.008" v="35842" actId="1036"/>
          <ac:spMkLst>
            <pc:docMk/>
            <pc:sldMk cId="30216479" sldId="761"/>
            <ac:spMk id="5" creationId="{0C9C765A-869A-1A8F-D8BC-52607559E942}"/>
          </ac:spMkLst>
        </pc:spChg>
      </pc:sldChg>
      <pc:sldChg chg="modSp add del modAnim">
        <pc:chgData name="Tal R." userId="03e9e69c0e8a7741" providerId="LiveId" clId="{012321CB-D30F-40A1-894C-E46D43B30E68}" dt="2025-11-22T15:54:04.866" v="35728" actId="2890"/>
        <pc:sldMkLst>
          <pc:docMk/>
          <pc:sldMk cId="809415323" sldId="761"/>
        </pc:sldMkLst>
        <pc:spChg chg="mod">
          <ac:chgData name="Tal R." userId="03e9e69c0e8a7741" providerId="LiveId" clId="{012321CB-D30F-40A1-894C-E46D43B30E68}" dt="2025-11-22T15:53:46.165" v="35709" actId="20577"/>
          <ac:spMkLst>
            <pc:docMk/>
            <pc:sldMk cId="809415323" sldId="761"/>
            <ac:spMk id="4" creationId="{8686D6E2-0424-A72B-B4EC-89673DCEB9DB}"/>
          </ac:spMkLst>
        </pc:spChg>
      </pc:sldChg>
      <pc:sldChg chg="modSp add mod addAnim delAnim modAnim">
        <pc:chgData name="Tal R." userId="03e9e69c0e8a7741" providerId="LiveId" clId="{012321CB-D30F-40A1-894C-E46D43B30E68}" dt="2025-11-22T20:37:39.940" v="39675" actId="14100"/>
        <pc:sldMkLst>
          <pc:docMk/>
          <pc:sldMk cId="158852115" sldId="762"/>
        </pc:sldMkLst>
        <pc:spChg chg="mod">
          <ac:chgData name="Tal R." userId="03e9e69c0e8a7741" providerId="LiveId" clId="{012321CB-D30F-40A1-894C-E46D43B30E68}" dt="2025-11-22T20:37:39.940" v="39675" actId="14100"/>
          <ac:spMkLst>
            <pc:docMk/>
            <pc:sldMk cId="158852115" sldId="762"/>
            <ac:spMk id="4" creationId="{65982B22-5B88-D041-2968-3B92B61DE7F7}"/>
          </ac:spMkLst>
        </pc:spChg>
      </pc:sldChg>
      <pc:sldChg chg="addSp delSp modSp add del mod modTransition addAnim delAnim modAnim">
        <pc:chgData name="Tal R." userId="03e9e69c0e8a7741" providerId="LiveId" clId="{012321CB-D30F-40A1-894C-E46D43B30E68}" dt="2025-11-22T16:13:52.757" v="35942" actId="47"/>
        <pc:sldMkLst>
          <pc:docMk/>
          <pc:sldMk cId="3919049309" sldId="762"/>
        </pc:sldMkLst>
        <pc:spChg chg="mod">
          <ac:chgData name="Tal R." userId="03e9e69c0e8a7741" providerId="LiveId" clId="{012321CB-D30F-40A1-894C-E46D43B30E68}" dt="2025-11-22T16:03:40.407" v="35849" actId="20577"/>
          <ac:spMkLst>
            <pc:docMk/>
            <pc:sldMk cId="3919049309" sldId="762"/>
            <ac:spMk id="2" creationId="{7718AB70-01CF-660A-4F4B-7D5CC7E16BAC}"/>
          </ac:spMkLst>
        </pc:spChg>
        <pc:spChg chg="mod">
          <ac:chgData name="Tal R." userId="03e9e69c0e8a7741" providerId="LiveId" clId="{012321CB-D30F-40A1-894C-E46D43B30E68}" dt="2025-11-22T16:11:51.838" v="35898"/>
          <ac:spMkLst>
            <pc:docMk/>
            <pc:sldMk cId="3919049309" sldId="762"/>
            <ac:spMk id="3" creationId="{3873297B-2127-E93A-3BB0-3AF6380A02A8}"/>
          </ac:spMkLst>
        </pc:spChg>
        <pc:spChg chg="del">
          <ac:chgData name="Tal R." userId="03e9e69c0e8a7741" providerId="LiveId" clId="{012321CB-D30F-40A1-894C-E46D43B30E68}" dt="2025-11-22T16:01:21.356" v="35801" actId="478"/>
          <ac:spMkLst>
            <pc:docMk/>
            <pc:sldMk cId="3919049309" sldId="762"/>
            <ac:spMk id="4" creationId="{A5D6AA1D-6960-2669-A0E9-F08728363D7B}"/>
          </ac:spMkLst>
        </pc:spChg>
        <pc:spChg chg="mod">
          <ac:chgData name="Tal R." userId="03e9e69c0e8a7741" providerId="LiveId" clId="{012321CB-D30F-40A1-894C-E46D43B30E68}" dt="2025-11-22T16:02:15.354" v="35843" actId="207"/>
          <ac:spMkLst>
            <pc:docMk/>
            <pc:sldMk cId="3919049309" sldId="762"/>
            <ac:spMk id="5" creationId="{954F0B6A-0AE0-A051-F15B-BA9A928D69EC}"/>
          </ac:spMkLst>
        </pc:spChg>
        <pc:spChg chg="add del mod">
          <ac:chgData name="Tal R." userId="03e9e69c0e8a7741" providerId="LiveId" clId="{012321CB-D30F-40A1-894C-E46D43B30E68}" dt="2025-11-22T16:01:24.294" v="35802" actId="478"/>
          <ac:spMkLst>
            <pc:docMk/>
            <pc:sldMk cId="3919049309" sldId="762"/>
            <ac:spMk id="7" creationId="{5FEC640E-8EF6-EFB6-547A-A2D7451044E5}"/>
          </ac:spMkLst>
        </pc:spChg>
        <pc:spChg chg="add mod">
          <ac:chgData name="Tal R." userId="03e9e69c0e8a7741" providerId="LiveId" clId="{012321CB-D30F-40A1-894C-E46D43B30E68}" dt="2025-11-22T16:05:15.106" v="35869" actId="20577"/>
          <ac:spMkLst>
            <pc:docMk/>
            <pc:sldMk cId="3919049309" sldId="762"/>
            <ac:spMk id="8" creationId="{C2338352-FB36-1E10-E79D-0AFCA48533A2}"/>
          </ac:spMkLst>
        </pc:spChg>
      </pc:sldChg>
      <pc:sldChg chg="add del">
        <pc:chgData name="Tal R." userId="03e9e69c0e8a7741" providerId="LiveId" clId="{012321CB-D30F-40A1-894C-E46D43B30E68}" dt="2025-11-22T16:00:26.085" v="35781" actId="47"/>
        <pc:sldMkLst>
          <pc:docMk/>
          <pc:sldMk cId="4272184378" sldId="762"/>
        </pc:sldMkLst>
      </pc:sldChg>
      <pc:sldChg chg="addSp delSp add del mod">
        <pc:chgData name="Tal R." userId="03e9e69c0e8a7741" providerId="LiveId" clId="{012321CB-D30F-40A1-894C-E46D43B30E68}" dt="2025-11-22T21:46:58.988" v="41517" actId="47"/>
        <pc:sldMkLst>
          <pc:docMk/>
          <pc:sldMk cId="939258229" sldId="763"/>
        </pc:sldMkLst>
        <pc:spChg chg="add del">
          <ac:chgData name="Tal R." userId="03e9e69c0e8a7741" providerId="LiveId" clId="{012321CB-D30F-40A1-894C-E46D43B30E68}" dt="2025-11-22T16:29:37.987" v="36026" actId="22"/>
          <ac:spMkLst>
            <pc:docMk/>
            <pc:sldMk cId="939258229" sldId="763"/>
            <ac:spMk id="5" creationId="{D157D946-F45F-8B79-8B41-B5A19D9C40F2}"/>
          </ac:spMkLst>
        </pc:spChg>
      </pc:sldChg>
      <pc:sldChg chg="delSp add del mod delAnim">
        <pc:chgData name="Tal R." userId="03e9e69c0e8a7741" providerId="LiveId" clId="{012321CB-D30F-40A1-894C-E46D43B30E68}" dt="2025-11-22T16:07:35.094" v="35879" actId="47"/>
        <pc:sldMkLst>
          <pc:docMk/>
          <pc:sldMk cId="942778565" sldId="763"/>
        </pc:sldMkLst>
        <pc:spChg chg="del">
          <ac:chgData name="Tal R." userId="03e9e69c0e8a7741" providerId="LiveId" clId="{012321CB-D30F-40A1-894C-E46D43B30E68}" dt="2025-11-22T16:06:37.408" v="35871" actId="478"/>
          <ac:spMkLst>
            <pc:docMk/>
            <pc:sldMk cId="942778565" sldId="763"/>
            <ac:spMk id="2" creationId="{B90BB146-20D4-5B9D-B29C-4F54AEA9AF01}"/>
          </ac:spMkLst>
        </pc:spChg>
        <pc:spChg chg="del">
          <ac:chgData name="Tal R." userId="03e9e69c0e8a7741" providerId="LiveId" clId="{012321CB-D30F-40A1-894C-E46D43B30E68}" dt="2025-11-22T16:06:37.408" v="35871" actId="478"/>
          <ac:spMkLst>
            <pc:docMk/>
            <pc:sldMk cId="942778565" sldId="763"/>
            <ac:spMk id="5" creationId="{4927A364-3252-0CC8-075A-84446F6714E5}"/>
          </ac:spMkLst>
        </pc:spChg>
        <pc:spChg chg="del">
          <ac:chgData name="Tal R." userId="03e9e69c0e8a7741" providerId="LiveId" clId="{012321CB-D30F-40A1-894C-E46D43B30E68}" dt="2025-11-22T16:06:37.408" v="35871" actId="478"/>
          <ac:spMkLst>
            <pc:docMk/>
            <pc:sldMk cId="942778565" sldId="763"/>
            <ac:spMk id="8" creationId="{B887A339-28BD-D985-AABA-B151986D673D}"/>
          </ac:spMkLst>
        </pc:spChg>
      </pc:sldChg>
      <pc:sldChg chg="addSp delSp modSp add mod modTransition addAnim delAnim modAnim">
        <pc:chgData name="Tal R." userId="03e9e69c0e8a7741" providerId="LiveId" clId="{012321CB-D30F-40A1-894C-E46D43B30E68}" dt="2025-11-22T16:42:48.059" v="36138" actId="6549"/>
        <pc:sldMkLst>
          <pc:docMk/>
          <pc:sldMk cId="4147486335" sldId="764"/>
        </pc:sldMkLst>
        <pc:spChg chg="mod">
          <ac:chgData name="Tal R." userId="03e9e69c0e8a7741" providerId="LiveId" clId="{012321CB-D30F-40A1-894C-E46D43B30E68}" dt="2025-11-22T16:42:48.059" v="36138" actId="6549"/>
          <ac:spMkLst>
            <pc:docMk/>
            <pc:sldMk cId="4147486335" sldId="764"/>
            <ac:spMk id="2" creationId="{0EBBECDE-4029-7494-619F-AC2DC3805015}"/>
          </ac:spMkLst>
        </pc:spChg>
        <pc:spChg chg="del">
          <ac:chgData name="Tal R." userId="03e9e69c0e8a7741" providerId="LiveId" clId="{012321CB-D30F-40A1-894C-E46D43B30E68}" dt="2025-11-22T16:36:03.888" v="36048" actId="478"/>
          <ac:spMkLst>
            <pc:docMk/>
            <pc:sldMk cId="4147486335" sldId="764"/>
            <ac:spMk id="4" creationId="{D61D597B-65A0-0A1B-6F6B-F31F4FCB9C8F}"/>
          </ac:spMkLst>
        </pc:spChg>
        <pc:spChg chg="add del mod">
          <ac:chgData name="Tal R." userId="03e9e69c0e8a7741" providerId="LiveId" clId="{012321CB-D30F-40A1-894C-E46D43B30E68}" dt="2025-11-22T16:36:06.822" v="36049" actId="478"/>
          <ac:spMkLst>
            <pc:docMk/>
            <pc:sldMk cId="4147486335" sldId="764"/>
            <ac:spMk id="6" creationId="{9CD71388-0EC9-4E63-A903-DCD1B5112A3B}"/>
          </ac:spMkLst>
        </pc:spChg>
        <pc:spChg chg="add mod">
          <ac:chgData name="Tal R." userId="03e9e69c0e8a7741" providerId="LiveId" clId="{012321CB-D30F-40A1-894C-E46D43B30E68}" dt="2025-11-22T16:36:56.226" v="36097" actId="207"/>
          <ac:spMkLst>
            <pc:docMk/>
            <pc:sldMk cId="4147486335" sldId="764"/>
            <ac:spMk id="7" creationId="{546BA6EB-7F74-D23C-FFAD-7DD20B0DC876}"/>
          </ac:spMkLst>
        </pc:spChg>
        <pc:picChg chg="add mod">
          <ac:chgData name="Tal R." userId="03e9e69c0e8a7741" providerId="LiveId" clId="{012321CB-D30F-40A1-894C-E46D43B30E68}" dt="2025-11-22T16:41:33.543" v="36128" actId="1076"/>
          <ac:picMkLst>
            <pc:docMk/>
            <pc:sldMk cId="4147486335" sldId="764"/>
            <ac:picMk id="8" creationId="{11A5A055-82CD-927A-0C94-C32D1990BE6E}"/>
          </ac:picMkLst>
        </pc:picChg>
      </pc:sldChg>
      <pc:sldChg chg="addSp delSp modSp add modTransition modAnim">
        <pc:chgData name="Tal R." userId="03e9e69c0e8a7741" providerId="LiveId" clId="{012321CB-D30F-40A1-894C-E46D43B30E68}" dt="2025-11-22T16:43:34.647" v="36141"/>
        <pc:sldMkLst>
          <pc:docMk/>
          <pc:sldMk cId="3006122504" sldId="765"/>
        </pc:sldMkLst>
        <pc:picChg chg="add mod">
          <ac:chgData name="Tal R." userId="03e9e69c0e8a7741" providerId="LiveId" clId="{012321CB-D30F-40A1-894C-E46D43B30E68}" dt="2025-11-22T16:42:11.218" v="36135" actId="732"/>
          <ac:picMkLst>
            <pc:docMk/>
            <pc:sldMk cId="3006122504" sldId="765"/>
            <ac:picMk id="4" creationId="{38688226-D54B-8D5A-5CA5-B51522C150E8}"/>
          </ac:picMkLst>
        </pc:picChg>
        <pc:picChg chg="del mod">
          <ac:chgData name="Tal R." userId="03e9e69c0e8a7741" providerId="LiveId" clId="{012321CB-D30F-40A1-894C-E46D43B30E68}" dt="2025-11-22T16:41:50.441" v="36130" actId="478"/>
          <ac:picMkLst>
            <pc:docMk/>
            <pc:sldMk cId="3006122504" sldId="765"/>
            <ac:picMk id="8" creationId="{A994C38F-D850-A4EB-C5A5-F44755385D90}"/>
          </ac:picMkLst>
        </pc:picChg>
      </pc:sldChg>
      <pc:sldChg chg="addSp delSp modSp add mod modTransition modAnim">
        <pc:chgData name="Tal R." userId="03e9e69c0e8a7741" providerId="LiveId" clId="{012321CB-D30F-40A1-894C-E46D43B30E68}" dt="2025-11-22T20:37:03.528" v="39667" actId="14100"/>
        <pc:sldMkLst>
          <pc:docMk/>
          <pc:sldMk cId="4277876263" sldId="766"/>
        </pc:sldMkLst>
        <pc:spChg chg="mod">
          <ac:chgData name="Tal R." userId="03e9e69c0e8a7741" providerId="LiveId" clId="{012321CB-D30F-40A1-894C-E46D43B30E68}" dt="2025-11-22T20:37:03.528" v="39667" actId="14100"/>
          <ac:spMkLst>
            <pc:docMk/>
            <pc:sldMk cId="4277876263" sldId="766"/>
            <ac:spMk id="4" creationId="{CAF396E0-0443-4AB2-6075-474DE071686B}"/>
          </ac:spMkLst>
        </pc:spChg>
        <pc:spChg chg="add del mod">
          <ac:chgData name="Tal R." userId="03e9e69c0e8a7741" providerId="LiveId" clId="{012321CB-D30F-40A1-894C-E46D43B30E68}" dt="2025-11-22T17:23:50.763" v="36712" actId="478"/>
          <ac:spMkLst>
            <pc:docMk/>
            <pc:sldMk cId="4277876263" sldId="766"/>
            <ac:spMk id="5" creationId="{030BB501-0B42-80E3-4D60-CE626AC69DDD}"/>
          </ac:spMkLst>
        </pc:spChg>
      </pc:sldChg>
      <pc:sldChg chg="modSp add mod modTransition addAnim delAnim modAnim">
        <pc:chgData name="Tal R." userId="03e9e69c0e8a7741" providerId="LiveId" clId="{012321CB-D30F-40A1-894C-E46D43B30E68}" dt="2025-11-22T22:10:44.172" v="42785"/>
        <pc:sldMkLst>
          <pc:docMk/>
          <pc:sldMk cId="1374045018" sldId="767"/>
        </pc:sldMkLst>
        <pc:spChg chg="mod">
          <ac:chgData name="Tal R." userId="03e9e69c0e8a7741" providerId="LiveId" clId="{012321CB-D30F-40A1-894C-E46D43B30E68}" dt="2025-11-22T20:36:54.775" v="39665" actId="14100"/>
          <ac:spMkLst>
            <pc:docMk/>
            <pc:sldMk cId="1374045018" sldId="767"/>
            <ac:spMk id="4" creationId="{B45FD412-F409-4FE4-1D63-23EB6A2D40A6}"/>
          </ac:spMkLst>
        </pc:spChg>
      </pc:sldChg>
      <pc:sldChg chg="add del">
        <pc:chgData name="Tal R." userId="03e9e69c0e8a7741" providerId="LiveId" clId="{012321CB-D30F-40A1-894C-E46D43B30E68}" dt="2025-11-22T17:48:36.163" v="37030" actId="47"/>
        <pc:sldMkLst>
          <pc:docMk/>
          <pc:sldMk cId="15969698" sldId="768"/>
        </pc:sldMkLst>
      </pc:sldChg>
      <pc:sldChg chg="modSp add mod modTransition addAnim delAnim modAnim">
        <pc:chgData name="Tal R." userId="03e9e69c0e8a7741" providerId="LiveId" clId="{012321CB-D30F-40A1-894C-E46D43B30E68}" dt="2025-11-22T20:36:44.547" v="39663" actId="14100"/>
        <pc:sldMkLst>
          <pc:docMk/>
          <pc:sldMk cId="52838968" sldId="768"/>
        </pc:sldMkLst>
        <pc:spChg chg="mod">
          <ac:chgData name="Tal R." userId="03e9e69c0e8a7741" providerId="LiveId" clId="{012321CB-D30F-40A1-894C-E46D43B30E68}" dt="2025-11-22T17:51:50.447" v="37055"/>
          <ac:spMkLst>
            <pc:docMk/>
            <pc:sldMk cId="52838968" sldId="768"/>
            <ac:spMk id="3" creationId="{1D466D3D-9D0A-552A-C601-1A8C600AC364}"/>
          </ac:spMkLst>
        </pc:spChg>
        <pc:spChg chg="mod">
          <ac:chgData name="Tal R." userId="03e9e69c0e8a7741" providerId="LiveId" clId="{012321CB-D30F-40A1-894C-E46D43B30E68}" dt="2025-11-22T20:36:44.547" v="39663" actId="14100"/>
          <ac:spMkLst>
            <pc:docMk/>
            <pc:sldMk cId="52838968" sldId="768"/>
            <ac:spMk id="4" creationId="{1BADF659-BDF1-20DF-D078-0AC319B33AB8}"/>
          </ac:spMkLst>
        </pc:spChg>
      </pc:sldChg>
      <pc:sldChg chg="modSp add del mod">
        <pc:chgData name="Tal R." userId="03e9e69c0e8a7741" providerId="LiveId" clId="{012321CB-D30F-40A1-894C-E46D43B30E68}" dt="2025-11-22T19:45:10.598" v="38523" actId="2696"/>
        <pc:sldMkLst>
          <pc:docMk/>
          <pc:sldMk cId="1481454487" sldId="769"/>
        </pc:sldMkLst>
        <pc:spChg chg="mod">
          <ac:chgData name="Tal R." userId="03e9e69c0e8a7741" providerId="LiveId" clId="{012321CB-D30F-40A1-894C-E46D43B30E68}" dt="2025-11-22T19:00:58.597" v="37375"/>
          <ac:spMkLst>
            <pc:docMk/>
            <pc:sldMk cId="1481454487" sldId="769"/>
            <ac:spMk id="4" creationId="{253F0C48-C080-3D36-D8C7-B2154E91DECC}"/>
          </ac:spMkLst>
        </pc:spChg>
      </pc:sldChg>
      <pc:sldChg chg="modSp add del mod">
        <pc:chgData name="Tal R." userId="03e9e69c0e8a7741" providerId="LiveId" clId="{012321CB-D30F-40A1-894C-E46D43B30E68}" dt="2025-11-22T19:46:02.359" v="38543" actId="2696"/>
        <pc:sldMkLst>
          <pc:docMk/>
          <pc:sldMk cId="2308877745" sldId="769"/>
        </pc:sldMkLst>
        <pc:spChg chg="mod">
          <ac:chgData name="Tal R." userId="03e9e69c0e8a7741" providerId="LiveId" clId="{012321CB-D30F-40A1-894C-E46D43B30E68}" dt="2025-11-22T19:45:44.933" v="38542" actId="5793"/>
          <ac:spMkLst>
            <pc:docMk/>
            <pc:sldMk cId="2308877745" sldId="769"/>
            <ac:spMk id="4" creationId="{038C694D-AFCC-F749-C0BA-F122EF0E87ED}"/>
          </ac:spMkLst>
        </pc:spChg>
      </pc:sldChg>
      <pc:sldChg chg="add del">
        <pc:chgData name="Tal R." userId="03e9e69c0e8a7741" providerId="LiveId" clId="{012321CB-D30F-40A1-894C-E46D43B30E68}" dt="2025-11-22T19:45:18.948" v="38525"/>
        <pc:sldMkLst>
          <pc:docMk/>
          <pc:sldMk cId="4022701450" sldId="769"/>
        </pc:sldMkLst>
      </pc:sldChg>
      <pc:sldChg chg="modSp add mod modTransition addAnim delAnim modAnim">
        <pc:chgData name="Tal R." userId="03e9e69c0e8a7741" providerId="LiveId" clId="{012321CB-D30F-40A1-894C-E46D43B30E68}" dt="2025-11-22T20:36:40.584" v="39662" actId="14100"/>
        <pc:sldMkLst>
          <pc:docMk/>
          <pc:sldMk cId="4039816073" sldId="769"/>
        </pc:sldMkLst>
        <pc:spChg chg="mod">
          <ac:chgData name="Tal R." userId="03e9e69c0e8a7741" providerId="LiveId" clId="{012321CB-D30F-40A1-894C-E46D43B30E68}" dt="2025-11-22T20:36:40.584" v="39662" actId="14100"/>
          <ac:spMkLst>
            <pc:docMk/>
            <pc:sldMk cId="4039816073" sldId="769"/>
            <ac:spMk id="4" creationId="{038C694D-AFCC-F749-C0BA-F122EF0E87ED}"/>
          </ac:spMkLst>
        </pc:spChg>
      </pc:sldChg>
      <pc:sldChg chg="modSp add mod addAnim delAnim modAnim">
        <pc:chgData name="Tal R." userId="03e9e69c0e8a7741" providerId="LiveId" clId="{012321CB-D30F-40A1-894C-E46D43B30E68}" dt="2025-11-22T20:29:28.345" v="39378" actId="20577"/>
        <pc:sldMkLst>
          <pc:docMk/>
          <pc:sldMk cId="838866498" sldId="770"/>
        </pc:sldMkLst>
        <pc:spChg chg="mod">
          <ac:chgData name="Tal R." userId="03e9e69c0e8a7741" providerId="LiveId" clId="{012321CB-D30F-40A1-894C-E46D43B30E68}" dt="2025-11-22T19:49:01.778" v="38604" actId="20577"/>
          <ac:spMkLst>
            <pc:docMk/>
            <pc:sldMk cId="838866498" sldId="770"/>
            <ac:spMk id="3" creationId="{D353BEDC-F6DA-7721-733E-ACA6F9573B4D}"/>
          </ac:spMkLst>
        </pc:spChg>
        <pc:spChg chg="mod">
          <ac:chgData name="Tal R." userId="03e9e69c0e8a7741" providerId="LiveId" clId="{012321CB-D30F-40A1-894C-E46D43B30E68}" dt="2025-11-22T20:29:27.584" v="39377" actId="20577"/>
          <ac:spMkLst>
            <pc:docMk/>
            <pc:sldMk cId="838866498" sldId="770"/>
            <ac:spMk id="4" creationId="{B0DD2EE3-FF74-FF42-AB86-52B8AC33A74B}"/>
          </ac:spMkLst>
        </pc:spChg>
      </pc:sldChg>
      <pc:sldChg chg="modSp add mod modTransition addAnim delAnim modAnim">
        <pc:chgData name="Tal R." userId="03e9e69c0e8a7741" providerId="LiveId" clId="{012321CB-D30F-40A1-894C-E46D43B30E68}" dt="2025-11-22T22:11:28.707" v="42789"/>
        <pc:sldMkLst>
          <pc:docMk/>
          <pc:sldMk cId="2958959996" sldId="771"/>
        </pc:sldMkLst>
        <pc:spChg chg="mod">
          <ac:chgData name="Tal R." userId="03e9e69c0e8a7741" providerId="LiveId" clId="{012321CB-D30F-40A1-894C-E46D43B30E68}" dt="2025-11-22T21:44:48.497" v="41390" actId="1036"/>
          <ac:spMkLst>
            <pc:docMk/>
            <pc:sldMk cId="2958959996" sldId="771"/>
            <ac:spMk id="4" creationId="{2E1FC8AC-CCAE-8583-5F73-203F111F79E3}"/>
          </ac:spMkLst>
        </pc:spChg>
      </pc:sldChg>
      <pc:sldChg chg="addSp delSp modSp add mod modTransition modAnim">
        <pc:chgData name="Tal R." userId="03e9e69c0e8a7741" providerId="LiveId" clId="{012321CB-D30F-40A1-894C-E46D43B30E68}" dt="2025-11-22T20:36:31.475" v="39660" actId="14100"/>
        <pc:sldMkLst>
          <pc:docMk/>
          <pc:sldMk cId="2922703532" sldId="772"/>
        </pc:sldMkLst>
        <pc:spChg chg="mod">
          <ac:chgData name="Tal R." userId="03e9e69c0e8a7741" providerId="LiveId" clId="{012321CB-D30F-40A1-894C-E46D43B30E68}" dt="2025-11-22T20:36:31.475" v="39660" actId="14100"/>
          <ac:spMkLst>
            <pc:docMk/>
            <pc:sldMk cId="2922703532" sldId="772"/>
            <ac:spMk id="4" creationId="{CED11CE8-4154-F8C8-59D0-52DDD58915E5}"/>
          </ac:spMkLst>
        </pc:spChg>
        <pc:graphicFrameChg chg="add del mod modGraphic">
          <ac:chgData name="Tal R." userId="03e9e69c0e8a7741" providerId="LiveId" clId="{012321CB-D30F-40A1-894C-E46D43B30E68}" dt="2025-11-22T19:14:13.717" v="37910" actId="478"/>
          <ac:graphicFrameMkLst>
            <pc:docMk/>
            <pc:sldMk cId="2922703532" sldId="772"/>
            <ac:graphicFrameMk id="2" creationId="{7A1AF21D-6F3B-3BF1-208A-7AC25732D749}"/>
          </ac:graphicFrameMkLst>
        </pc:graphicFrameChg>
        <pc:graphicFrameChg chg="add del mod modGraphic">
          <ac:chgData name="Tal R." userId="03e9e69c0e8a7741" providerId="LiveId" clId="{012321CB-D30F-40A1-894C-E46D43B30E68}" dt="2025-11-22T19:17:35.912" v="38051" actId="478"/>
          <ac:graphicFrameMkLst>
            <pc:docMk/>
            <pc:sldMk cId="2922703532" sldId="772"/>
            <ac:graphicFrameMk id="5" creationId="{0C4E3531-5C17-BABC-7125-A33629F9989E}"/>
          </ac:graphicFrameMkLst>
        </pc:graphicFrameChg>
        <pc:graphicFrameChg chg="add mod modGraphic">
          <ac:chgData name="Tal R." userId="03e9e69c0e8a7741" providerId="LiveId" clId="{012321CB-D30F-40A1-894C-E46D43B30E68}" dt="2025-11-22T19:22:07.243" v="38278"/>
          <ac:graphicFrameMkLst>
            <pc:docMk/>
            <pc:sldMk cId="2922703532" sldId="772"/>
            <ac:graphicFrameMk id="6" creationId="{F8CC0051-EA4F-BC4A-D61B-BF5C63360375}"/>
          </ac:graphicFrameMkLst>
        </pc:graphicFrameChg>
      </pc:sldChg>
      <pc:sldChg chg="addSp delSp modSp add mod modTransition delAnim modAnim">
        <pc:chgData name="Tal R." userId="03e9e69c0e8a7741" providerId="LiveId" clId="{012321CB-D30F-40A1-894C-E46D43B30E68}" dt="2025-11-22T19:43:33.257" v="38515"/>
        <pc:sldMkLst>
          <pc:docMk/>
          <pc:sldMk cId="1956674289" sldId="773"/>
        </pc:sldMkLst>
        <pc:spChg chg="add del mod">
          <ac:chgData name="Tal R." userId="03e9e69c0e8a7741" providerId="LiveId" clId="{012321CB-D30F-40A1-894C-E46D43B30E68}" dt="2025-11-22T19:26:31.937" v="38373" actId="478"/>
          <ac:spMkLst>
            <pc:docMk/>
            <pc:sldMk cId="1956674289" sldId="773"/>
            <ac:spMk id="2" creationId="{F1CF7874-0B36-9E2F-5E1D-9826CD91E0C6}"/>
          </ac:spMkLst>
        </pc:spChg>
        <pc:spChg chg="mod">
          <ac:chgData name="Tal R." userId="03e9e69c0e8a7741" providerId="LiveId" clId="{012321CB-D30F-40A1-894C-E46D43B30E68}" dt="2025-11-22T19:43:29.273" v="38514" actId="6549"/>
          <ac:spMkLst>
            <pc:docMk/>
            <pc:sldMk cId="1956674289" sldId="773"/>
            <ac:spMk id="4" creationId="{43514C78-A249-1B6F-6156-3813D5420DD7}"/>
          </ac:spMkLst>
        </pc:spChg>
        <pc:spChg chg="add">
          <ac:chgData name="Tal R." userId="03e9e69c0e8a7741" providerId="LiveId" clId="{012321CB-D30F-40A1-894C-E46D43B30E68}" dt="2025-11-22T19:32:12.667" v="38375"/>
          <ac:spMkLst>
            <pc:docMk/>
            <pc:sldMk cId="1956674289" sldId="773"/>
            <ac:spMk id="5" creationId="{2B735A85-9CF1-220D-A48B-988CAC1D72EB}"/>
          </ac:spMkLst>
        </pc:spChg>
        <pc:spChg chg="add">
          <ac:chgData name="Tal R." userId="03e9e69c0e8a7741" providerId="LiveId" clId="{012321CB-D30F-40A1-894C-E46D43B30E68}" dt="2025-11-22T19:32:18.325" v="38376"/>
          <ac:spMkLst>
            <pc:docMk/>
            <pc:sldMk cId="1956674289" sldId="773"/>
            <ac:spMk id="7" creationId="{814A93A8-17B9-7F8B-4395-1BE5F3285CB1}"/>
          </ac:spMkLst>
        </pc:spChg>
        <pc:graphicFrameChg chg="del">
          <ac:chgData name="Tal R." userId="03e9e69c0e8a7741" providerId="LiveId" clId="{012321CB-D30F-40A1-894C-E46D43B30E68}" dt="2025-11-22T19:25:06.931" v="38304" actId="478"/>
          <ac:graphicFrameMkLst>
            <pc:docMk/>
            <pc:sldMk cId="1956674289" sldId="773"/>
            <ac:graphicFrameMk id="6" creationId="{A5036D1D-6F40-49C0-FF99-1845EEE69750}"/>
          </ac:graphicFrameMkLst>
        </pc:graphicFrameChg>
        <pc:picChg chg="add mod">
          <ac:chgData name="Tal R." userId="03e9e69c0e8a7741" providerId="LiveId" clId="{012321CB-D30F-40A1-894C-E46D43B30E68}" dt="2025-11-22T19:35:19.783" v="38381" actId="14826"/>
          <ac:picMkLst>
            <pc:docMk/>
            <pc:sldMk cId="1956674289" sldId="773"/>
            <ac:picMk id="9" creationId="{8AA9440F-9BB6-4EAB-C430-D0D6197A3313}"/>
          </ac:picMkLst>
        </pc:picChg>
      </pc:sldChg>
      <pc:sldChg chg="add del">
        <pc:chgData name="Tal R." userId="03e9e69c0e8a7741" providerId="LiveId" clId="{012321CB-D30F-40A1-894C-E46D43B30E68}" dt="2025-11-22T19:36:12.246" v="38395"/>
        <pc:sldMkLst>
          <pc:docMk/>
          <pc:sldMk cId="1334187990" sldId="774"/>
        </pc:sldMkLst>
      </pc:sldChg>
      <pc:sldChg chg="modSp add mod modTransition addAnim delAnim modAnim">
        <pc:chgData name="Tal R." userId="03e9e69c0e8a7741" providerId="LiveId" clId="{012321CB-D30F-40A1-894C-E46D43B30E68}" dt="2025-11-22T21:46:35.934" v="41514" actId="115"/>
        <pc:sldMkLst>
          <pc:docMk/>
          <pc:sldMk cId="4063732515" sldId="774"/>
        </pc:sldMkLst>
        <pc:spChg chg="mod">
          <ac:chgData name="Tal R." userId="03e9e69c0e8a7741" providerId="LiveId" clId="{012321CB-D30F-40A1-894C-E46D43B30E68}" dt="2025-11-22T21:46:35.934" v="41514" actId="115"/>
          <ac:spMkLst>
            <pc:docMk/>
            <pc:sldMk cId="4063732515" sldId="774"/>
            <ac:spMk id="4" creationId="{E1FFFA81-DC0A-BCEC-176A-FBD0ACF0988D}"/>
          </ac:spMkLst>
        </pc:spChg>
      </pc:sldChg>
      <pc:sldChg chg="modSp add mod modTransition addAnim delAnim modAnim">
        <pc:chgData name="Tal R." userId="03e9e69c0e8a7741" providerId="LiveId" clId="{012321CB-D30F-40A1-894C-E46D43B30E68}" dt="2025-11-22T22:12:25.093" v="42790"/>
        <pc:sldMkLst>
          <pc:docMk/>
          <pc:sldMk cId="1050725505" sldId="775"/>
        </pc:sldMkLst>
        <pc:spChg chg="mod">
          <ac:chgData name="Tal R." userId="03e9e69c0e8a7741" providerId="LiveId" clId="{012321CB-D30F-40A1-894C-E46D43B30E68}" dt="2025-11-22T20:10:55.502" v="38902" actId="948"/>
          <ac:spMkLst>
            <pc:docMk/>
            <pc:sldMk cId="1050725505" sldId="775"/>
            <ac:spMk id="4" creationId="{92AEAF3F-CA16-3130-4322-3B2ED148BD5C}"/>
          </ac:spMkLst>
        </pc:spChg>
      </pc:sldChg>
      <pc:sldChg chg="modSp add mod modTransition addAnim delAnim modAnim">
        <pc:chgData name="Tal R." userId="03e9e69c0e8a7741" providerId="LiveId" clId="{012321CB-D30F-40A1-894C-E46D43B30E68}" dt="2025-11-22T22:12:33.135" v="42791"/>
        <pc:sldMkLst>
          <pc:docMk/>
          <pc:sldMk cId="845882654" sldId="776"/>
        </pc:sldMkLst>
        <pc:spChg chg="mod">
          <ac:chgData name="Tal R." userId="03e9e69c0e8a7741" providerId="LiveId" clId="{012321CB-D30F-40A1-894C-E46D43B30E68}" dt="2025-11-22T20:13:54.360" v="38961" actId="20577"/>
          <ac:spMkLst>
            <pc:docMk/>
            <pc:sldMk cId="845882654" sldId="776"/>
            <ac:spMk id="4" creationId="{5D0EE6AC-CFF9-CD16-28AF-7F9C2FBB3AA7}"/>
          </ac:spMkLst>
        </pc:spChg>
      </pc:sldChg>
      <pc:sldChg chg="modSp add modTransition addAnim delAnim modAnim">
        <pc:chgData name="Tal R." userId="03e9e69c0e8a7741" providerId="LiveId" clId="{012321CB-D30F-40A1-894C-E46D43B30E68}" dt="2025-11-22T22:13:15.371" v="42792"/>
        <pc:sldMkLst>
          <pc:docMk/>
          <pc:sldMk cId="1876061227" sldId="777"/>
        </pc:sldMkLst>
        <pc:spChg chg="mod">
          <ac:chgData name="Tal R." userId="03e9e69c0e8a7741" providerId="LiveId" clId="{012321CB-D30F-40A1-894C-E46D43B30E68}" dt="2025-11-22T21:58:08.728" v="42128" actId="6549"/>
          <ac:spMkLst>
            <pc:docMk/>
            <pc:sldMk cId="1876061227" sldId="777"/>
            <ac:spMk id="4" creationId="{61F4B80B-54C5-CCD5-0FF8-055A5F8C75AE}"/>
          </ac:spMkLst>
        </pc:spChg>
      </pc:sldChg>
      <pc:sldChg chg="modSp add mod modTransition addAnim delAnim modAnim">
        <pc:chgData name="Tal R." userId="03e9e69c0e8a7741" providerId="LiveId" clId="{012321CB-D30F-40A1-894C-E46D43B30E68}" dt="2025-11-22T22:13:19.290" v="42793"/>
        <pc:sldMkLst>
          <pc:docMk/>
          <pc:sldMk cId="877302432" sldId="778"/>
        </pc:sldMkLst>
        <pc:spChg chg="mod">
          <ac:chgData name="Tal R." userId="03e9e69c0e8a7741" providerId="LiveId" clId="{012321CB-D30F-40A1-894C-E46D43B30E68}" dt="2025-11-22T20:30:17.931" v="39425"/>
          <ac:spMkLst>
            <pc:docMk/>
            <pc:sldMk cId="877302432" sldId="778"/>
            <ac:spMk id="3" creationId="{A0ABEC02-24AB-6532-660F-DCDB0322C97E}"/>
          </ac:spMkLst>
        </pc:spChg>
        <pc:spChg chg="mod">
          <ac:chgData name="Tal R." userId="03e9e69c0e8a7741" providerId="LiveId" clId="{012321CB-D30F-40A1-894C-E46D43B30E68}" dt="2025-11-22T21:52:48.798" v="41810" actId="6549"/>
          <ac:spMkLst>
            <pc:docMk/>
            <pc:sldMk cId="877302432" sldId="778"/>
            <ac:spMk id="4" creationId="{E5C339AB-CE17-ECC1-A9D9-62559361C5B5}"/>
          </ac:spMkLst>
        </pc:spChg>
      </pc:sldChg>
      <pc:sldChg chg="modSp add mod modTransition addAnim delAnim modAnim">
        <pc:chgData name="Tal R." userId="03e9e69c0e8a7741" providerId="LiveId" clId="{012321CB-D30F-40A1-894C-E46D43B30E68}" dt="2025-11-22T22:04:16.860" v="42676"/>
        <pc:sldMkLst>
          <pc:docMk/>
          <pc:sldMk cId="3525966117" sldId="779"/>
        </pc:sldMkLst>
        <pc:spChg chg="mod">
          <ac:chgData name="Tal R." userId="03e9e69c0e8a7741" providerId="LiveId" clId="{012321CB-D30F-40A1-894C-E46D43B30E68}" dt="2025-11-22T20:33:20.353" v="39515" actId="20577"/>
          <ac:spMkLst>
            <pc:docMk/>
            <pc:sldMk cId="3525966117" sldId="779"/>
            <ac:spMk id="3" creationId="{3785B7D5-C45D-A2EA-3779-040D80EC0EBC}"/>
          </ac:spMkLst>
        </pc:spChg>
        <pc:spChg chg="mod">
          <ac:chgData name="Tal R." userId="03e9e69c0e8a7741" providerId="LiveId" clId="{012321CB-D30F-40A1-894C-E46D43B30E68}" dt="2025-11-22T22:02:30.310" v="42491" actId="21"/>
          <ac:spMkLst>
            <pc:docMk/>
            <pc:sldMk cId="3525966117" sldId="779"/>
            <ac:spMk id="4" creationId="{F9EDAB1C-230D-BF5E-2E66-87ABCC7E6E38}"/>
          </ac:spMkLst>
        </pc:spChg>
      </pc:sldChg>
      <pc:sldChg chg="modSp add mod modTransition addAnim delAnim modAnim">
        <pc:chgData name="Tal R." userId="03e9e69c0e8a7741" providerId="LiveId" clId="{012321CB-D30F-40A1-894C-E46D43B30E68}" dt="2025-11-22T22:13:25.716" v="42794"/>
        <pc:sldMkLst>
          <pc:docMk/>
          <pc:sldMk cId="5312550" sldId="780"/>
        </pc:sldMkLst>
        <pc:spChg chg="mod">
          <ac:chgData name="Tal R." userId="03e9e69c0e8a7741" providerId="LiveId" clId="{012321CB-D30F-40A1-894C-E46D43B30E68}" dt="2025-11-22T21:31:22.332" v="41111" actId="2710"/>
          <ac:spMkLst>
            <pc:docMk/>
            <pc:sldMk cId="5312550" sldId="780"/>
            <ac:spMk id="4" creationId="{D6E70F7B-4B37-6A3C-CEF6-867AD3EB9C15}"/>
          </ac:spMkLst>
        </pc:spChg>
      </pc:sldChg>
      <pc:sldChg chg="modSp add del mod modAnim">
        <pc:chgData name="Tal R." userId="03e9e69c0e8a7741" providerId="LiveId" clId="{012321CB-D30F-40A1-894C-E46D43B30E68}" dt="2025-11-22T21:20:48.297" v="40508" actId="47"/>
        <pc:sldMkLst>
          <pc:docMk/>
          <pc:sldMk cId="3879713114" sldId="780"/>
        </pc:sldMkLst>
        <pc:spChg chg="mod">
          <ac:chgData name="Tal R." userId="03e9e69c0e8a7741" providerId="LiveId" clId="{012321CB-D30F-40A1-894C-E46D43B30E68}" dt="2025-11-22T21:17:21.894" v="40365" actId="20577"/>
          <ac:spMkLst>
            <pc:docMk/>
            <pc:sldMk cId="3879713114" sldId="780"/>
            <ac:spMk id="4" creationId="{2C35F224-B62E-A837-0BA2-E07E16B0408D}"/>
          </ac:spMkLst>
        </pc:spChg>
      </pc:sldChg>
      <pc:sldChg chg="modSp add mod modTransition modAnim">
        <pc:chgData name="Tal R." userId="03e9e69c0e8a7741" providerId="LiveId" clId="{012321CB-D30F-40A1-894C-E46D43B30E68}" dt="2025-11-22T22:13:36.678" v="42795"/>
        <pc:sldMkLst>
          <pc:docMk/>
          <pc:sldMk cId="4108395327" sldId="781"/>
        </pc:sldMkLst>
        <pc:spChg chg="mod">
          <ac:chgData name="Tal R." userId="03e9e69c0e8a7741" providerId="LiveId" clId="{012321CB-D30F-40A1-894C-E46D43B30E68}" dt="2025-11-22T21:32:18.241" v="41131" actId="20577"/>
          <ac:spMkLst>
            <pc:docMk/>
            <pc:sldMk cId="4108395327" sldId="781"/>
            <ac:spMk id="3" creationId="{25102E1D-00C8-A1F6-2725-F12284A98B82}"/>
          </ac:spMkLst>
        </pc:spChg>
        <pc:spChg chg="mod">
          <ac:chgData name="Tal R." userId="03e9e69c0e8a7741" providerId="LiveId" clId="{012321CB-D30F-40A1-894C-E46D43B30E68}" dt="2025-11-22T21:44:06.784" v="41386" actId="20577"/>
          <ac:spMkLst>
            <pc:docMk/>
            <pc:sldMk cId="4108395327" sldId="781"/>
            <ac:spMk id="4" creationId="{2B9438DE-0EA0-EDBA-10C7-8A304BC56653}"/>
          </ac:spMkLst>
        </pc:spChg>
      </pc:sldChg>
      <pc:sldChg chg="modSp add mod addAnim delAnim modAnim">
        <pc:chgData name="Tal R." userId="03e9e69c0e8a7741" providerId="LiveId" clId="{012321CB-D30F-40A1-894C-E46D43B30E68}" dt="2025-11-22T22:04:22.376" v="42678"/>
        <pc:sldMkLst>
          <pc:docMk/>
          <pc:sldMk cId="3605420432" sldId="782"/>
        </pc:sldMkLst>
        <pc:spChg chg="mod">
          <ac:chgData name="Tal R." userId="03e9e69c0e8a7741" providerId="LiveId" clId="{012321CB-D30F-40A1-894C-E46D43B30E68}" dt="2025-11-22T22:04:05.928" v="42674" actId="20577"/>
          <ac:spMkLst>
            <pc:docMk/>
            <pc:sldMk cId="3605420432" sldId="782"/>
            <ac:spMk id="4" creationId="{04F2F823-E658-7240-12C5-17F01C4EE1E1}"/>
          </ac:spMkLst>
        </pc:spChg>
      </pc:sldChg>
      <pc:sldMasterChg chg="delSp modSp mod addSldLayout delSldLayout modSldLayout">
        <pc:chgData name="Tal R." userId="03e9e69c0e8a7741" providerId="LiveId" clId="{012321CB-D30F-40A1-894C-E46D43B30E68}" dt="2025-11-22T13:07:12.039" v="33423" actId="255"/>
        <pc:sldMasterMkLst>
          <pc:docMk/>
          <pc:sldMasterMk cId="443307082" sldId="2147483648"/>
        </pc:sldMasterMkLst>
        <pc:spChg chg="mod">
          <ac:chgData name="Tal R." userId="03e9e69c0e8a7741" providerId="LiveId" clId="{012321CB-D30F-40A1-894C-E46D43B30E68}" dt="2025-11-22T13:02:57.473" v="33393" actId="1038"/>
          <ac:spMkLst>
            <pc:docMk/>
            <pc:sldMasterMk cId="443307082" sldId="2147483648"/>
            <ac:spMk id="2" creationId="{2175CC09-1E32-D0CD-29D9-E2E1C1E1E15D}"/>
          </ac:spMkLst>
        </pc:spChg>
        <pc:sldLayoutChg chg="addSp delSp modSp mod">
          <pc:chgData name="Tal R." userId="03e9e69c0e8a7741" providerId="LiveId" clId="{012321CB-D30F-40A1-894C-E46D43B30E68}" dt="2025-11-22T13:03:49.874" v="33398" actId="3064"/>
          <pc:sldLayoutMkLst>
            <pc:docMk/>
            <pc:sldMasterMk cId="443307082" sldId="2147483648"/>
            <pc:sldLayoutMk cId="197145588" sldId="2147483649"/>
          </pc:sldLayoutMkLst>
          <pc:spChg chg="add mod">
            <ac:chgData name="Tal R." userId="03e9e69c0e8a7741" providerId="LiveId" clId="{012321CB-D30F-40A1-894C-E46D43B30E68}" dt="2025-11-22T13:03:49.874" v="33398" actId="3064"/>
            <ac:spMkLst>
              <pc:docMk/>
              <pc:sldMasterMk cId="443307082" sldId="2147483648"/>
              <pc:sldLayoutMk cId="197145588" sldId="2147483649"/>
              <ac:spMk id="2" creationId="{C63AC67B-A509-166B-C5CC-2EF767155503}"/>
            </ac:spMkLst>
          </pc:spChg>
          <pc:spChg chg="add mod">
            <ac:chgData name="Tal R." userId="03e9e69c0e8a7741" providerId="LiveId" clId="{012321CB-D30F-40A1-894C-E46D43B30E68}" dt="2025-11-22T13:03:40.971" v="33397" actId="3064"/>
            <ac:spMkLst>
              <pc:docMk/>
              <pc:sldMasterMk cId="443307082" sldId="2147483648"/>
              <pc:sldLayoutMk cId="197145588" sldId="2147483649"/>
              <ac:spMk id="4" creationId="{75400D95-AE9F-826B-7C3A-A9F2F1391648}"/>
            </ac:spMkLst>
          </pc:spChg>
        </pc:sldLayoutChg>
        <pc:sldLayoutChg chg="addSp delSp modSp mod">
          <pc:chgData name="Tal R." userId="03e9e69c0e8a7741" providerId="LiveId" clId="{012321CB-D30F-40A1-894C-E46D43B30E68}" dt="2025-11-22T13:07:12.039" v="33423" actId="255"/>
          <pc:sldLayoutMkLst>
            <pc:docMk/>
            <pc:sldMasterMk cId="443307082" sldId="2147483648"/>
            <pc:sldLayoutMk cId="2285841394" sldId="2147483650"/>
          </pc:sldLayoutMkLst>
          <pc:spChg chg="mod">
            <ac:chgData name="Tal R." userId="03e9e69c0e8a7741" providerId="LiveId" clId="{012321CB-D30F-40A1-894C-E46D43B30E68}" dt="2025-11-22T13:03:22.176" v="33396" actId="3064"/>
            <ac:spMkLst>
              <pc:docMk/>
              <pc:sldMasterMk cId="443307082" sldId="2147483648"/>
              <pc:sldLayoutMk cId="2285841394" sldId="2147483650"/>
              <ac:spMk id="3" creationId="{36E91B60-7897-7630-1583-F7AB58541EB6}"/>
            </ac:spMkLst>
          </pc:spChg>
          <pc:spChg chg="mod">
            <ac:chgData name="Tal R." userId="03e9e69c0e8a7741" providerId="LiveId" clId="{012321CB-D30F-40A1-894C-E46D43B30E68}" dt="2025-11-22T13:07:12.039" v="33423" actId="255"/>
            <ac:spMkLst>
              <pc:docMk/>
              <pc:sldMasterMk cId="443307082" sldId="2147483648"/>
              <pc:sldLayoutMk cId="2285841394" sldId="2147483650"/>
              <ac:spMk id="5" creationId="{A5F67D86-B813-2EB6-2AD8-530BF918B2AD}"/>
            </ac:spMkLst>
          </pc:spChg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50CB9A1-CBE8-4A42-8948-F158E2534CCC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LID4096"/>
        </a:p>
      </dgm:t>
    </dgm:pt>
    <dgm:pt modelId="{B72DA0AC-D9EB-4629-B32D-635A5C704823}">
      <dgm:prSet phldrT="[Text]" phldr="0"/>
      <dgm:spPr/>
      <dgm:t>
        <a:bodyPr/>
        <a:lstStyle/>
        <a:p>
          <a:pPr rtl="1"/>
          <a:r>
            <a:rPr lang="he-IL" dirty="0"/>
            <a:t>גישה</a:t>
          </a:r>
        </a:p>
        <a:p>
          <a:pPr rtl="1"/>
          <a:r>
            <a:rPr lang="he-IL" dirty="0"/>
            <a:t>לטבלה</a:t>
          </a:r>
          <a:endParaRPr lang="LID4096" dirty="0"/>
        </a:p>
      </dgm:t>
    </dgm:pt>
    <dgm:pt modelId="{3E1E4651-B0E8-441A-9A41-831A88DF4533}" type="parTrans" cxnId="{D269E75F-4ED2-47A7-8D6D-F4676B1D42B2}">
      <dgm:prSet/>
      <dgm:spPr/>
      <dgm:t>
        <a:bodyPr/>
        <a:lstStyle/>
        <a:p>
          <a:pPr rtl="1"/>
          <a:endParaRPr lang="LID4096"/>
        </a:p>
      </dgm:t>
    </dgm:pt>
    <dgm:pt modelId="{C59E92ED-5D10-476A-B107-5FA6AE04191E}" type="sibTrans" cxnId="{D269E75F-4ED2-47A7-8D6D-F4676B1D42B2}">
      <dgm:prSet/>
      <dgm:spPr/>
      <dgm:t>
        <a:bodyPr/>
        <a:lstStyle/>
        <a:p>
          <a:pPr rtl="1"/>
          <a:endParaRPr lang="LID4096"/>
        </a:p>
      </dgm:t>
    </dgm:pt>
    <dgm:pt modelId="{23BFACBC-F9A3-4D5E-83F6-9603D7EEFBBB}">
      <dgm:prSet phldrT="[Text]" phldr="0" custT="1"/>
      <dgm:spPr/>
      <dgm:t>
        <a:bodyPr/>
        <a:lstStyle/>
        <a:p>
          <a:pPr rtl="1"/>
          <a:r>
            <a:rPr lang="he-IL" sz="2000" dirty="0"/>
            <a:t>שלוף את כתובת הטבלה מ </a:t>
          </a:r>
          <a:r>
            <a:rPr lang="en-US" sz="2000" dirty="0" err="1"/>
            <a:t>vptr</a:t>
          </a:r>
          <a:endParaRPr lang="LID4096" sz="2000" dirty="0"/>
        </a:p>
      </dgm:t>
    </dgm:pt>
    <dgm:pt modelId="{88A7DC75-1D16-44D6-A325-613273C2868F}" type="parTrans" cxnId="{C1DC0073-6023-479A-B6E2-3DF5C01FC1C3}">
      <dgm:prSet/>
      <dgm:spPr/>
      <dgm:t>
        <a:bodyPr/>
        <a:lstStyle/>
        <a:p>
          <a:pPr rtl="1"/>
          <a:endParaRPr lang="LID4096"/>
        </a:p>
      </dgm:t>
    </dgm:pt>
    <dgm:pt modelId="{5A61532C-5B2F-4E86-9A63-66AB5D8C7BF1}" type="sibTrans" cxnId="{C1DC0073-6023-479A-B6E2-3DF5C01FC1C3}">
      <dgm:prSet/>
      <dgm:spPr/>
      <dgm:t>
        <a:bodyPr/>
        <a:lstStyle/>
        <a:p>
          <a:pPr rtl="1"/>
          <a:endParaRPr lang="LID4096"/>
        </a:p>
      </dgm:t>
    </dgm:pt>
    <dgm:pt modelId="{B68DCC9B-5773-4758-B3D0-0F4079B5C403}">
      <dgm:prSet phldrT="[Text]" phldr="0"/>
      <dgm:spPr/>
      <dgm:t>
        <a:bodyPr/>
        <a:lstStyle/>
        <a:p>
          <a:pPr rtl="1"/>
          <a:r>
            <a:rPr lang="he-IL" dirty="0"/>
            <a:t>שימוש</a:t>
          </a:r>
        </a:p>
        <a:p>
          <a:pPr rtl="1"/>
          <a:r>
            <a:rPr lang="he-IL" dirty="0"/>
            <a:t>בטבלה</a:t>
          </a:r>
          <a:endParaRPr lang="LID4096" dirty="0"/>
        </a:p>
      </dgm:t>
    </dgm:pt>
    <dgm:pt modelId="{32E5639B-B77B-4917-BFCD-9262FCE63C21}" type="parTrans" cxnId="{EA99A562-05C2-4C3F-9BFA-74FA2ACE3DD6}">
      <dgm:prSet/>
      <dgm:spPr/>
      <dgm:t>
        <a:bodyPr/>
        <a:lstStyle/>
        <a:p>
          <a:pPr rtl="1"/>
          <a:endParaRPr lang="LID4096"/>
        </a:p>
      </dgm:t>
    </dgm:pt>
    <dgm:pt modelId="{70AE5801-8501-47DB-8326-FCFB855571EC}" type="sibTrans" cxnId="{EA99A562-05C2-4C3F-9BFA-74FA2ACE3DD6}">
      <dgm:prSet/>
      <dgm:spPr/>
      <dgm:t>
        <a:bodyPr/>
        <a:lstStyle/>
        <a:p>
          <a:pPr rtl="1"/>
          <a:endParaRPr lang="LID4096"/>
        </a:p>
      </dgm:t>
    </dgm:pt>
    <dgm:pt modelId="{302B07D4-8BAD-4782-B5F1-BACB17FEC39C}">
      <dgm:prSet phldrT="[Text]" phldr="0" custT="1"/>
      <dgm:spPr/>
      <dgm:t>
        <a:bodyPr/>
        <a:lstStyle/>
        <a:p>
          <a:pPr rtl="1"/>
          <a:r>
            <a:rPr lang="he-IL" sz="2000" dirty="0"/>
            <a:t>שלוף מהטבלה את כתובת הפונקציה</a:t>
          </a:r>
          <a:endParaRPr lang="LID4096" sz="2000" dirty="0"/>
        </a:p>
      </dgm:t>
    </dgm:pt>
    <dgm:pt modelId="{5342FC74-3450-4BED-9546-14D74A22D411}" type="parTrans" cxnId="{469EF775-EFE1-4227-961E-1C0E1DD1E41B}">
      <dgm:prSet/>
      <dgm:spPr/>
      <dgm:t>
        <a:bodyPr/>
        <a:lstStyle/>
        <a:p>
          <a:pPr rtl="1"/>
          <a:endParaRPr lang="LID4096"/>
        </a:p>
      </dgm:t>
    </dgm:pt>
    <dgm:pt modelId="{D36A0DEF-8E36-4A7A-89A3-3E5DF34B9E3A}" type="sibTrans" cxnId="{469EF775-EFE1-4227-961E-1C0E1DD1E41B}">
      <dgm:prSet/>
      <dgm:spPr/>
      <dgm:t>
        <a:bodyPr/>
        <a:lstStyle/>
        <a:p>
          <a:pPr rtl="1"/>
          <a:endParaRPr lang="LID4096"/>
        </a:p>
      </dgm:t>
    </dgm:pt>
    <dgm:pt modelId="{F8DB9675-17F3-4509-9FF5-60CFC97D822D}">
      <dgm:prSet phldrT="[Text]" phldr="0"/>
      <dgm:spPr/>
      <dgm:t>
        <a:bodyPr/>
        <a:lstStyle/>
        <a:p>
          <a:pPr rtl="1"/>
          <a:r>
            <a:rPr lang="he-IL" dirty="0"/>
            <a:t>קריאה</a:t>
          </a:r>
        </a:p>
        <a:p>
          <a:pPr rtl="1"/>
          <a:r>
            <a:rPr lang="he-IL" dirty="0"/>
            <a:t>לפונקציה</a:t>
          </a:r>
          <a:endParaRPr lang="LID4096" dirty="0"/>
        </a:p>
      </dgm:t>
    </dgm:pt>
    <dgm:pt modelId="{743328D0-97E2-421A-BCFC-24018A1CF2EB}" type="parTrans" cxnId="{CE6F5E70-FEB1-4F47-82E5-CC9CA045B25C}">
      <dgm:prSet/>
      <dgm:spPr/>
      <dgm:t>
        <a:bodyPr/>
        <a:lstStyle/>
        <a:p>
          <a:pPr rtl="1"/>
          <a:endParaRPr lang="LID4096"/>
        </a:p>
      </dgm:t>
    </dgm:pt>
    <dgm:pt modelId="{96641644-6E9F-4620-B0CF-0587507913A6}" type="sibTrans" cxnId="{CE6F5E70-FEB1-4F47-82E5-CC9CA045B25C}">
      <dgm:prSet/>
      <dgm:spPr/>
      <dgm:t>
        <a:bodyPr/>
        <a:lstStyle/>
        <a:p>
          <a:pPr rtl="1"/>
          <a:endParaRPr lang="LID4096"/>
        </a:p>
      </dgm:t>
    </dgm:pt>
    <dgm:pt modelId="{33632C10-4660-4755-929D-991755D26DD0}">
      <dgm:prSet phldrT="[Text]" phldr="0" custT="1"/>
      <dgm:spPr/>
      <dgm:t>
        <a:bodyPr/>
        <a:lstStyle/>
        <a:p>
          <a:pPr rtl="1"/>
          <a:r>
            <a:rPr lang="he-IL" sz="2000" dirty="0"/>
            <a:t>קרא לפונקציה בכתובת הזו</a:t>
          </a:r>
          <a:endParaRPr lang="LID4096" sz="2000" dirty="0"/>
        </a:p>
      </dgm:t>
    </dgm:pt>
    <dgm:pt modelId="{11CFD0D3-6B2A-4A8A-A2A4-795E2DB74728}" type="parTrans" cxnId="{4E0CE118-AF93-43A7-891E-5AB625FC7C0B}">
      <dgm:prSet/>
      <dgm:spPr/>
      <dgm:t>
        <a:bodyPr/>
        <a:lstStyle/>
        <a:p>
          <a:pPr rtl="1"/>
          <a:endParaRPr lang="LID4096"/>
        </a:p>
      </dgm:t>
    </dgm:pt>
    <dgm:pt modelId="{80813B8D-20B7-42D1-9D2D-A2452EB3C2BA}" type="sibTrans" cxnId="{4E0CE118-AF93-43A7-891E-5AB625FC7C0B}">
      <dgm:prSet/>
      <dgm:spPr/>
      <dgm:t>
        <a:bodyPr/>
        <a:lstStyle/>
        <a:p>
          <a:pPr rtl="1"/>
          <a:endParaRPr lang="LID4096"/>
        </a:p>
      </dgm:t>
    </dgm:pt>
    <dgm:pt modelId="{F80EE6C9-CDB2-4EF4-9A8E-50224279ABF2}" type="pres">
      <dgm:prSet presAssocID="{650CB9A1-CBE8-4A42-8948-F158E2534CCC}" presName="rootnode" presStyleCnt="0">
        <dgm:presLayoutVars>
          <dgm:chMax/>
          <dgm:chPref/>
          <dgm:dir val="rev"/>
          <dgm:animLvl val="lvl"/>
        </dgm:presLayoutVars>
      </dgm:prSet>
      <dgm:spPr/>
    </dgm:pt>
    <dgm:pt modelId="{F8BE9762-F297-45C4-84D9-E4BF96E97D84}" type="pres">
      <dgm:prSet presAssocID="{B72DA0AC-D9EB-4629-B32D-635A5C704823}" presName="composite" presStyleCnt="0"/>
      <dgm:spPr/>
    </dgm:pt>
    <dgm:pt modelId="{BCE536BA-94B4-4A61-9D74-AD61422ACC6D}" type="pres">
      <dgm:prSet presAssocID="{B72DA0AC-D9EB-4629-B32D-635A5C704823}" presName="bentUpArrow1" presStyleLbl="alignImgPlace1" presStyleIdx="0" presStyleCnt="2"/>
      <dgm:spPr/>
    </dgm:pt>
    <dgm:pt modelId="{3D539BB5-65E5-49AF-B6D9-99ED44B9A7CC}" type="pres">
      <dgm:prSet presAssocID="{B72DA0AC-D9EB-4629-B32D-635A5C704823}" presName="ParentText" presStyleLbl="node1" presStyleIdx="0" presStyleCnt="3">
        <dgm:presLayoutVars>
          <dgm:chMax val="1"/>
          <dgm:chPref val="1"/>
          <dgm:bulletEnabled val="1"/>
        </dgm:presLayoutVars>
      </dgm:prSet>
      <dgm:spPr/>
    </dgm:pt>
    <dgm:pt modelId="{30174CF2-A6C6-441E-A6DD-7D4400E092E3}" type="pres">
      <dgm:prSet presAssocID="{B72DA0AC-D9EB-4629-B32D-635A5C704823}" presName="ChildText" presStyleLbl="revTx" presStyleIdx="0" presStyleCnt="3" custScaleX="141999" custLinFactNeighborX="-20769">
        <dgm:presLayoutVars>
          <dgm:chMax val="0"/>
          <dgm:chPref val="0"/>
          <dgm:bulletEnabled val="1"/>
        </dgm:presLayoutVars>
      </dgm:prSet>
      <dgm:spPr/>
    </dgm:pt>
    <dgm:pt modelId="{FCAF80DD-E032-41AF-B6C4-40C7763D4A0C}" type="pres">
      <dgm:prSet presAssocID="{C59E92ED-5D10-476A-B107-5FA6AE04191E}" presName="sibTrans" presStyleCnt="0"/>
      <dgm:spPr/>
    </dgm:pt>
    <dgm:pt modelId="{F14126E9-3F59-447C-9113-3F642C2F7FE6}" type="pres">
      <dgm:prSet presAssocID="{B68DCC9B-5773-4758-B3D0-0F4079B5C403}" presName="composite" presStyleCnt="0"/>
      <dgm:spPr/>
    </dgm:pt>
    <dgm:pt modelId="{6FEC1BF7-008B-40D7-939F-8B5758F80EFE}" type="pres">
      <dgm:prSet presAssocID="{B68DCC9B-5773-4758-B3D0-0F4079B5C403}" presName="bentUpArrow1" presStyleLbl="alignImgPlace1" presStyleIdx="1" presStyleCnt="2"/>
      <dgm:spPr/>
    </dgm:pt>
    <dgm:pt modelId="{123F9D0A-659F-40EB-A55D-240D2F7CB96B}" type="pres">
      <dgm:prSet presAssocID="{B68DCC9B-5773-4758-B3D0-0F4079B5C403}" presName="ParentText" presStyleLbl="node1" presStyleIdx="1" presStyleCnt="3">
        <dgm:presLayoutVars>
          <dgm:chMax val="1"/>
          <dgm:chPref val="1"/>
          <dgm:bulletEnabled val="1"/>
        </dgm:presLayoutVars>
      </dgm:prSet>
      <dgm:spPr/>
    </dgm:pt>
    <dgm:pt modelId="{D497F47A-E5A4-4FFD-B7F8-A76ABDF2F9C0}" type="pres">
      <dgm:prSet presAssocID="{B68DCC9B-5773-4758-B3D0-0F4079B5C403}" presName="ChildText" presStyleLbl="revTx" presStyleIdx="1" presStyleCnt="3" custScaleX="168321" custLinFactNeighborX="-37433">
        <dgm:presLayoutVars>
          <dgm:chMax val="0"/>
          <dgm:chPref val="0"/>
          <dgm:bulletEnabled val="1"/>
        </dgm:presLayoutVars>
      </dgm:prSet>
      <dgm:spPr/>
    </dgm:pt>
    <dgm:pt modelId="{AE8A6880-45C0-4899-96B6-CAE9D072C628}" type="pres">
      <dgm:prSet presAssocID="{70AE5801-8501-47DB-8326-FCFB855571EC}" presName="sibTrans" presStyleCnt="0"/>
      <dgm:spPr/>
    </dgm:pt>
    <dgm:pt modelId="{0F39E69E-5902-42E5-AD6B-D7C5380A4A8D}" type="pres">
      <dgm:prSet presAssocID="{F8DB9675-17F3-4509-9FF5-60CFC97D822D}" presName="composite" presStyleCnt="0"/>
      <dgm:spPr/>
    </dgm:pt>
    <dgm:pt modelId="{EF462FDD-B543-4D0A-8503-539B23E13C28}" type="pres">
      <dgm:prSet presAssocID="{F8DB9675-17F3-4509-9FF5-60CFC97D822D}" presName="ParentText" presStyleLbl="node1" presStyleIdx="2" presStyleCnt="3">
        <dgm:presLayoutVars>
          <dgm:chMax val="1"/>
          <dgm:chPref val="1"/>
          <dgm:bulletEnabled val="1"/>
        </dgm:presLayoutVars>
      </dgm:prSet>
      <dgm:spPr/>
    </dgm:pt>
    <dgm:pt modelId="{1FC79885-966B-427D-B0FB-AC5B5DACD993}" type="pres">
      <dgm:prSet presAssocID="{F8DB9675-17F3-4509-9FF5-60CFC97D822D}" presName="FinalChildText" presStyleLbl="revTx" presStyleIdx="2" presStyleCnt="3" custScaleX="132679" custLinFactNeighborX="-21651" custLinFactNeighborY="-1503">
        <dgm:presLayoutVars>
          <dgm:chMax val="0"/>
          <dgm:chPref val="0"/>
          <dgm:bulletEnabled val="1"/>
        </dgm:presLayoutVars>
      </dgm:prSet>
      <dgm:spPr/>
    </dgm:pt>
  </dgm:ptLst>
  <dgm:cxnLst>
    <dgm:cxn modelId="{270D4E08-6435-44B6-A05F-8421B145CBE5}" type="presOf" srcId="{23BFACBC-F9A3-4D5E-83F6-9603D7EEFBBB}" destId="{30174CF2-A6C6-441E-A6DD-7D4400E092E3}" srcOrd="0" destOrd="0" presId="urn:microsoft.com/office/officeart/2005/8/layout/StepDownProcess"/>
    <dgm:cxn modelId="{4E0CE118-AF93-43A7-891E-5AB625FC7C0B}" srcId="{F8DB9675-17F3-4509-9FF5-60CFC97D822D}" destId="{33632C10-4660-4755-929D-991755D26DD0}" srcOrd="0" destOrd="0" parTransId="{11CFD0D3-6B2A-4A8A-A2A4-795E2DB74728}" sibTransId="{80813B8D-20B7-42D1-9D2D-A2452EB3C2BA}"/>
    <dgm:cxn modelId="{A0F7442E-D7E0-4655-B76B-8264BFA28062}" type="presOf" srcId="{33632C10-4660-4755-929D-991755D26DD0}" destId="{1FC79885-966B-427D-B0FB-AC5B5DACD993}" srcOrd="0" destOrd="0" presId="urn:microsoft.com/office/officeart/2005/8/layout/StepDownProcess"/>
    <dgm:cxn modelId="{D269E75F-4ED2-47A7-8D6D-F4676B1D42B2}" srcId="{650CB9A1-CBE8-4A42-8948-F158E2534CCC}" destId="{B72DA0AC-D9EB-4629-B32D-635A5C704823}" srcOrd="0" destOrd="0" parTransId="{3E1E4651-B0E8-441A-9A41-831A88DF4533}" sibTransId="{C59E92ED-5D10-476A-B107-5FA6AE04191E}"/>
    <dgm:cxn modelId="{EA99A562-05C2-4C3F-9BFA-74FA2ACE3DD6}" srcId="{650CB9A1-CBE8-4A42-8948-F158E2534CCC}" destId="{B68DCC9B-5773-4758-B3D0-0F4079B5C403}" srcOrd="1" destOrd="0" parTransId="{32E5639B-B77B-4917-BFCD-9262FCE63C21}" sibTransId="{70AE5801-8501-47DB-8326-FCFB855571EC}"/>
    <dgm:cxn modelId="{17469763-D1A2-4E6D-9FE2-B068F18B4DDA}" type="presOf" srcId="{B72DA0AC-D9EB-4629-B32D-635A5C704823}" destId="{3D539BB5-65E5-49AF-B6D9-99ED44B9A7CC}" srcOrd="0" destOrd="0" presId="urn:microsoft.com/office/officeart/2005/8/layout/StepDownProcess"/>
    <dgm:cxn modelId="{E16CAC6A-7999-4CB7-B137-38C5154A7329}" type="presOf" srcId="{B68DCC9B-5773-4758-B3D0-0F4079B5C403}" destId="{123F9D0A-659F-40EB-A55D-240D2F7CB96B}" srcOrd="0" destOrd="0" presId="urn:microsoft.com/office/officeart/2005/8/layout/StepDownProcess"/>
    <dgm:cxn modelId="{CE6F5E70-FEB1-4F47-82E5-CC9CA045B25C}" srcId="{650CB9A1-CBE8-4A42-8948-F158E2534CCC}" destId="{F8DB9675-17F3-4509-9FF5-60CFC97D822D}" srcOrd="2" destOrd="0" parTransId="{743328D0-97E2-421A-BCFC-24018A1CF2EB}" sibTransId="{96641644-6E9F-4620-B0CF-0587507913A6}"/>
    <dgm:cxn modelId="{C1DC0073-6023-479A-B6E2-3DF5C01FC1C3}" srcId="{B72DA0AC-D9EB-4629-B32D-635A5C704823}" destId="{23BFACBC-F9A3-4D5E-83F6-9603D7EEFBBB}" srcOrd="0" destOrd="0" parTransId="{88A7DC75-1D16-44D6-A325-613273C2868F}" sibTransId="{5A61532C-5B2F-4E86-9A63-66AB5D8C7BF1}"/>
    <dgm:cxn modelId="{469EF775-EFE1-4227-961E-1C0E1DD1E41B}" srcId="{B68DCC9B-5773-4758-B3D0-0F4079B5C403}" destId="{302B07D4-8BAD-4782-B5F1-BACB17FEC39C}" srcOrd="0" destOrd="0" parTransId="{5342FC74-3450-4BED-9546-14D74A22D411}" sibTransId="{D36A0DEF-8E36-4A7A-89A3-3E5DF34B9E3A}"/>
    <dgm:cxn modelId="{FB743299-6A65-4979-9421-AB9D0719D17C}" type="presOf" srcId="{650CB9A1-CBE8-4A42-8948-F158E2534CCC}" destId="{F80EE6C9-CDB2-4EF4-9A8E-50224279ABF2}" srcOrd="0" destOrd="0" presId="urn:microsoft.com/office/officeart/2005/8/layout/StepDownProcess"/>
    <dgm:cxn modelId="{AE5149EE-82D4-4AA0-85B1-21B6A534719B}" type="presOf" srcId="{302B07D4-8BAD-4782-B5F1-BACB17FEC39C}" destId="{D497F47A-E5A4-4FFD-B7F8-A76ABDF2F9C0}" srcOrd="0" destOrd="0" presId="urn:microsoft.com/office/officeart/2005/8/layout/StepDownProcess"/>
    <dgm:cxn modelId="{63FD8DFD-A15F-416F-84E5-B2B7C7D21F77}" type="presOf" srcId="{F8DB9675-17F3-4509-9FF5-60CFC97D822D}" destId="{EF462FDD-B543-4D0A-8503-539B23E13C28}" srcOrd="0" destOrd="0" presId="urn:microsoft.com/office/officeart/2005/8/layout/StepDownProcess"/>
    <dgm:cxn modelId="{238C9443-9789-46DB-A558-EF5999C86814}" type="presParOf" srcId="{F80EE6C9-CDB2-4EF4-9A8E-50224279ABF2}" destId="{F8BE9762-F297-45C4-84D9-E4BF96E97D84}" srcOrd="0" destOrd="0" presId="urn:microsoft.com/office/officeart/2005/8/layout/StepDownProcess"/>
    <dgm:cxn modelId="{D8D43BEE-454C-4B68-AEBB-5AE2A2AFDD69}" type="presParOf" srcId="{F8BE9762-F297-45C4-84D9-E4BF96E97D84}" destId="{BCE536BA-94B4-4A61-9D74-AD61422ACC6D}" srcOrd="0" destOrd="0" presId="urn:microsoft.com/office/officeart/2005/8/layout/StepDownProcess"/>
    <dgm:cxn modelId="{610FB75A-E3E3-4F02-9357-A97500C85ED5}" type="presParOf" srcId="{F8BE9762-F297-45C4-84D9-E4BF96E97D84}" destId="{3D539BB5-65E5-49AF-B6D9-99ED44B9A7CC}" srcOrd="1" destOrd="0" presId="urn:microsoft.com/office/officeart/2005/8/layout/StepDownProcess"/>
    <dgm:cxn modelId="{754D3A8A-E07E-4929-ABA9-509FF4347A7C}" type="presParOf" srcId="{F8BE9762-F297-45C4-84D9-E4BF96E97D84}" destId="{30174CF2-A6C6-441E-A6DD-7D4400E092E3}" srcOrd="2" destOrd="0" presId="urn:microsoft.com/office/officeart/2005/8/layout/StepDownProcess"/>
    <dgm:cxn modelId="{1FBFD836-95F9-4904-9362-79F541B522AC}" type="presParOf" srcId="{F80EE6C9-CDB2-4EF4-9A8E-50224279ABF2}" destId="{FCAF80DD-E032-41AF-B6C4-40C7763D4A0C}" srcOrd="1" destOrd="0" presId="urn:microsoft.com/office/officeart/2005/8/layout/StepDownProcess"/>
    <dgm:cxn modelId="{6BC7FA48-2640-417B-BC75-7AF9DC04624F}" type="presParOf" srcId="{F80EE6C9-CDB2-4EF4-9A8E-50224279ABF2}" destId="{F14126E9-3F59-447C-9113-3F642C2F7FE6}" srcOrd="2" destOrd="0" presId="urn:microsoft.com/office/officeart/2005/8/layout/StepDownProcess"/>
    <dgm:cxn modelId="{9ED7E19F-5C94-4903-88BE-EEC918A5F999}" type="presParOf" srcId="{F14126E9-3F59-447C-9113-3F642C2F7FE6}" destId="{6FEC1BF7-008B-40D7-939F-8B5758F80EFE}" srcOrd="0" destOrd="0" presId="urn:microsoft.com/office/officeart/2005/8/layout/StepDownProcess"/>
    <dgm:cxn modelId="{FAD96472-F550-4665-8AF8-BC535108CCA2}" type="presParOf" srcId="{F14126E9-3F59-447C-9113-3F642C2F7FE6}" destId="{123F9D0A-659F-40EB-A55D-240D2F7CB96B}" srcOrd="1" destOrd="0" presId="urn:microsoft.com/office/officeart/2005/8/layout/StepDownProcess"/>
    <dgm:cxn modelId="{00F2BD33-BB04-48D3-924A-0DCA24D10DE3}" type="presParOf" srcId="{F14126E9-3F59-447C-9113-3F642C2F7FE6}" destId="{D497F47A-E5A4-4FFD-B7F8-A76ABDF2F9C0}" srcOrd="2" destOrd="0" presId="urn:microsoft.com/office/officeart/2005/8/layout/StepDownProcess"/>
    <dgm:cxn modelId="{BE25CF40-64FF-44D9-9BEF-23FD450AA1DF}" type="presParOf" srcId="{F80EE6C9-CDB2-4EF4-9A8E-50224279ABF2}" destId="{AE8A6880-45C0-4899-96B6-CAE9D072C628}" srcOrd="3" destOrd="0" presId="urn:microsoft.com/office/officeart/2005/8/layout/StepDownProcess"/>
    <dgm:cxn modelId="{D3CCB95C-817E-45A4-903B-4DF848F1E013}" type="presParOf" srcId="{F80EE6C9-CDB2-4EF4-9A8E-50224279ABF2}" destId="{0F39E69E-5902-42E5-AD6B-D7C5380A4A8D}" srcOrd="4" destOrd="0" presId="urn:microsoft.com/office/officeart/2005/8/layout/StepDownProcess"/>
    <dgm:cxn modelId="{84C1AFF8-A05E-4841-A03A-1A121DF7303A}" type="presParOf" srcId="{0F39E69E-5902-42E5-AD6B-D7C5380A4A8D}" destId="{EF462FDD-B543-4D0A-8503-539B23E13C28}" srcOrd="0" destOrd="0" presId="urn:microsoft.com/office/officeart/2005/8/layout/StepDownProcess"/>
    <dgm:cxn modelId="{18B2AE1F-5162-4F7A-9663-F34FD553D6F7}" type="presParOf" srcId="{0F39E69E-5902-42E5-AD6B-D7C5380A4A8D}" destId="{1FC79885-966B-427D-B0FB-AC5B5DACD993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E536BA-94B4-4A61-9D74-AD61422ACC6D}">
      <dsp:nvSpPr>
        <dsp:cNvPr id="0" name=""/>
        <dsp:cNvSpPr/>
      </dsp:nvSpPr>
      <dsp:spPr>
        <a:xfrm rot="10800000">
          <a:off x="7075090" y="1439301"/>
          <a:ext cx="1365580" cy="1199493"/>
        </a:xfrm>
        <a:prstGeom prst="bentArrow">
          <a:avLst>
            <a:gd name="adj1" fmla="val 32840"/>
            <a:gd name="adj2" fmla="val 25000"/>
            <a:gd name="adj3" fmla="val 35780"/>
            <a:gd name="adj4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539BB5-65E5-49AF-B6D9-99ED44B9A7CC}">
      <dsp:nvSpPr>
        <dsp:cNvPr id="0" name=""/>
        <dsp:cNvSpPr/>
      </dsp:nvSpPr>
      <dsp:spPr>
        <a:xfrm>
          <a:off x="6635114" y="26595"/>
          <a:ext cx="2019240" cy="1413402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200" kern="1200" dirty="0"/>
            <a:t>גישה</a:t>
          </a:r>
        </a:p>
        <a:p>
          <a:pPr marL="0" lvl="0" indent="0" algn="ct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200" kern="1200" dirty="0"/>
            <a:t>לטבלה</a:t>
          </a:r>
          <a:endParaRPr lang="LID4096" sz="3200" kern="1200" dirty="0"/>
        </a:p>
      </dsp:txBody>
      <dsp:txXfrm>
        <a:off x="6704123" y="95604"/>
        <a:ext cx="1881222" cy="1275384"/>
      </dsp:txXfrm>
    </dsp:sp>
    <dsp:sp modelId="{30174CF2-A6C6-441E-A6DD-7D4400E092E3}">
      <dsp:nvSpPr>
        <dsp:cNvPr id="0" name=""/>
        <dsp:cNvSpPr/>
      </dsp:nvSpPr>
      <dsp:spPr>
        <a:xfrm>
          <a:off x="4574305" y="161395"/>
          <a:ext cx="2085401" cy="11423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r" defTabSz="8890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e-IL" sz="2000" kern="1200" dirty="0"/>
            <a:t>שלוף את כתובת הטבלה מ </a:t>
          </a:r>
          <a:r>
            <a:rPr lang="en-US" sz="2000" kern="1200" dirty="0" err="1"/>
            <a:t>vptr</a:t>
          </a:r>
          <a:endParaRPr lang="LID4096" sz="2000" kern="1200" dirty="0"/>
        </a:p>
      </dsp:txBody>
      <dsp:txXfrm>
        <a:off x="4574305" y="161395"/>
        <a:ext cx="2085401" cy="1142374"/>
      </dsp:txXfrm>
    </dsp:sp>
    <dsp:sp modelId="{6FEC1BF7-008B-40D7-939F-8B5758F80EFE}">
      <dsp:nvSpPr>
        <dsp:cNvPr id="0" name=""/>
        <dsp:cNvSpPr/>
      </dsp:nvSpPr>
      <dsp:spPr>
        <a:xfrm rot="10800000">
          <a:off x="5263073" y="3027018"/>
          <a:ext cx="1365580" cy="1199493"/>
        </a:xfrm>
        <a:prstGeom prst="bentArrow">
          <a:avLst>
            <a:gd name="adj1" fmla="val 32840"/>
            <a:gd name="adj2" fmla="val 25000"/>
            <a:gd name="adj3" fmla="val 35780"/>
            <a:gd name="adj4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3F9D0A-659F-40EB-A55D-240D2F7CB96B}">
      <dsp:nvSpPr>
        <dsp:cNvPr id="0" name=""/>
        <dsp:cNvSpPr/>
      </dsp:nvSpPr>
      <dsp:spPr>
        <a:xfrm>
          <a:off x="4823097" y="1614313"/>
          <a:ext cx="2019240" cy="1413402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200" kern="1200" dirty="0"/>
            <a:t>שימוש</a:t>
          </a:r>
        </a:p>
        <a:p>
          <a:pPr marL="0" lvl="0" indent="0" algn="ct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200" kern="1200" dirty="0"/>
            <a:t>בטבלה</a:t>
          </a:r>
          <a:endParaRPr lang="LID4096" sz="3200" kern="1200" dirty="0"/>
        </a:p>
      </dsp:txBody>
      <dsp:txXfrm>
        <a:off x="4892106" y="1683322"/>
        <a:ext cx="1881222" cy="1275384"/>
      </dsp:txXfrm>
    </dsp:sp>
    <dsp:sp modelId="{D497F47A-E5A4-4FFD-B7F8-A76ABDF2F9C0}">
      <dsp:nvSpPr>
        <dsp:cNvPr id="0" name=""/>
        <dsp:cNvSpPr/>
      </dsp:nvSpPr>
      <dsp:spPr>
        <a:xfrm>
          <a:off x="2324277" y="1749113"/>
          <a:ext cx="2471967" cy="11423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r" defTabSz="8890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e-IL" sz="2000" kern="1200" dirty="0"/>
            <a:t>שלוף מהטבלה את כתובת הפונקציה</a:t>
          </a:r>
          <a:endParaRPr lang="LID4096" sz="2000" kern="1200" dirty="0"/>
        </a:p>
      </dsp:txBody>
      <dsp:txXfrm>
        <a:off x="2324277" y="1749113"/>
        <a:ext cx="2471967" cy="1142374"/>
      </dsp:txXfrm>
    </dsp:sp>
    <dsp:sp modelId="{EF462FDD-B543-4D0A-8503-539B23E13C28}">
      <dsp:nvSpPr>
        <dsp:cNvPr id="0" name=""/>
        <dsp:cNvSpPr/>
      </dsp:nvSpPr>
      <dsp:spPr>
        <a:xfrm>
          <a:off x="3011080" y="3202030"/>
          <a:ext cx="2019240" cy="1413402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200" kern="1200" dirty="0"/>
            <a:t>קריאה</a:t>
          </a:r>
        </a:p>
        <a:p>
          <a:pPr marL="0" lvl="0" indent="0" algn="ct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200" kern="1200" dirty="0"/>
            <a:t>לפונקציה</a:t>
          </a:r>
          <a:endParaRPr lang="LID4096" sz="3200" kern="1200" dirty="0"/>
        </a:p>
      </dsp:txBody>
      <dsp:txXfrm>
        <a:off x="3080089" y="3271039"/>
        <a:ext cx="1881222" cy="1275384"/>
      </dsp:txXfrm>
    </dsp:sp>
    <dsp:sp modelId="{1FC79885-966B-427D-B0FB-AC5B5DACD993}">
      <dsp:nvSpPr>
        <dsp:cNvPr id="0" name=""/>
        <dsp:cNvSpPr/>
      </dsp:nvSpPr>
      <dsp:spPr>
        <a:xfrm>
          <a:off x="1005755" y="3319660"/>
          <a:ext cx="1948527" cy="11423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r" defTabSz="8890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e-IL" sz="2000" kern="1200" dirty="0"/>
            <a:t>קרא לפונקציה בכתובת הזו</a:t>
          </a:r>
          <a:endParaRPr lang="LID4096" sz="2000" kern="1200" dirty="0"/>
        </a:p>
      </dsp:txBody>
      <dsp:txXfrm>
        <a:off x="1005755" y="3319660"/>
        <a:ext cx="1948527" cy="11423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86FBB33-3A7B-FD1A-B843-871C484E72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 dirty="0">
              <a:latin typeface="Calibri" panose="020F050202020403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011B8-0A54-70FB-27EE-859898B6D4D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F6DF34-C585-4C12-B178-D0C47CBC4446}" type="datetimeFigureOut">
              <a:rPr lang="en-IL" smtClean="0">
                <a:latin typeface="Calibri" panose="020F0502020204030204" pitchFamily="34" charset="0"/>
              </a:rPr>
              <a:t>11/23/2025</a:t>
            </a:fld>
            <a:endParaRPr lang="en-IL" dirty="0">
              <a:latin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2E307D-D58C-B4B0-EA84-20C9CE18753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 dirty="0">
              <a:latin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E60314-03A1-2682-2FD8-AF8F93F321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F66A7A-8D44-413F-979F-54C810EDD798}" type="slidenum">
              <a:rPr lang="en-IL" smtClean="0">
                <a:latin typeface="Calibri" panose="020F0502020204030204" pitchFamily="34" charset="0"/>
              </a:rPr>
              <a:t>‹#›</a:t>
            </a:fld>
            <a:endParaRPr lang="en-IL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194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LID4096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45E4470E-428A-49A2-9F21-2FC2656C022F}" type="datetimeFigureOut">
              <a:rPr lang="LID4096" smtClean="0"/>
              <a:pPr/>
              <a:t>11/23/2025</a:t>
            </a:fld>
            <a:endParaRPr lang="LID4096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23455DA9-2505-44F6-AA4C-A32366DA151B}" type="slidenum">
              <a:rPr lang="LID4096" smtClean="0"/>
              <a:pPr/>
              <a:t>‹#›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744179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63AC67B-A509-166B-C5CC-2EF767155503}"/>
              </a:ext>
            </a:extLst>
          </p:cNvPr>
          <p:cNvSpPr/>
          <p:nvPr userDrawn="1"/>
        </p:nvSpPr>
        <p:spPr>
          <a:xfrm>
            <a:off x="3304148" y="4845696"/>
            <a:ext cx="5245347" cy="923330"/>
          </a:xfrm>
          <a:prstGeom prst="rect">
            <a:avLst/>
          </a:prstGeom>
          <a:noFill/>
        </p:spPr>
        <p:txBody>
          <a:bodyPr wrap="none" lIns="91440" tIns="45720" rIns="91440" bIns="45720" anchor="ctr" anchorCtr="0">
            <a:spAutoFit/>
          </a:bodyPr>
          <a:lstStyle/>
          <a:p>
            <a:pPr algn="ctr"/>
            <a:r>
              <a:rPr lang="he-IL" sz="5400" b="0" i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Calibri" panose="020F0502020204030204" pitchFamily="34" charset="0"/>
              </a:rPr>
              <a:t>קורס תכנות מערכות</a:t>
            </a:r>
            <a:endParaRPr lang="LID4096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CourseTitle" descr="Slide title in Hebrew">
            <a:extLst>
              <a:ext uri="{FF2B5EF4-FFF2-40B4-BE49-F238E27FC236}">
                <a16:creationId xmlns:a16="http://schemas.microsoft.com/office/drawing/2014/main" id="{75400D95-AE9F-826B-7C3A-A9F2F1391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960" y="549275"/>
            <a:ext cx="7667536" cy="2789724"/>
          </a:xfrm>
          <a:prstGeom prst="rect">
            <a:avLst/>
          </a:prstGeom>
        </p:spPr>
        <p:txBody>
          <a:bodyPr wrap="none" tIns="0" bIns="0" anchor="ctr" anchorCtr="0">
            <a:normAutofit/>
          </a:bodyPr>
          <a:lstStyle>
            <a:lvl1pPr algn="r" rtl="1">
              <a:defRPr lang="he-IL" sz="9600" b="1" kern="1200" dirty="0">
                <a:ln w="12700">
                  <a:solidFill>
                    <a:srgbClr val="525252">
                      <a:alpha val="99000"/>
                    </a:srgbClr>
                  </a:solidFill>
                  <a:prstDash val="solid"/>
                </a:ln>
                <a:pattFill prst="narHorz">
                  <a:fgClr>
                    <a:schemeClr val="accent1"/>
                  </a:fgClr>
                  <a:bgClr>
                    <a:srgbClr val="DBDBDB"/>
                  </a:bgClr>
                </a:pattFill>
                <a:effectLst>
                  <a:innerShdw blurRad="177800">
                    <a:schemeClr val="bg1">
                      <a:lumMod val="50000"/>
                    </a:scheme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algn="r" rtl="1"/>
            <a:endParaRPr lang="he-IL" sz="60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7145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HebrewTitle" descr="Slide title in Hebrew">
            <a:extLst>
              <a:ext uri="{FF2B5EF4-FFF2-40B4-BE49-F238E27FC236}">
                <a16:creationId xmlns:a16="http://schemas.microsoft.com/office/drawing/2014/main" id="{36E91B60-7897-7630-1583-F7AB58541E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1395" y="458966"/>
            <a:ext cx="7740652" cy="720009"/>
          </a:xfrm>
          <a:prstGeom prst="rect">
            <a:avLst/>
          </a:prstGeom>
        </p:spPr>
        <p:txBody>
          <a:bodyPr wrap="none" tIns="0" bIns="0" anchor="ctr" anchorCtr="0">
            <a:normAutofit/>
          </a:bodyPr>
          <a:lstStyle>
            <a:lvl1pPr algn="r" rtl="1">
              <a:defRPr lang="he-IL" sz="6000" b="1" kern="1200" dirty="0">
                <a:ln w="12700">
                  <a:solidFill>
                    <a:srgbClr val="525252">
                      <a:alpha val="99000"/>
                    </a:srgbClr>
                  </a:solidFill>
                  <a:prstDash val="solid"/>
                </a:ln>
                <a:pattFill prst="narHorz">
                  <a:fgClr>
                    <a:schemeClr val="accent1"/>
                  </a:fgClr>
                  <a:bgClr>
                    <a:srgbClr val="DBDBDB"/>
                  </a:bgClr>
                </a:pattFill>
                <a:effectLst>
                  <a:innerShdw blurRad="177800">
                    <a:schemeClr val="bg1">
                      <a:lumMod val="50000"/>
                    </a:scheme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r" rtl="1">
              <a:spcBef>
                <a:spcPts val="0"/>
              </a:spcBef>
              <a:buNone/>
            </a:pPr>
            <a:r>
              <a:rPr lang="he-IL" dirty="0"/>
              <a:t>נושא השקופית</a:t>
            </a:r>
          </a:p>
        </p:txBody>
      </p:sp>
      <p:sp>
        <p:nvSpPr>
          <p:cNvPr id="5" name="!!Content">
            <a:extLst>
              <a:ext uri="{FF2B5EF4-FFF2-40B4-BE49-F238E27FC236}">
                <a16:creationId xmlns:a16="http://schemas.microsoft.com/office/drawing/2014/main" id="{A5F67D86-B813-2EB6-2AD8-530BF918B2A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81394" y="1448979"/>
            <a:ext cx="7740652" cy="51296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rtl="1">
              <a:buFont typeface="Arial" panose="020B0604020202020204" pitchFamily="34" charset="0"/>
              <a:buNone/>
              <a:defRPr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he-IL" dirty="0"/>
              <a:t>תוכן</a:t>
            </a:r>
            <a:endParaRPr lang="en-US" dirty="0"/>
          </a:p>
          <a:p>
            <a:pPr lvl="0"/>
            <a:r>
              <a:rPr lang="en-US" dirty="0"/>
              <a:t>content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285841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BlueRectangle">
            <a:extLst>
              <a:ext uri="{FF2B5EF4-FFF2-40B4-BE49-F238E27FC236}">
                <a16:creationId xmlns:a16="http://schemas.microsoft.com/office/drawing/2014/main" id="{C2DBB14B-EEC3-2DB0-F986-1D4CB3A9C521}"/>
              </a:ext>
            </a:extLst>
          </p:cNvPr>
          <p:cNvSpPr/>
          <p:nvPr userDrawn="1"/>
        </p:nvSpPr>
        <p:spPr bwMode="gray">
          <a:xfrm>
            <a:off x="8892048" y="0"/>
            <a:ext cx="251952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 sz="1800" dirty="0">
              <a:latin typeface="Calibri" panose="020F0502020204030204" pitchFamily="34" charset="0"/>
            </a:endParaRPr>
          </a:p>
        </p:txBody>
      </p:sp>
      <p:sp>
        <p:nvSpPr>
          <p:cNvPr id="8" name="LeftLightBlueRectangle">
            <a:extLst>
              <a:ext uri="{FF2B5EF4-FFF2-40B4-BE49-F238E27FC236}">
                <a16:creationId xmlns:a16="http://schemas.microsoft.com/office/drawing/2014/main" id="{36A35963-74BA-CFBC-ECAA-C9D962DD03BB}"/>
              </a:ext>
            </a:extLst>
          </p:cNvPr>
          <p:cNvSpPr/>
          <p:nvPr userDrawn="1"/>
        </p:nvSpPr>
        <p:spPr bwMode="ltGray">
          <a:xfrm>
            <a:off x="341950" y="0"/>
            <a:ext cx="3600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sz="1800" dirty="0">
              <a:latin typeface="Calibri" panose="020F0502020204030204" pitchFamily="34" charset="0"/>
            </a:endParaRPr>
          </a:p>
        </p:txBody>
      </p:sp>
      <p:sp>
        <p:nvSpPr>
          <p:cNvPr id="9" name="LeftBlueRectangle">
            <a:extLst>
              <a:ext uri="{FF2B5EF4-FFF2-40B4-BE49-F238E27FC236}">
                <a16:creationId xmlns:a16="http://schemas.microsoft.com/office/drawing/2014/main" id="{4F015265-AF27-200C-4895-6752E9BFE9A5}"/>
              </a:ext>
            </a:extLst>
          </p:cNvPr>
          <p:cNvSpPr/>
          <p:nvPr userDrawn="1"/>
        </p:nvSpPr>
        <p:spPr bwMode="gray">
          <a:xfrm>
            <a:off x="-4334" y="0"/>
            <a:ext cx="346287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sz="1800" dirty="0">
              <a:latin typeface="Calibri" panose="020F0502020204030204" pitchFamily="34" charset="0"/>
            </a:endParaRPr>
          </a:p>
        </p:txBody>
      </p:sp>
      <p:cxnSp>
        <p:nvCxnSpPr>
          <p:cNvPr id="10" name="VerticalLineMidLogo">
            <a:extLst>
              <a:ext uri="{FF2B5EF4-FFF2-40B4-BE49-F238E27FC236}">
                <a16:creationId xmlns:a16="http://schemas.microsoft.com/office/drawing/2014/main" id="{656F6BDD-33C7-67F9-B411-2DDC5AA97049}"/>
              </a:ext>
            </a:extLst>
          </p:cNvPr>
          <p:cNvCxnSpPr>
            <a:cxnSpLocks/>
          </p:cNvCxnSpPr>
          <p:nvPr userDrawn="1"/>
        </p:nvCxnSpPr>
        <p:spPr bwMode="white">
          <a:xfrm>
            <a:off x="34195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HorizontalLineAboveLogo">
            <a:extLst>
              <a:ext uri="{FF2B5EF4-FFF2-40B4-BE49-F238E27FC236}">
                <a16:creationId xmlns:a16="http://schemas.microsoft.com/office/drawing/2014/main" id="{8B92081E-31C5-CAF2-9A81-0FF4B3064B25}"/>
              </a:ext>
            </a:extLst>
          </p:cNvPr>
          <p:cNvCxnSpPr>
            <a:cxnSpLocks/>
          </p:cNvCxnSpPr>
          <p:nvPr userDrawn="1"/>
        </p:nvCxnSpPr>
        <p:spPr bwMode="white">
          <a:xfrm>
            <a:off x="-4774" y="548968"/>
            <a:ext cx="706729" cy="0"/>
          </a:xfrm>
          <a:prstGeom prst="line">
            <a:avLst/>
          </a:prstGeom>
          <a:blipFill>
            <a:blip r:embed="rId4"/>
            <a:stretch>
              <a:fillRect/>
            </a:stretch>
          </a:blipFill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HorizontalLineBelowLogo">
            <a:extLst>
              <a:ext uri="{FF2B5EF4-FFF2-40B4-BE49-F238E27FC236}">
                <a16:creationId xmlns:a16="http://schemas.microsoft.com/office/drawing/2014/main" id="{37FEAC9E-A90B-0495-D4E9-530C0C874AA0}"/>
              </a:ext>
            </a:extLst>
          </p:cNvPr>
          <p:cNvCxnSpPr>
            <a:cxnSpLocks/>
          </p:cNvCxnSpPr>
          <p:nvPr userDrawn="1"/>
        </p:nvCxnSpPr>
        <p:spPr bwMode="white">
          <a:xfrm>
            <a:off x="-4774" y="1549232"/>
            <a:ext cx="706729" cy="0"/>
          </a:xfrm>
          <a:prstGeom prst="line">
            <a:avLst/>
          </a:prstGeom>
          <a:blipFill>
            <a:blip r:embed="rId4"/>
            <a:stretch>
              <a:fillRect/>
            </a:stretch>
          </a:blipFill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175CC09-1E32-D0CD-29D9-E2E1C1E1E15D}"/>
              </a:ext>
            </a:extLst>
          </p:cNvPr>
          <p:cNvSpPr txBox="1"/>
          <p:nvPr userDrawn="1"/>
        </p:nvSpPr>
        <p:spPr>
          <a:xfrm>
            <a:off x="806090" y="6550223"/>
            <a:ext cx="8858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Tal Raveh</a:t>
            </a:r>
            <a:endParaRPr lang="en-IL" sz="1400" dirty="0"/>
          </a:p>
        </p:txBody>
      </p:sp>
    </p:spTree>
    <p:extLst>
      <p:ext uri="{BB962C8B-B14F-4D97-AF65-F5344CB8AC3E}">
        <p14:creationId xmlns:p14="http://schemas.microsoft.com/office/powerpoint/2010/main" val="443307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SOLID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98D00-06F6-E602-6C47-76C2BA233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פרק </a:t>
            </a:r>
            <a:r>
              <a:rPr lang="en-US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6</a:t>
            </a:r>
            <a:r>
              <a:rPr lang="he-IL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: ירושה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467981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79EC3-7316-FA0B-69F3-1B575ED58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C3ADC74-5CC5-8375-E8EC-0154E2582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he-IL" dirty="0">
                <a:effectLst/>
              </a:rPr>
              <a:t>מהי ירושה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68E9793B-B6DF-9AEE-0C80-07D23DC019E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178975"/>
            <a:ext cx="7740653" cy="117001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he-IL" sz="2200" b="1" dirty="0">
                <a:ea typeface="Calibri" panose="020F0502020204030204" pitchFamily="34" charset="0"/>
                <a:cs typeface="Calibri" panose="020F0502020204030204" pitchFamily="34" charset="0"/>
              </a:rPr>
              <a:t>הגדרת מחלקה על בסיס מחלקה קיימת</a:t>
            </a:r>
          </a:p>
          <a:p>
            <a:pPr marL="342900" indent="-342900" algn="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sz="2200" dirty="0">
                <a:ea typeface="Calibri" panose="020F0502020204030204" pitchFamily="34" charset="0"/>
                <a:cs typeface="Calibri" panose="020F0502020204030204" pitchFamily="34" charset="0"/>
              </a:rPr>
              <a:t>מחלקת הבסיס: </a:t>
            </a:r>
            <a:r>
              <a:rPr lang="en-US" sz="2200" dirty="0">
                <a:ea typeface="Calibri" panose="020F0502020204030204" pitchFamily="34" charset="0"/>
                <a:cs typeface="Calibri" panose="020F0502020204030204" pitchFamily="34" charset="0"/>
              </a:rPr>
              <a:t>base class</a:t>
            </a:r>
            <a:r>
              <a:rPr lang="he-IL" sz="2200" dirty="0">
                <a:ea typeface="Calibri" panose="020F0502020204030204" pitchFamily="34" charset="0"/>
                <a:cs typeface="Calibri" panose="020F0502020204030204" pitchFamily="34" charset="0"/>
              </a:rPr>
              <a:t> (או: </a:t>
            </a:r>
            <a:r>
              <a:rPr lang="en-US" sz="2200" dirty="0">
                <a:ea typeface="Calibri" panose="020F0502020204030204" pitchFamily="34" charset="0"/>
                <a:cs typeface="Calibri" panose="020F0502020204030204" pitchFamily="34" charset="0"/>
              </a:rPr>
              <a:t>superclass</a:t>
            </a:r>
            <a:r>
              <a:rPr lang="he-IL" sz="2200" dirty="0"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sz="22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sz="2200" dirty="0">
                <a:ea typeface="Calibri" panose="020F0502020204030204" pitchFamily="34" charset="0"/>
                <a:cs typeface="Calibri" panose="020F0502020204030204" pitchFamily="34" charset="0"/>
              </a:rPr>
              <a:t>מחלקה נגזרת: </a:t>
            </a:r>
            <a:r>
              <a:rPr lang="en-US" sz="2200" dirty="0">
                <a:ea typeface="Calibri" panose="020F0502020204030204" pitchFamily="34" charset="0"/>
                <a:cs typeface="Calibri" panose="020F0502020204030204" pitchFamily="34" charset="0"/>
              </a:rPr>
              <a:t>derived class</a:t>
            </a:r>
            <a:r>
              <a:rPr lang="he-IL" sz="2200" dirty="0">
                <a:ea typeface="Calibri" panose="020F0502020204030204" pitchFamily="34" charset="0"/>
                <a:cs typeface="Calibri" panose="020F0502020204030204" pitchFamily="34" charset="0"/>
              </a:rPr>
              <a:t> (או: </a:t>
            </a:r>
            <a:r>
              <a:rPr lang="en-US" sz="2200" dirty="0">
                <a:ea typeface="Calibri" panose="020F0502020204030204" pitchFamily="34" charset="0"/>
                <a:cs typeface="Calibri" panose="020F0502020204030204" pitchFamily="34" charset="0"/>
              </a:rPr>
              <a:t>subclass</a:t>
            </a:r>
            <a:r>
              <a:rPr lang="he-IL" sz="2200" dirty="0"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409D31F-684D-8D5B-7ECE-C41B56ECD4EC}"/>
              </a:ext>
            </a:extLst>
          </p:cNvPr>
          <p:cNvSpPr txBox="1">
            <a:spLocks/>
          </p:cNvSpPr>
          <p:nvPr/>
        </p:nvSpPr>
        <p:spPr>
          <a:xfrm>
            <a:off x="881063" y="2438988"/>
            <a:ext cx="7831137" cy="26100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Filter</a:t>
            </a: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{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std::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C969B"/>
                </a:solidFill>
                <a:latin typeface="Consolas" panose="020B0609020204030204" pitchFamily="49" charset="0"/>
              </a:rPr>
              <a:t>_name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public:</a:t>
            </a: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</a:t>
            </a:r>
            <a:r>
              <a:rPr lang="en-US" sz="1800" i="1" dirty="0">
                <a:solidFill>
                  <a:srgbClr val="4876D6"/>
                </a:solidFill>
                <a:latin typeface="Consolas" panose="020B0609020204030204" pitchFamily="49" charset="0"/>
              </a:rPr>
              <a:t>Filter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</a:t>
            </a:r>
            <a:r>
              <a:rPr lang="en-US" sz="1800" i="1" dirty="0">
                <a:solidFill>
                  <a:srgbClr val="994CC3"/>
                </a:solidFill>
                <a:latin typeface="Consolas" panose="020B0609020204030204" pitchFamily="49" charset="0"/>
              </a:rPr>
              <a:t>const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std::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name) : </a:t>
            </a:r>
            <a:r>
              <a:rPr lang="en-US" sz="1800" i="1" dirty="0">
                <a:solidFill>
                  <a:srgbClr val="0C969B"/>
                </a:solidFill>
                <a:latin typeface="Consolas" panose="020B0609020204030204" pitchFamily="49" charset="0"/>
              </a:rPr>
              <a:t>_name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(name) {}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std::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i="1" dirty="0" err="1">
                <a:solidFill>
                  <a:srgbClr val="4876D6"/>
                </a:solidFill>
                <a:latin typeface="Consolas" panose="020B0609020204030204" pitchFamily="49" charset="0"/>
              </a:rPr>
              <a:t>getName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() { </a:t>
            </a:r>
            <a:r>
              <a:rPr lang="en-US" sz="1800" i="1" dirty="0">
                <a:solidFill>
                  <a:srgbClr val="994CC3"/>
                </a:solidFill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C969B"/>
                </a:solidFill>
                <a:latin typeface="Consolas" panose="020B0609020204030204" pitchFamily="49" charset="0"/>
              </a:rPr>
              <a:t>_name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; }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i="1" dirty="0">
                <a:solidFill>
                  <a:srgbClr val="4876D6"/>
                </a:solidFill>
                <a:latin typeface="Consolas" panose="020B0609020204030204" pitchFamily="49" charset="0"/>
              </a:rPr>
              <a:t>apply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Image</a:t>
            </a:r>
            <a:r>
              <a:rPr lang="en-US" sz="1800" i="1" dirty="0">
                <a:solidFill>
                  <a:srgbClr val="994CC3"/>
                </a:solidFill>
                <a:latin typeface="Consolas" panose="020B0609020204030204" pitchFamily="49" charset="0"/>
              </a:rPr>
              <a:t>&amp; 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img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)</a:t>
            </a:r>
            <a:r>
              <a:rPr lang="en-US" sz="1800" i="1" dirty="0">
                <a:solidFill>
                  <a:srgbClr val="994CC3"/>
                </a:solidFill>
                <a:latin typeface="Consolas" panose="020B0609020204030204" pitchFamily="49" charset="0"/>
              </a:rPr>
              <a:t> const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{</a:t>
            </a:r>
            <a:r>
              <a:rPr lang="en-US" sz="1800" i="1" dirty="0">
                <a:solidFill>
                  <a:srgbClr val="989FB1"/>
                </a:solidFill>
                <a:latin typeface="Consolas" panose="020B0609020204030204" pitchFamily="49" charset="0"/>
              </a:rPr>
              <a:t> /* no-op */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}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};</a:t>
            </a:r>
          </a:p>
          <a:p>
            <a:pPr algn="l" rtl="0">
              <a:lnSpc>
                <a:spcPts val="1425"/>
              </a:lnSpc>
            </a:pP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1872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67B28-2322-2D87-2DAA-83B88047B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BC474E5-DD59-0F85-D8A8-96891FB5A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he-IL" dirty="0">
                <a:effectLst/>
              </a:rPr>
              <a:t>מהי ירושה</a:t>
            </a:r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7E076EB0-7F5D-C38E-8A6B-99C03965CE5B}"/>
              </a:ext>
            </a:extLst>
          </p:cNvPr>
          <p:cNvSpPr txBox="1">
            <a:spLocks/>
          </p:cNvSpPr>
          <p:nvPr/>
        </p:nvSpPr>
        <p:spPr>
          <a:xfrm>
            <a:off x="881062" y="1178975"/>
            <a:ext cx="7831137" cy="198002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>
              <a:lnSpc>
                <a:spcPts val="1800"/>
              </a:lnSpc>
              <a:spcBef>
                <a:spcPts val="0"/>
              </a:spcBef>
            </a:pPr>
            <a:r>
              <a:rPr lang="en-US" sz="18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class Filter</a:t>
            </a:r>
          </a:p>
          <a:p>
            <a:pPr algn="l" rtl="0">
              <a:lnSpc>
                <a:spcPts val="1800"/>
              </a:lnSpc>
              <a:spcBef>
                <a:spcPts val="0"/>
              </a:spcBef>
            </a:pPr>
            <a:r>
              <a:rPr lang="en-US" sz="18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{</a:t>
            </a:r>
          </a:p>
          <a:p>
            <a:pPr algn="l" rtl="0">
              <a:lnSpc>
                <a:spcPts val="1800"/>
              </a:lnSpc>
              <a:spcBef>
                <a:spcPts val="0"/>
              </a:spcBef>
            </a:pPr>
            <a:r>
              <a:rPr lang="en-US" sz="18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    std::string _name;</a:t>
            </a:r>
          </a:p>
          <a:p>
            <a:pPr algn="l" rtl="0">
              <a:lnSpc>
                <a:spcPts val="1800"/>
              </a:lnSpc>
              <a:spcBef>
                <a:spcPts val="0"/>
              </a:spcBef>
            </a:pPr>
            <a:r>
              <a:rPr lang="en-US" sz="18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public:</a:t>
            </a:r>
          </a:p>
          <a:p>
            <a:pPr algn="l" rtl="0">
              <a:lnSpc>
                <a:spcPts val="1800"/>
              </a:lnSpc>
              <a:spcBef>
                <a:spcPts val="0"/>
              </a:spcBef>
            </a:pPr>
            <a:r>
              <a:rPr lang="en-US" sz="18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    Filter(const std::string name) : _name(name) {}</a:t>
            </a:r>
          </a:p>
          <a:p>
            <a:pPr algn="l" rtl="0">
              <a:lnSpc>
                <a:spcPts val="1800"/>
              </a:lnSpc>
              <a:spcBef>
                <a:spcPts val="0"/>
              </a:spcBef>
            </a:pPr>
            <a:r>
              <a:rPr lang="en-US" sz="18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    std::string </a:t>
            </a:r>
            <a:r>
              <a:rPr lang="en-US" sz="1800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getName</a:t>
            </a:r>
            <a:r>
              <a:rPr lang="en-US" sz="18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() { return _name; }</a:t>
            </a:r>
          </a:p>
          <a:p>
            <a:pPr algn="l" rtl="0">
              <a:lnSpc>
                <a:spcPts val="1800"/>
              </a:lnSpc>
              <a:spcBef>
                <a:spcPts val="0"/>
              </a:spcBef>
            </a:pPr>
            <a:r>
              <a:rPr lang="en-US" sz="18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    void apply(Image &amp;</a:t>
            </a:r>
            <a:r>
              <a:rPr lang="en-US" sz="1800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img</a:t>
            </a:r>
            <a:r>
              <a:rPr lang="en-US" sz="18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 const { /* no-op */ }</a:t>
            </a:r>
          </a:p>
          <a:p>
            <a:pPr algn="l" rtl="0">
              <a:lnSpc>
                <a:spcPts val="1800"/>
              </a:lnSpc>
              <a:spcBef>
                <a:spcPts val="0"/>
              </a:spcBef>
            </a:pPr>
            <a:r>
              <a:rPr lang="en-US" sz="18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};</a:t>
            </a:r>
          </a:p>
          <a:p>
            <a:pPr algn="l" rtl="0">
              <a:lnSpc>
                <a:spcPts val="1800"/>
              </a:lnSpc>
              <a:spcBef>
                <a:spcPts val="0"/>
              </a:spcBef>
            </a:pPr>
            <a:endParaRPr lang="en-US" sz="1800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FC8686A4-BD14-9397-915A-EC08144A20D1}"/>
              </a:ext>
            </a:extLst>
          </p:cNvPr>
          <p:cNvSpPr txBox="1">
            <a:spLocks/>
          </p:cNvSpPr>
          <p:nvPr/>
        </p:nvSpPr>
        <p:spPr>
          <a:xfrm>
            <a:off x="881062" y="3248998"/>
            <a:ext cx="7740985" cy="180002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r">
              <a:lnSpc>
                <a:spcPts val="18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he-IL" dirty="0"/>
              <a:t>נקודתיים מגדירות ירושה (כמו </a:t>
            </a:r>
            <a:r>
              <a:rPr lang="en-US" dirty="0"/>
              <a:t>extends</a:t>
            </a:r>
            <a:r>
              <a:rPr lang="he-IL" dirty="0"/>
              <a:t> ב </a:t>
            </a:r>
            <a:r>
              <a:rPr lang="en-US" dirty="0"/>
              <a:t>Java</a:t>
            </a:r>
            <a:r>
              <a:rPr lang="he-IL" dirty="0"/>
              <a:t>):</a:t>
            </a:r>
            <a:endParaRPr lang="en-US" dirty="0"/>
          </a:p>
          <a:p>
            <a:pPr algn="l" rtl="0">
              <a:lnSpc>
                <a:spcPts val="1425"/>
              </a:lnSpc>
              <a:spcBef>
                <a:spcPts val="2400"/>
              </a:spcBef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4876D6"/>
                </a:solidFill>
                <a:latin typeface="Consolas" panose="020B0609020204030204" pitchFamily="49" charset="0"/>
              </a:rPr>
              <a:t>BlurFilter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: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Filter</a:t>
            </a: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{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double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C969B"/>
                </a:solidFill>
                <a:latin typeface="Consolas" panose="020B0609020204030204" pitchFamily="49" charset="0"/>
              </a:rPr>
              <a:t>_str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;</a:t>
            </a:r>
            <a:r>
              <a:rPr lang="en-US" sz="1800" i="1" dirty="0">
                <a:solidFill>
                  <a:srgbClr val="939DBB"/>
                </a:solidFill>
                <a:latin typeface="Consolas" panose="020B0609020204030204" pitchFamily="49" charset="0"/>
              </a:rPr>
              <a:t> </a:t>
            </a:r>
            <a:r>
              <a:rPr lang="en-US" sz="1800" i="1" dirty="0">
                <a:solidFill>
                  <a:srgbClr val="989FB1"/>
                </a:solidFill>
                <a:latin typeface="Consolas" panose="020B0609020204030204" pitchFamily="49" charset="0"/>
              </a:rPr>
              <a:t>//</a:t>
            </a:r>
            <a:r>
              <a:rPr lang="en-US" sz="1800" i="1" dirty="0">
                <a:solidFill>
                  <a:srgbClr val="939DBB"/>
                </a:solidFill>
                <a:latin typeface="Consolas" panose="020B0609020204030204" pitchFamily="49" charset="0"/>
              </a:rPr>
              <a:t> blur strength</a:t>
            </a: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  <a:spcBef>
                <a:spcPts val="1800"/>
              </a:spcBef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public:</a:t>
            </a: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7A6C6426-2131-902E-870A-65EA943C06D6}"/>
              </a:ext>
            </a:extLst>
          </p:cNvPr>
          <p:cNvSpPr txBox="1">
            <a:spLocks/>
          </p:cNvSpPr>
          <p:nvPr/>
        </p:nvSpPr>
        <p:spPr>
          <a:xfrm>
            <a:off x="881062" y="5081508"/>
            <a:ext cx="7831137" cy="9900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double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i="1" dirty="0" err="1">
                <a:solidFill>
                  <a:srgbClr val="4876D6"/>
                </a:solidFill>
                <a:latin typeface="Consolas" panose="020B0609020204030204" pitchFamily="49" charset="0"/>
              </a:rPr>
              <a:t>getStrength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() { </a:t>
            </a:r>
            <a:r>
              <a:rPr lang="en-US" sz="1800" i="1" dirty="0">
                <a:solidFill>
                  <a:srgbClr val="994CC3"/>
                </a:solidFill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C969B"/>
                </a:solidFill>
                <a:latin typeface="Consolas" panose="020B0609020204030204" pitchFamily="49" charset="0"/>
              </a:rPr>
              <a:t>_str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; }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};</a:t>
            </a:r>
          </a:p>
          <a:p>
            <a:pPr algn="l" rtl="0">
              <a:lnSpc>
                <a:spcPts val="1800"/>
              </a:lnSpc>
            </a:pPr>
            <a:r>
              <a:rPr lang="en-IL" sz="1800" dirty="0"/>
              <a:t>⋮</a:t>
            </a:r>
          </a:p>
        </p:txBody>
      </p:sp>
    </p:spTree>
    <p:extLst>
      <p:ext uri="{BB962C8B-B14F-4D97-AF65-F5344CB8AC3E}">
        <p14:creationId xmlns:p14="http://schemas.microsoft.com/office/powerpoint/2010/main" val="12477253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2FD2B-04F9-CBB5-AC6A-D90AD93D2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0C5D9A4-9E0A-BEE7-C85F-5F68FCACE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he-IL" dirty="0">
                <a:effectLst/>
              </a:rPr>
              <a:t>מהי ירושה</a:t>
            </a:r>
            <a:endParaRPr lang="en-US" dirty="0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4717DC87-4BE7-06AA-E76E-242F6AB34A41}"/>
              </a:ext>
            </a:extLst>
          </p:cNvPr>
          <p:cNvSpPr txBox="1">
            <a:spLocks/>
          </p:cNvSpPr>
          <p:nvPr/>
        </p:nvSpPr>
        <p:spPr>
          <a:xfrm>
            <a:off x="881062" y="2078985"/>
            <a:ext cx="7740653" cy="180002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r">
              <a:lnSpc>
                <a:spcPts val="18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he-IL" dirty="0">
                <a:solidFill>
                  <a:schemeClr val="bg1">
                    <a:lumMod val="65000"/>
                  </a:schemeClr>
                </a:solidFill>
              </a:rPr>
              <a:t>נקודתיים מגדירות ירושה (כמו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extends</a:t>
            </a:r>
            <a:r>
              <a:rPr lang="he-IL" dirty="0">
                <a:solidFill>
                  <a:schemeClr val="bg1">
                    <a:lumMod val="65000"/>
                  </a:schemeClr>
                </a:solidFill>
              </a:rPr>
              <a:t> ב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Java</a:t>
            </a:r>
            <a:r>
              <a:rPr lang="he-IL" dirty="0">
                <a:solidFill>
                  <a:schemeClr val="bg1">
                    <a:lumMod val="65000"/>
                  </a:schemeClr>
                </a:solidFill>
              </a:rPr>
              <a:t>):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algn="l" rtl="0">
              <a:lnSpc>
                <a:spcPts val="1425"/>
              </a:lnSpc>
              <a:spcBef>
                <a:spcPts val="2400"/>
              </a:spcBef>
            </a:pPr>
            <a:r>
              <a:rPr lang="en-US" sz="18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class </a:t>
            </a:r>
            <a:r>
              <a:rPr lang="en-US" sz="1800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BlurFilter</a:t>
            </a:r>
            <a:r>
              <a:rPr lang="en-US" sz="18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: public Filter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{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    double _str;</a:t>
            </a:r>
            <a:r>
              <a:rPr lang="en-US" sz="1800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// blur strength</a:t>
            </a:r>
            <a:endParaRPr lang="en-US" sz="1800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  <a:spcBef>
                <a:spcPts val="1800"/>
              </a:spcBef>
            </a:pPr>
            <a:r>
              <a:rPr lang="en-US" sz="18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public: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1CAA103C-6D95-A781-4CB2-29C52EE2E236}"/>
              </a:ext>
            </a:extLst>
          </p:cNvPr>
          <p:cNvSpPr txBox="1">
            <a:spLocks/>
          </p:cNvSpPr>
          <p:nvPr/>
        </p:nvSpPr>
        <p:spPr>
          <a:xfrm>
            <a:off x="881062" y="5409022"/>
            <a:ext cx="7831137" cy="9900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    double </a:t>
            </a:r>
            <a:r>
              <a:rPr lang="en-US" sz="1800" i="1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getStrength</a:t>
            </a:r>
            <a:r>
              <a:rPr lang="en-US" sz="18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() { </a:t>
            </a:r>
            <a:r>
              <a:rPr lang="en-US" sz="1800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_str; }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};</a:t>
            </a:r>
          </a:p>
          <a:p>
            <a:pPr algn="l" rtl="0">
              <a:lnSpc>
                <a:spcPts val="1800"/>
              </a:lnSpc>
            </a:pPr>
            <a:r>
              <a:rPr lang="en-IL" sz="1800" dirty="0">
                <a:solidFill>
                  <a:schemeClr val="bg1">
                    <a:lumMod val="65000"/>
                  </a:schemeClr>
                </a:solidFill>
              </a:rPr>
              <a:t>⋮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E2F6B6-DB7D-E699-973A-95DC35EC6476}"/>
              </a:ext>
            </a:extLst>
          </p:cNvPr>
          <p:cNvSpPr txBox="1">
            <a:spLocks/>
          </p:cNvSpPr>
          <p:nvPr/>
        </p:nvSpPr>
        <p:spPr>
          <a:xfrm>
            <a:off x="881062" y="3969006"/>
            <a:ext cx="7740985" cy="153001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r">
              <a:lnSpc>
                <a:spcPts val="1425"/>
              </a:lnSpc>
              <a:buFont typeface="Arial" panose="020B0604020202020204" pitchFamily="34" charset="0"/>
              <a:buChar char="•"/>
            </a:pPr>
            <a:r>
              <a:rPr lang="he-IL" dirty="0"/>
              <a:t>בנאי במחלקה הנגזרת </a:t>
            </a:r>
            <a:r>
              <a:rPr lang="he-IL" u="sng" dirty="0"/>
              <a:t>חייב</a:t>
            </a:r>
            <a:r>
              <a:rPr lang="he-IL" dirty="0"/>
              <a:t> לקרוא </a:t>
            </a:r>
            <a:r>
              <a:rPr lang="he-IL" u="sng" dirty="0"/>
              <a:t>דבר ראשון</a:t>
            </a:r>
            <a:r>
              <a:rPr lang="he-IL" dirty="0"/>
              <a:t> לבנאי מחלקת הבסיס:</a:t>
            </a:r>
          </a:p>
          <a:p>
            <a:pPr algn="l" rtl="0">
              <a:lnSpc>
                <a:spcPts val="1425"/>
              </a:lnSpc>
              <a:spcBef>
                <a:spcPts val="180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lang="en-US" sz="1800" i="1" dirty="0" err="1">
                <a:solidFill>
                  <a:srgbClr val="4876D6"/>
                </a:solidFill>
                <a:latin typeface="Consolas" panose="020B0609020204030204" pitchFamily="49" charset="0"/>
                <a:ea typeface="+mn-ea"/>
                <a:cs typeface="+mn-cs"/>
              </a:rPr>
              <a:t>BlurFilter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  <a:ea typeface="+mn-ea"/>
                <a:cs typeface="+mn-cs"/>
              </a:rPr>
              <a:t>double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  <a:ea typeface="+mn-ea"/>
                <a:cs typeface="+mn-cs"/>
              </a:rPr>
              <a:t> str) 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  <a:ea typeface="+mn-ea"/>
                <a:cs typeface="+mn-cs"/>
              </a:rPr>
              <a:t>        : </a:t>
            </a:r>
            <a:r>
              <a:rPr lang="en-US" sz="1800" i="1" dirty="0">
                <a:solidFill>
                  <a:srgbClr val="4876D6"/>
                </a:solidFill>
                <a:latin typeface="Consolas" panose="020B0609020204030204" pitchFamily="49" charset="0"/>
                <a:ea typeface="+mn-ea"/>
                <a:cs typeface="+mn-cs"/>
              </a:rPr>
              <a:t>Filter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lang="en-US" sz="1800" dirty="0">
                <a:solidFill>
                  <a:srgbClr val="111111"/>
                </a:solidFill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lang="en-US" sz="1800" dirty="0">
                <a:solidFill>
                  <a:srgbClr val="C96765"/>
                </a:solidFill>
                <a:latin typeface="Consolas" panose="020B0609020204030204" pitchFamily="49" charset="0"/>
                <a:ea typeface="+mn-ea"/>
                <a:cs typeface="+mn-cs"/>
              </a:rPr>
              <a:t>Blur</a:t>
            </a:r>
            <a:r>
              <a:rPr lang="en-US" sz="1800" dirty="0">
                <a:solidFill>
                  <a:srgbClr val="111111"/>
                </a:solidFill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  <a:ea typeface="+mn-ea"/>
                <a:cs typeface="+mn-cs"/>
              </a:rPr>
              <a:t>), </a:t>
            </a:r>
            <a:r>
              <a:rPr lang="en-US" sz="1800" i="1" dirty="0">
                <a:solidFill>
                  <a:srgbClr val="0C969B"/>
                </a:solidFill>
                <a:latin typeface="Consolas" panose="020B0609020204030204" pitchFamily="49" charset="0"/>
                <a:ea typeface="+mn-ea"/>
                <a:cs typeface="+mn-cs"/>
              </a:rPr>
              <a:t>_str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  <a:ea typeface="+mn-ea"/>
                <a:cs typeface="+mn-cs"/>
              </a:rPr>
              <a:t>(str) {}</a:t>
            </a:r>
            <a:endParaRPr lang="en-IL" sz="1800" dirty="0"/>
          </a:p>
          <a:p>
            <a:pPr marL="285750" indent="-285750" algn="r">
              <a:lnSpc>
                <a:spcPts val="1425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he-IL" dirty="0"/>
              <a:t>(אם לא מופיעה קריאה הקומפיילר ינסה לקרוא לבנאי הדיפולטי)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4895715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5AF9C-99BD-6311-8905-45F06929A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C3C5ABE-6857-1E0D-F0A9-E35581128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he-IL" dirty="0">
                <a:effectLst/>
              </a:rPr>
              <a:t>מהי ירושה</a:t>
            </a:r>
            <a:endParaRPr lang="en-US" dirty="0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05B48C5C-EC67-AA93-7723-EA9292C4A9AA}"/>
              </a:ext>
            </a:extLst>
          </p:cNvPr>
          <p:cNvSpPr txBox="1">
            <a:spLocks/>
          </p:cNvSpPr>
          <p:nvPr/>
        </p:nvSpPr>
        <p:spPr>
          <a:xfrm>
            <a:off x="881062" y="1178975"/>
            <a:ext cx="7740653" cy="180002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r">
              <a:lnSpc>
                <a:spcPts val="18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he-IL" dirty="0">
                <a:solidFill>
                  <a:schemeClr val="bg1">
                    <a:lumMod val="65000"/>
                  </a:schemeClr>
                </a:solidFill>
              </a:rPr>
              <a:t>נקודתיים מגדירות ירושה (כמו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extends</a:t>
            </a:r>
            <a:r>
              <a:rPr lang="he-IL" dirty="0">
                <a:solidFill>
                  <a:schemeClr val="bg1">
                    <a:lumMod val="65000"/>
                  </a:schemeClr>
                </a:solidFill>
              </a:rPr>
              <a:t> ב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Java</a:t>
            </a:r>
            <a:r>
              <a:rPr lang="he-IL" dirty="0">
                <a:solidFill>
                  <a:schemeClr val="bg1">
                    <a:lumMod val="65000"/>
                  </a:schemeClr>
                </a:solidFill>
              </a:rPr>
              <a:t>):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algn="l" rtl="0">
              <a:lnSpc>
                <a:spcPts val="1425"/>
              </a:lnSpc>
              <a:spcBef>
                <a:spcPts val="1200"/>
              </a:spcBef>
            </a:pPr>
            <a:r>
              <a:rPr lang="en-US" sz="18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class </a:t>
            </a:r>
            <a:r>
              <a:rPr lang="en-US" sz="1800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BlurFilter</a:t>
            </a:r>
            <a:r>
              <a:rPr lang="en-US" sz="18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: public Filter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{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    double _str;</a:t>
            </a:r>
            <a:r>
              <a:rPr lang="en-US" sz="1800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// blur strength</a:t>
            </a:r>
            <a:endParaRPr lang="en-US" sz="1800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  <a:spcBef>
                <a:spcPts val="1800"/>
              </a:spcBef>
            </a:pPr>
            <a:r>
              <a:rPr lang="en-US" sz="18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public: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F30E990-3167-3550-FCB9-4754E161B881}"/>
              </a:ext>
            </a:extLst>
          </p:cNvPr>
          <p:cNvSpPr txBox="1">
            <a:spLocks/>
          </p:cNvSpPr>
          <p:nvPr/>
        </p:nvSpPr>
        <p:spPr>
          <a:xfrm>
            <a:off x="881062" y="4329010"/>
            <a:ext cx="7831137" cy="9900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    double </a:t>
            </a:r>
            <a:r>
              <a:rPr lang="en-US" sz="1800" i="1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getStrength</a:t>
            </a:r>
            <a:r>
              <a:rPr lang="en-US" sz="18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() { </a:t>
            </a:r>
            <a:r>
              <a:rPr lang="en-US" sz="1800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_str; }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};</a:t>
            </a:r>
          </a:p>
          <a:p>
            <a:pPr algn="l" rtl="0">
              <a:lnSpc>
                <a:spcPts val="1800"/>
              </a:lnSpc>
            </a:pPr>
            <a:r>
              <a:rPr lang="en-IL" sz="1800" dirty="0">
                <a:solidFill>
                  <a:schemeClr val="bg1">
                    <a:lumMod val="65000"/>
                  </a:schemeClr>
                </a:solidFill>
              </a:rPr>
              <a:t>⋮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6DF3C589-F73E-4AB2-F467-7A8143DFB448}"/>
              </a:ext>
            </a:extLst>
          </p:cNvPr>
          <p:cNvSpPr txBox="1">
            <a:spLocks/>
          </p:cNvSpPr>
          <p:nvPr/>
        </p:nvSpPr>
        <p:spPr>
          <a:xfrm>
            <a:off x="881062" y="4959017"/>
            <a:ext cx="7740985" cy="22500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r">
              <a:lnSpc>
                <a:spcPts val="18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dirty="0"/>
              <a:t>שימוש עם אופרטור נקודה:</a:t>
            </a:r>
            <a:endParaRPr lang="en-US" dirty="0"/>
          </a:p>
          <a:p>
            <a:pPr algn="l" rtl="0">
              <a:lnSpc>
                <a:spcPts val="1800"/>
              </a:lnSpc>
              <a:spcBef>
                <a:spcPts val="0"/>
              </a:spcBef>
            </a:pPr>
            <a:r>
              <a:rPr lang="en-US" sz="1800" dirty="0" err="1">
                <a:solidFill>
                  <a:srgbClr val="4876D6"/>
                </a:solidFill>
                <a:latin typeface="Consolas" panose="020B0609020204030204" pitchFamily="49" charset="0"/>
              </a:rPr>
              <a:t>BlurFilter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i="1" dirty="0">
                <a:solidFill>
                  <a:srgbClr val="4876D6"/>
                </a:solidFill>
                <a:latin typeface="Consolas" panose="020B0609020204030204" pitchFamily="49" charset="0"/>
              </a:rPr>
              <a:t>blur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A0982"/>
                </a:solidFill>
                <a:latin typeface="Consolas" panose="020B0609020204030204" pitchFamily="49" charset="0"/>
              </a:rPr>
              <a:t>50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);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std::</a:t>
            </a:r>
            <a:r>
              <a:rPr lang="en-US" sz="1800" dirty="0" err="1">
                <a:solidFill>
                  <a:srgbClr val="4876D6"/>
                </a:solidFill>
                <a:latin typeface="Consolas" panose="020B0609020204030204" pitchFamily="49" charset="0"/>
              </a:rPr>
              <a:t>cout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111111"/>
                </a:solidFill>
                <a:latin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C96765"/>
                </a:solidFill>
                <a:latin typeface="Consolas" panose="020B0609020204030204" pitchFamily="49" charset="0"/>
              </a:rPr>
              <a:t>Filter: </a:t>
            </a:r>
            <a:r>
              <a:rPr lang="en-US" sz="1800" dirty="0">
                <a:solidFill>
                  <a:srgbClr val="111111"/>
                </a:solidFill>
                <a:latin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4876D6"/>
                </a:solidFill>
                <a:latin typeface="Consolas" panose="020B0609020204030204" pitchFamily="49" charset="0"/>
              </a:rPr>
              <a:t>blur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4876D6"/>
                </a:solidFill>
                <a:latin typeface="Consolas" panose="020B0609020204030204" pitchFamily="49" charset="0"/>
              </a:rPr>
              <a:t>getName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()</a:t>
            </a:r>
          </a:p>
          <a:p>
            <a:pPr algn="l" rtl="0">
              <a:lnSpc>
                <a:spcPts val="1800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     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111111"/>
                </a:solidFill>
                <a:latin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C96765"/>
                </a:solidFill>
                <a:latin typeface="Consolas" panose="020B0609020204030204" pitchFamily="49" charset="0"/>
              </a:rPr>
              <a:t>Strength: </a:t>
            </a:r>
            <a:r>
              <a:rPr lang="en-US" sz="1800" dirty="0">
                <a:solidFill>
                  <a:srgbClr val="111111"/>
                </a:solidFill>
                <a:latin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4876D6"/>
                </a:solidFill>
                <a:latin typeface="Consolas" panose="020B0609020204030204" pitchFamily="49" charset="0"/>
              </a:rPr>
              <a:t>blur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4876D6"/>
                </a:solidFill>
                <a:latin typeface="Consolas" panose="020B0609020204030204" pitchFamily="49" charset="0"/>
              </a:rPr>
              <a:t>getStrength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C143247C-E6A9-92D4-89AA-841BAFE3DDFC}"/>
              </a:ext>
            </a:extLst>
          </p:cNvPr>
          <p:cNvSpPr txBox="1">
            <a:spLocks/>
          </p:cNvSpPr>
          <p:nvPr/>
        </p:nvSpPr>
        <p:spPr>
          <a:xfrm>
            <a:off x="881062" y="2888994"/>
            <a:ext cx="7740985" cy="153001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ts val="1425"/>
              </a:lnSpc>
              <a:buFont typeface="Arial" panose="020B0604020202020204" pitchFamily="34" charset="0"/>
              <a:buChar char="•"/>
            </a:pPr>
            <a:r>
              <a:rPr lang="he-IL" dirty="0">
                <a:solidFill>
                  <a:schemeClr val="bg1">
                    <a:lumMod val="75000"/>
                  </a:schemeClr>
                </a:solidFill>
              </a:rPr>
              <a:t>בנאי במחלקה הנגזרת </a:t>
            </a:r>
            <a:r>
              <a:rPr lang="he-IL" u="sng" dirty="0">
                <a:solidFill>
                  <a:schemeClr val="bg1">
                    <a:lumMod val="75000"/>
                  </a:schemeClr>
                </a:solidFill>
              </a:rPr>
              <a:t>חייב</a:t>
            </a:r>
            <a:r>
              <a:rPr lang="he-IL" dirty="0">
                <a:solidFill>
                  <a:schemeClr val="bg1">
                    <a:lumMod val="75000"/>
                  </a:schemeClr>
                </a:solidFill>
              </a:rPr>
              <a:t> לקרוא </a:t>
            </a:r>
            <a:r>
              <a:rPr lang="he-IL" u="sng" dirty="0">
                <a:solidFill>
                  <a:schemeClr val="bg1">
                    <a:lumMod val="75000"/>
                  </a:schemeClr>
                </a:solidFill>
              </a:rPr>
              <a:t>דבר ראשון</a:t>
            </a:r>
            <a:r>
              <a:rPr lang="he-IL" dirty="0">
                <a:solidFill>
                  <a:schemeClr val="bg1">
                    <a:lumMod val="75000"/>
                  </a:schemeClr>
                </a:solidFill>
              </a:rPr>
              <a:t> לבנאי מחלקת הבסיס:</a:t>
            </a:r>
          </a:p>
          <a:p>
            <a:pPr algn="l" rtl="0">
              <a:lnSpc>
                <a:spcPts val="1425"/>
              </a:lnSpc>
              <a:spcBef>
                <a:spcPts val="1800"/>
              </a:spcBef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    </a:t>
            </a:r>
            <a:r>
              <a:rPr lang="en-US" sz="1800" i="1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BlurFilter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(double str) 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     : </a:t>
            </a:r>
            <a:r>
              <a:rPr lang="en-US" sz="1800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("Blur"), </a:t>
            </a:r>
            <a:r>
              <a:rPr lang="en-US" sz="1800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_str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(str) {}</a:t>
            </a:r>
            <a:endParaRPr lang="en-IL" sz="1800" dirty="0">
              <a:solidFill>
                <a:schemeClr val="bg1">
                  <a:lumMod val="75000"/>
                </a:schemeClr>
              </a:solidFill>
            </a:endParaRPr>
          </a:p>
          <a:p>
            <a:pPr marL="285750" indent="-285750">
              <a:lnSpc>
                <a:spcPts val="1425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he-IL" dirty="0">
                <a:solidFill>
                  <a:schemeClr val="bg1">
                    <a:lumMod val="75000"/>
                  </a:schemeClr>
                </a:solidFill>
              </a:rPr>
              <a:t>(אם לא מופיעה קריאה הקומפיילר ינסה לקרוא לבנאי הדיפולטי)</a:t>
            </a:r>
            <a:endParaRPr lang="en-IL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65709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BED36-1CE2-2CCF-947F-FE609C995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CD8CB7E-3A36-7290-7932-6AE2C9D36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he-IL" dirty="0">
                <a:effectLst/>
              </a:rPr>
              <a:t>המרה למעלה (</a:t>
            </a:r>
            <a:r>
              <a:rPr lang="en-US" dirty="0">
                <a:effectLst/>
              </a:rPr>
              <a:t>upcasting</a:t>
            </a:r>
            <a:r>
              <a:rPr lang="he-IL" dirty="0">
                <a:effectLst/>
              </a:rPr>
              <a:t>)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C1325163-20B9-6978-5A4A-3DF8335CF64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8978"/>
            <a:ext cx="7740653" cy="1710019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ניתן להשתמש במצביע (או </a:t>
            </a:r>
            <a:r>
              <a:rPr lang="he-IL" dirty="0" err="1"/>
              <a:t>רפרנס</a:t>
            </a:r>
            <a:r>
              <a:rPr lang="he-IL" dirty="0"/>
              <a:t>) למחלקת הבסיס כדי להצביע (או לקשר) לאובייקט של מחלקה נגזרת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הרציונל: זה יחס </a:t>
            </a:r>
            <a:r>
              <a:rPr lang="en-US" dirty="0"/>
              <a:t>is-a</a:t>
            </a:r>
            <a:r>
              <a:rPr lang="he-IL" dirty="0"/>
              <a:t> (כלומר </a:t>
            </a:r>
            <a:r>
              <a:rPr lang="en-US" dirty="0" err="1"/>
              <a:t>BlurFilter</a:t>
            </a:r>
            <a:r>
              <a:rPr lang="he-IL" dirty="0"/>
              <a:t> הוא </a:t>
            </a:r>
            <a:r>
              <a:rPr lang="en-US" dirty="0"/>
              <a:t>Filter</a:t>
            </a:r>
            <a:r>
              <a:rPr lang="he-IL" dirty="0"/>
              <a:t>)</a:t>
            </a:r>
          </a:p>
          <a:p>
            <a:pPr algn="r">
              <a:spcBef>
                <a:spcPts val="1800"/>
              </a:spcBef>
            </a:pPr>
            <a:r>
              <a:rPr lang="he-IL" dirty="0"/>
              <a:t>דוגמה:</a:t>
            </a:r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0FDA78-CB3D-14A8-443C-71E9C497F4A1}"/>
              </a:ext>
            </a:extLst>
          </p:cNvPr>
          <p:cNvSpPr txBox="1">
            <a:spLocks/>
          </p:cNvSpPr>
          <p:nvPr/>
        </p:nvSpPr>
        <p:spPr>
          <a:xfrm>
            <a:off x="881063" y="4419010"/>
            <a:ext cx="7831137" cy="19800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i="1" dirty="0">
                <a:solidFill>
                  <a:srgbClr val="4876D6"/>
                </a:solidFill>
                <a:latin typeface="Consolas" panose="020B0609020204030204" pitchFamily="49" charset="0"/>
              </a:rPr>
              <a:t>process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Image</a:t>
            </a:r>
            <a:r>
              <a:rPr lang="en-US" sz="1800" i="1" dirty="0">
                <a:solidFill>
                  <a:srgbClr val="994CC3"/>
                </a:solidFill>
                <a:latin typeface="Consolas" panose="020B0609020204030204" pitchFamily="49" charset="0"/>
              </a:rPr>
              <a:t>&amp; 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img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, </a:t>
            </a:r>
            <a:r>
              <a:rPr lang="en-US" sz="1800" i="1" dirty="0">
                <a:solidFill>
                  <a:srgbClr val="994CC3"/>
                </a:solidFill>
                <a:latin typeface="Consolas" panose="020B0609020204030204" pitchFamily="49" charset="0"/>
              </a:rPr>
              <a:t>const </a:t>
            </a:r>
            <a:r>
              <a:rPr lang="en-US" sz="1800" b="1" dirty="0">
                <a:solidFill>
                  <a:srgbClr val="4876D6"/>
                </a:solidFill>
                <a:latin typeface="Consolas" panose="020B0609020204030204" pitchFamily="49" charset="0"/>
              </a:rPr>
              <a:t>Filter</a:t>
            </a:r>
            <a:r>
              <a:rPr lang="en-US" sz="1800" i="1" dirty="0">
                <a:solidFill>
                  <a:srgbClr val="994CC3"/>
                </a:solidFill>
                <a:latin typeface="Consolas" panose="020B0609020204030204" pitchFamily="49" charset="0"/>
              </a:rPr>
              <a:t>* 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filter)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{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   ⋮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}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⋮</a:t>
            </a:r>
          </a:p>
          <a:p>
            <a:pPr algn="l" rtl="0">
              <a:lnSpc>
                <a:spcPts val="1425"/>
              </a:lnSpc>
            </a:pPr>
            <a:r>
              <a:rPr lang="en-US" sz="1800" i="1" dirty="0">
                <a:solidFill>
                  <a:srgbClr val="4876D6"/>
                </a:solidFill>
                <a:latin typeface="Consolas" panose="020B0609020204030204" pitchFamily="49" charset="0"/>
              </a:rPr>
              <a:t>process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4876D6"/>
                </a:solidFill>
                <a:latin typeface="Consolas" panose="020B0609020204030204" pitchFamily="49" charset="0"/>
              </a:rPr>
              <a:t>img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blur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);</a:t>
            </a:r>
            <a:endParaRPr lang="en-US" sz="1800" dirty="0">
              <a:solidFill>
                <a:srgbClr val="994CC3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</a:pP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0C9C765A-869A-1A8F-D8BC-52607559E942}"/>
              </a:ext>
            </a:extLst>
          </p:cNvPr>
          <p:cNvSpPr txBox="1">
            <a:spLocks/>
          </p:cNvSpPr>
          <p:nvPr/>
        </p:nvSpPr>
        <p:spPr>
          <a:xfrm>
            <a:off x="881062" y="3429000"/>
            <a:ext cx="7831137" cy="900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Image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4876D6"/>
                </a:solidFill>
                <a:latin typeface="Consolas" panose="020B0609020204030204" pitchFamily="49" charset="0"/>
              </a:rPr>
              <a:t>img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i="1" dirty="0" err="1">
                <a:solidFill>
                  <a:srgbClr val="4876D6"/>
                </a:solidFill>
                <a:latin typeface="Consolas" panose="020B0609020204030204" pitchFamily="49" charset="0"/>
              </a:rPr>
              <a:t>myPicture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();</a:t>
            </a:r>
          </a:p>
          <a:p>
            <a:pPr algn="l" rtl="0">
              <a:lnSpc>
                <a:spcPts val="1425"/>
              </a:lnSpc>
            </a:pPr>
            <a:r>
              <a:rPr lang="en-US" sz="1800" b="1" dirty="0">
                <a:solidFill>
                  <a:srgbClr val="4876D6"/>
                </a:solidFill>
                <a:latin typeface="Consolas" panose="020B0609020204030204" pitchFamily="49" charset="0"/>
              </a:rPr>
              <a:t>Filter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* 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blur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C969B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b="1" i="1" dirty="0" err="1">
                <a:solidFill>
                  <a:srgbClr val="4876D6"/>
                </a:solidFill>
                <a:latin typeface="Consolas" panose="020B0609020204030204" pitchFamily="49" charset="0"/>
              </a:rPr>
              <a:t>BlurFilter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A0982"/>
                </a:solidFill>
                <a:latin typeface="Consolas" panose="020B0609020204030204" pitchFamily="49" charset="0"/>
              </a:rPr>
              <a:t>50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);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⋮</a:t>
            </a:r>
            <a:endParaRPr lang="en-US" sz="1800" dirty="0">
              <a:solidFill>
                <a:srgbClr val="994CC3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16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D5346-F2E1-F603-DC71-89780B9A2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90E867-F28E-130E-7C22-41A07DC84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he-IL" dirty="0">
                <a:effectLst/>
              </a:rPr>
              <a:t>המרה למעלה (</a:t>
            </a:r>
            <a:r>
              <a:rPr lang="en-US" dirty="0">
                <a:effectLst/>
              </a:rPr>
              <a:t>upcasting</a:t>
            </a:r>
            <a:r>
              <a:rPr lang="he-IL" dirty="0">
                <a:effectLst/>
              </a:rPr>
              <a:t>)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ACB3A0D0-3FB1-9E82-70E7-F865FBA03B0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8978"/>
            <a:ext cx="7740653" cy="4950056"/>
          </a:xfrm>
        </p:spPr>
        <p:txBody>
          <a:bodyPr>
            <a:noAutofit/>
          </a:bodyPr>
          <a:lstStyle/>
          <a:p>
            <a:pPr algn="r"/>
            <a:r>
              <a:rPr lang="he-IL" dirty="0"/>
              <a:t>דוגמה עם </a:t>
            </a:r>
            <a:r>
              <a:rPr lang="he-IL" dirty="0" err="1"/>
              <a:t>רפרנס</a:t>
            </a:r>
            <a:r>
              <a:rPr lang="he-IL" dirty="0"/>
              <a:t>:</a:t>
            </a:r>
            <a:endParaRPr lang="en-US" dirty="0"/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i="1" dirty="0">
                <a:solidFill>
                  <a:srgbClr val="4876D6"/>
                </a:solidFill>
                <a:latin typeface="Consolas" panose="020B0609020204030204" pitchFamily="49" charset="0"/>
              </a:rPr>
              <a:t>process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Image</a:t>
            </a:r>
            <a:r>
              <a:rPr lang="en-US" sz="1800" i="1" dirty="0">
                <a:solidFill>
                  <a:srgbClr val="994CC3"/>
                </a:solidFill>
                <a:latin typeface="Consolas" panose="020B0609020204030204" pitchFamily="49" charset="0"/>
              </a:rPr>
              <a:t>&amp; 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img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, </a:t>
            </a:r>
            <a:r>
              <a:rPr lang="en-US" sz="1800" i="1" dirty="0">
                <a:solidFill>
                  <a:srgbClr val="994CC3"/>
                </a:solidFill>
                <a:latin typeface="Consolas" panose="020B0609020204030204" pitchFamily="49" charset="0"/>
              </a:rPr>
              <a:t>const </a:t>
            </a:r>
            <a:r>
              <a:rPr lang="en-US" sz="1800" b="1" dirty="0">
                <a:solidFill>
                  <a:srgbClr val="4876D6"/>
                </a:solidFill>
                <a:latin typeface="Consolas" panose="020B0609020204030204" pitchFamily="49" charset="0"/>
              </a:rPr>
              <a:t>Filter</a:t>
            </a:r>
            <a:r>
              <a:rPr lang="en-US" sz="1800" i="1" dirty="0">
                <a:solidFill>
                  <a:srgbClr val="994CC3"/>
                </a:solidFill>
                <a:latin typeface="Consolas" panose="020B0609020204030204" pitchFamily="49" charset="0"/>
              </a:rPr>
              <a:t>&amp; 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filter)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{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   ⋮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}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⋮</a:t>
            </a:r>
          </a:p>
          <a:p>
            <a:pPr algn="l" rtl="0">
              <a:lnSpc>
                <a:spcPts val="1425"/>
              </a:lnSpc>
            </a:pPr>
            <a:endParaRPr lang="en-US" sz="1800" dirty="0">
              <a:solidFill>
                <a:srgbClr val="4876D6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Image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4876D6"/>
                </a:solidFill>
                <a:latin typeface="Consolas" panose="020B0609020204030204" pitchFamily="49" charset="0"/>
              </a:rPr>
              <a:t>img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i="1" dirty="0" err="1">
                <a:solidFill>
                  <a:srgbClr val="4876D6"/>
                </a:solidFill>
                <a:latin typeface="Consolas" panose="020B0609020204030204" pitchFamily="49" charset="0"/>
              </a:rPr>
              <a:t>myPicture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();</a:t>
            </a:r>
          </a:p>
          <a:p>
            <a:pPr algn="l" rtl="0">
              <a:lnSpc>
                <a:spcPts val="1425"/>
              </a:lnSpc>
            </a:pPr>
            <a:r>
              <a:rPr lang="en-US" sz="1800" b="1" dirty="0" err="1">
                <a:solidFill>
                  <a:srgbClr val="4876D6"/>
                </a:solidFill>
                <a:latin typeface="Consolas" panose="020B0609020204030204" pitchFamily="49" charset="0"/>
              </a:rPr>
              <a:t>BlurFilter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i="1" dirty="0">
                <a:solidFill>
                  <a:srgbClr val="4876D6"/>
                </a:solidFill>
                <a:latin typeface="Consolas" panose="020B0609020204030204" pitchFamily="49" charset="0"/>
              </a:rPr>
              <a:t>blur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A0982"/>
                </a:solidFill>
                <a:latin typeface="Consolas" panose="020B0609020204030204" pitchFamily="49" charset="0"/>
              </a:rPr>
              <a:t>50.0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);</a:t>
            </a:r>
          </a:p>
          <a:p>
            <a:pPr algn="l" rtl="0">
              <a:lnSpc>
                <a:spcPts val="1425"/>
              </a:lnSpc>
            </a:pPr>
            <a:r>
              <a:rPr lang="en-US" sz="1800" i="1" dirty="0">
                <a:solidFill>
                  <a:srgbClr val="4876D6"/>
                </a:solidFill>
                <a:latin typeface="Consolas" panose="020B0609020204030204" pitchFamily="49" charset="0"/>
              </a:rPr>
              <a:t>process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4876D6"/>
                </a:solidFill>
                <a:latin typeface="Consolas" panose="020B0609020204030204" pitchFamily="49" charset="0"/>
              </a:rPr>
              <a:t>img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blur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);</a:t>
            </a:r>
          </a:p>
          <a:p>
            <a:pPr algn="l" rtl="0">
              <a:lnSpc>
                <a:spcPts val="1425"/>
              </a:lnSpc>
            </a:pPr>
            <a:endParaRPr lang="en-US" sz="1800" b="1" dirty="0">
              <a:solidFill>
                <a:srgbClr val="4876D6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</a:pPr>
            <a:r>
              <a:rPr lang="en-US" sz="1800" i="1" dirty="0">
                <a:solidFill>
                  <a:srgbClr val="994CC3"/>
                </a:solidFill>
                <a:latin typeface="Consolas" panose="020B0609020204030204" pitchFamily="49" charset="0"/>
              </a:rPr>
              <a:t>const </a:t>
            </a:r>
            <a:r>
              <a:rPr lang="en-US" sz="1800" b="1" dirty="0">
                <a:solidFill>
                  <a:srgbClr val="4876D6"/>
                </a:solidFill>
                <a:latin typeface="Consolas" panose="020B0609020204030204" pitchFamily="49" charset="0"/>
              </a:rPr>
              <a:t>Filter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&amp;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blur2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blur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ts val="1425"/>
              </a:lnSpc>
            </a:pPr>
            <a:r>
              <a:rPr lang="en-US" sz="1800" i="1" dirty="0">
                <a:solidFill>
                  <a:srgbClr val="4876D6"/>
                </a:solidFill>
                <a:latin typeface="Consolas" panose="020B0609020204030204" pitchFamily="49" charset="0"/>
              </a:rPr>
              <a:t>process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4876D6"/>
                </a:solidFill>
                <a:latin typeface="Consolas" panose="020B0609020204030204" pitchFamily="49" charset="0"/>
              </a:rPr>
              <a:t>img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blur2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);</a:t>
            </a:r>
          </a:p>
          <a:p>
            <a:pPr algn="l" rtl="0">
              <a:lnSpc>
                <a:spcPts val="1425"/>
              </a:lnSpc>
            </a:pP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2013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97B09-686C-2928-FB47-8C94DC7C3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4D6473-E16A-3179-FF81-788C82D8C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he-IL" dirty="0">
                <a:effectLst/>
              </a:rPr>
              <a:t>המרה למעלה (</a:t>
            </a:r>
            <a:r>
              <a:rPr lang="en-US" dirty="0">
                <a:effectLst/>
              </a:rPr>
              <a:t>upcasting</a:t>
            </a:r>
            <a:r>
              <a:rPr lang="he-IL" dirty="0">
                <a:effectLst/>
              </a:rPr>
              <a:t>)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65982B22-5B88-D041-2968-3B92B61DE7F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4" y="1448978"/>
            <a:ext cx="7740652" cy="4950056"/>
          </a:xfrm>
        </p:spPr>
        <p:txBody>
          <a:bodyPr>
            <a:noAutofit/>
          </a:bodyPr>
          <a:lstStyle/>
          <a:p>
            <a:pPr algn="r"/>
            <a:r>
              <a:rPr lang="he-IL" dirty="0"/>
              <a:t>דוגמה עם מצביע חכם:</a:t>
            </a:r>
            <a:endParaRPr lang="en-US" dirty="0"/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i="1" dirty="0">
                <a:solidFill>
                  <a:srgbClr val="4876D6"/>
                </a:solidFill>
                <a:latin typeface="Consolas" panose="020B0609020204030204" pitchFamily="49" charset="0"/>
              </a:rPr>
              <a:t>process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Image</a:t>
            </a:r>
            <a:r>
              <a:rPr lang="en-US" sz="1800" i="1" dirty="0">
                <a:solidFill>
                  <a:srgbClr val="994CC3"/>
                </a:solidFill>
                <a:latin typeface="Consolas" panose="020B0609020204030204" pitchFamily="49" charset="0"/>
              </a:rPr>
              <a:t>&amp; 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img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, </a:t>
            </a:r>
            <a:r>
              <a:rPr lang="en-US" sz="1800" b="1" dirty="0">
                <a:solidFill>
                  <a:srgbClr val="4876D6"/>
                </a:solidFill>
                <a:latin typeface="Consolas" panose="020B0609020204030204" pitchFamily="49" charset="0"/>
              </a:rPr>
              <a:t>Filter</a:t>
            </a:r>
            <a:r>
              <a:rPr lang="en-US" sz="1800" i="1" dirty="0">
                <a:solidFill>
                  <a:srgbClr val="994CC3"/>
                </a:solidFill>
                <a:latin typeface="Consolas" panose="020B0609020204030204" pitchFamily="49" charset="0"/>
              </a:rPr>
              <a:t>&amp; 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filter)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{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   ⋮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}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⋮</a:t>
            </a:r>
          </a:p>
          <a:p>
            <a:pPr algn="l" rtl="0">
              <a:lnSpc>
                <a:spcPts val="1425"/>
              </a:lnSpc>
            </a:pPr>
            <a:endParaRPr lang="en-US" sz="1800" dirty="0">
              <a:solidFill>
                <a:srgbClr val="4876D6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std::</a:t>
            </a:r>
            <a:r>
              <a:rPr lang="en-US" sz="1800" dirty="0" err="1">
                <a:solidFill>
                  <a:srgbClr val="4876D6"/>
                </a:solidFill>
                <a:latin typeface="Consolas" panose="020B0609020204030204" pitchFamily="49" charset="0"/>
              </a:rPr>
              <a:t>unique_ptr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Filter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&gt;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blur3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std::</a:t>
            </a:r>
            <a:r>
              <a:rPr lang="en-US" sz="1800" i="1" dirty="0" err="1">
                <a:solidFill>
                  <a:srgbClr val="4876D6"/>
                </a:solidFill>
                <a:latin typeface="Consolas" panose="020B0609020204030204" pitchFamily="49" charset="0"/>
              </a:rPr>
              <a:t>make_unique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 err="1">
                <a:solidFill>
                  <a:srgbClr val="4876D6"/>
                </a:solidFill>
                <a:latin typeface="Consolas" panose="020B0609020204030204" pitchFamily="49" charset="0"/>
              </a:rPr>
              <a:t>BlurFilter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&gt;(</a:t>
            </a:r>
            <a:r>
              <a:rPr lang="en-US" sz="1800" dirty="0">
                <a:solidFill>
                  <a:srgbClr val="AA0982"/>
                </a:solidFill>
                <a:latin typeface="Consolas" panose="020B0609020204030204" pitchFamily="49" charset="0"/>
              </a:rPr>
              <a:t>50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);</a:t>
            </a:r>
          </a:p>
          <a:p>
            <a:pPr algn="l" rtl="0">
              <a:lnSpc>
                <a:spcPts val="1425"/>
              </a:lnSpc>
            </a:pPr>
            <a:endParaRPr lang="en-US" sz="1800" i="1" dirty="0">
              <a:solidFill>
                <a:srgbClr val="4876D6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</a:pPr>
            <a:r>
              <a:rPr lang="en-US" sz="1800" i="1" dirty="0">
                <a:solidFill>
                  <a:srgbClr val="4876D6"/>
                </a:solidFill>
                <a:latin typeface="Consolas" panose="020B0609020204030204" pitchFamily="49" charset="0"/>
              </a:rPr>
              <a:t>process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4876D6"/>
                </a:solidFill>
                <a:latin typeface="Consolas" panose="020B0609020204030204" pitchFamily="49" charset="0"/>
              </a:rPr>
              <a:t>img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blur3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.</a:t>
            </a:r>
            <a:r>
              <a:rPr lang="en-US" sz="1800" i="1" dirty="0">
                <a:solidFill>
                  <a:srgbClr val="4876D6"/>
                </a:solidFill>
                <a:latin typeface="Consolas" panose="020B0609020204030204" pitchFamily="49" charset="0"/>
              </a:rPr>
              <a:t>get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());</a:t>
            </a:r>
          </a:p>
          <a:p>
            <a:pPr algn="l" rtl="0">
              <a:lnSpc>
                <a:spcPts val="1425"/>
              </a:lnSpc>
            </a:pP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852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73E2E-2702-CC3D-E82E-0551BC3A8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C2CA0D4-FB91-CC61-7EAD-4C4ECEFF5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he-IL" dirty="0">
                <a:effectLst/>
              </a:rPr>
              <a:t>איך נראית ירושה בזיכרון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411DD1E3-409D-EAF4-79E4-F2CF457253F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8978"/>
            <a:ext cx="7740653" cy="4950056"/>
          </a:xfrm>
        </p:spPr>
        <p:txBody>
          <a:bodyPr>
            <a:noAutofit/>
          </a:bodyPr>
          <a:lstStyle/>
          <a:p>
            <a:pPr>
              <a:spcBef>
                <a:spcPts val="1800"/>
              </a:spcBef>
            </a:pPr>
            <a:r>
              <a:rPr lang="he-IL" dirty="0"/>
              <a:t>אובייקט של </a:t>
            </a:r>
            <a:r>
              <a:rPr lang="en-US" dirty="0" err="1"/>
              <a:t>BlurFilter</a:t>
            </a:r>
            <a:r>
              <a:rPr lang="he-IL" dirty="0"/>
              <a:t> במחסנית: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i="1" dirty="0" err="1">
                <a:solidFill>
                  <a:srgbClr val="4876D6"/>
                </a:solidFill>
                <a:latin typeface="Consolas" panose="020B0609020204030204" pitchFamily="49" charset="0"/>
              </a:rPr>
              <a:t>myPicture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()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{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 err="1">
                <a:solidFill>
                  <a:srgbClr val="4876D6"/>
                </a:solidFill>
                <a:latin typeface="Consolas" panose="020B0609020204030204" pitchFamily="49" charset="0"/>
              </a:rPr>
              <a:t>BlurFilter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i="1" dirty="0">
                <a:solidFill>
                  <a:srgbClr val="4876D6"/>
                </a:solidFill>
                <a:latin typeface="Consolas" panose="020B0609020204030204" pitchFamily="49" charset="0"/>
              </a:rPr>
              <a:t>blur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A0982"/>
                </a:solidFill>
                <a:latin typeface="Consolas" panose="020B0609020204030204" pitchFamily="49" charset="0"/>
              </a:rPr>
              <a:t>50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);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⋮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dirty="0"/>
              <a:t>בזיכרון מוקצה בלוק אחד עבור שני החלקים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BC80EC8-0E56-D43A-3C26-7806787C42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9065124"/>
              </p:ext>
            </p:extLst>
          </p:nvPr>
        </p:nvGraphicFramePr>
        <p:xfrm>
          <a:off x="1061679" y="4296502"/>
          <a:ext cx="7380084" cy="1562525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845021">
                  <a:extLst>
                    <a:ext uri="{9D8B030D-6E8A-4147-A177-3AD203B41FA5}">
                      <a16:colId xmlns:a16="http://schemas.microsoft.com/office/drawing/2014/main" val="3717395143"/>
                    </a:ext>
                  </a:extLst>
                </a:gridCol>
                <a:gridCol w="1845021">
                  <a:extLst>
                    <a:ext uri="{9D8B030D-6E8A-4147-A177-3AD203B41FA5}">
                      <a16:colId xmlns:a16="http://schemas.microsoft.com/office/drawing/2014/main" val="2995971404"/>
                    </a:ext>
                  </a:extLst>
                </a:gridCol>
                <a:gridCol w="1845021">
                  <a:extLst>
                    <a:ext uri="{9D8B030D-6E8A-4147-A177-3AD203B41FA5}">
                      <a16:colId xmlns:a16="http://schemas.microsoft.com/office/drawing/2014/main" val="2012168583"/>
                    </a:ext>
                  </a:extLst>
                </a:gridCol>
                <a:gridCol w="1845021">
                  <a:extLst>
                    <a:ext uri="{9D8B030D-6E8A-4147-A177-3AD203B41FA5}">
                      <a16:colId xmlns:a16="http://schemas.microsoft.com/office/drawing/2014/main" val="2258413819"/>
                    </a:ext>
                  </a:extLst>
                </a:gridCol>
              </a:tblGrid>
              <a:tr h="450005"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Address</a:t>
                      </a:r>
                      <a:endParaRPr lang="he-IL" dirty="0">
                        <a:latin typeface="Consolas" panose="020B0609020204030204" pitchFamily="49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Class</a:t>
                      </a:r>
                      <a:endParaRPr lang="he-IL" dirty="0">
                        <a:latin typeface="Consolas" panose="020B0609020204030204" pitchFamily="49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Field</a:t>
                      </a:r>
                      <a:endParaRPr lang="he-IL" dirty="0">
                        <a:latin typeface="Consolas" panose="020B0609020204030204" pitchFamily="49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Value</a:t>
                      </a:r>
                      <a:endParaRPr lang="he-IL" dirty="0">
                        <a:latin typeface="Consolas" panose="020B0609020204030204" pitchFamily="49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6928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dirty="0">
                          <a:latin typeface="Consolas" panose="020B0609020204030204" pitchFamily="49" charset="0"/>
                        </a:rPr>
                        <a:t>0xffff0124</a:t>
                      </a:r>
                      <a:endParaRPr lang="he-IL" dirty="0">
                        <a:latin typeface="Consolas" panose="020B0609020204030204" pitchFamily="49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b="1" dirty="0" err="1">
                          <a:latin typeface="Consolas" panose="020B0609020204030204" pitchFamily="49" charset="0"/>
                        </a:rPr>
                        <a:t>BlurFilter</a:t>
                      </a:r>
                      <a:endParaRPr lang="he-IL" b="1" dirty="0">
                        <a:latin typeface="Consolas" panose="020B0609020204030204" pitchFamily="49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>
                          <a:latin typeface="Consolas" panose="020B0609020204030204" pitchFamily="49" charset="0"/>
                        </a:rPr>
                        <a:t>_str</a:t>
                      </a:r>
                      <a:endParaRPr lang="he-IL" dirty="0">
                        <a:latin typeface="Consolas" panose="020B0609020204030204" pitchFamily="49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>
                          <a:latin typeface="Consolas" panose="020B0609020204030204" pitchFamily="49" charset="0"/>
                        </a:rPr>
                        <a:t>100</a:t>
                      </a:r>
                      <a:endParaRPr lang="he-IL" dirty="0">
                        <a:latin typeface="Consolas" panose="020B0609020204030204" pitchFamily="49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147471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 rtl="0"/>
                      <a:r>
                        <a:rPr lang="en-US" dirty="0">
                          <a:latin typeface="Consolas" panose="020B0609020204030204" pitchFamily="49" charset="0"/>
                        </a:rPr>
                        <a:t>0xffff0118</a:t>
                      </a:r>
                      <a:endParaRPr lang="he-IL" dirty="0">
                        <a:latin typeface="Consolas" panose="020B0609020204030204" pitchFamily="49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/>
                      <a:r>
                        <a:rPr lang="en-US" b="1" dirty="0">
                          <a:latin typeface="Consolas" panose="020B0609020204030204" pitchFamily="49" charset="0"/>
                        </a:rPr>
                        <a:t>Filter</a:t>
                      </a:r>
                      <a:endParaRPr lang="he-IL" b="1" dirty="0">
                        <a:latin typeface="Consolas" panose="020B0609020204030204" pitchFamily="49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/>
                      <a:r>
                        <a:rPr lang="en-US" dirty="0">
                          <a:latin typeface="Consolas" panose="020B0609020204030204" pitchFamily="49" charset="0"/>
                        </a:rPr>
                        <a:t>_name</a:t>
                      </a:r>
                      <a:br>
                        <a:rPr lang="en-US" dirty="0">
                          <a:latin typeface="Consolas" panose="020B0609020204030204" pitchFamily="49" charset="0"/>
                        </a:rPr>
                      </a:br>
                      <a:r>
                        <a:rPr lang="en-US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dirty="0" err="1">
                          <a:latin typeface="Consolas" panose="020B0609020204030204" pitchFamily="49" charset="0"/>
                        </a:rPr>
                        <a:t>addr</a:t>
                      </a:r>
                      <a:r>
                        <a:rPr lang="en-US" dirty="0">
                          <a:latin typeface="Consolas" panose="020B0609020204030204" pitchFamily="49" charset="0"/>
                        </a:rPr>
                        <a:t> + </a:t>
                      </a:r>
                      <a:r>
                        <a:rPr lang="en-US" dirty="0" err="1">
                          <a:latin typeface="Consolas" panose="020B0609020204030204" pitchFamily="49" charset="0"/>
                        </a:rPr>
                        <a:t>len</a:t>
                      </a:r>
                      <a:r>
                        <a:rPr lang="en-US" dirty="0">
                          <a:latin typeface="Consolas" panose="020B0609020204030204" pitchFamily="49" charset="0"/>
                        </a:rPr>
                        <a:t>)</a:t>
                      </a:r>
                      <a:endParaRPr lang="he-IL" dirty="0">
                        <a:latin typeface="Consolas" panose="020B0609020204030204" pitchFamily="49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>
                          <a:latin typeface="Consolas" panose="020B0609020204030204" pitchFamily="49" charset="0"/>
                        </a:rPr>
                        <a:t>0x12345678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63169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rtl="0"/>
                      <a:endParaRPr lang="he-IL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rtl="0"/>
                      <a:endParaRPr lang="he-IL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rtl="0"/>
                      <a:endParaRPr lang="he-IL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>
                          <a:latin typeface="Consolas" panose="020B0609020204030204" pitchFamily="49" charset="0"/>
                        </a:rPr>
                        <a:t>4</a:t>
                      </a:r>
                      <a:endParaRPr lang="he-IL" dirty="0">
                        <a:latin typeface="Consolas" panose="020B0609020204030204" pitchFamily="49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1637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5989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2C830-79EB-E8C1-F730-C85742B80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9C6C77FA-E98D-6FF6-BCEB-97C055C59FE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8978"/>
            <a:ext cx="7740653" cy="4950056"/>
          </a:xfrm>
        </p:spPr>
        <p:txBody>
          <a:bodyPr>
            <a:noAutofit/>
          </a:bodyPr>
          <a:lstStyle/>
          <a:p>
            <a:pPr algn="r"/>
            <a:r>
              <a:rPr lang="he-IL" b="1" dirty="0"/>
              <a:t>מה זה בעצם יחס </a:t>
            </a:r>
            <a:r>
              <a:rPr lang="en-US" b="1" dirty="0"/>
              <a:t>is-a</a:t>
            </a:r>
            <a:r>
              <a:rPr lang="he-IL" b="1" dirty="0"/>
              <a:t>?</a:t>
            </a:r>
            <a:endParaRPr lang="en-US" b="1" dirty="0"/>
          </a:p>
          <a:p>
            <a:pPr algn="r"/>
            <a:r>
              <a:rPr lang="en-US" b="1" dirty="0"/>
              <a:t>LSP</a:t>
            </a:r>
            <a:r>
              <a:rPr lang="he-IL" b="1" dirty="0"/>
              <a:t>: עקרון ההחלפה של </a:t>
            </a:r>
            <a:r>
              <a:rPr lang="he-IL" b="1" dirty="0" err="1"/>
              <a:t>ליסקוב</a:t>
            </a:r>
            <a:r>
              <a:rPr lang="he-IL" b="1" dirty="0"/>
              <a:t> (</a:t>
            </a:r>
            <a:r>
              <a:rPr lang="en-US" b="1" dirty="0" err="1"/>
              <a:t>Liskov</a:t>
            </a:r>
            <a:r>
              <a:rPr lang="en-US" b="1" dirty="0"/>
              <a:t> Substitution Principle</a:t>
            </a:r>
            <a:r>
              <a:rPr lang="he-IL" b="1" dirty="0"/>
              <a:t>)</a:t>
            </a:r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מחלקה נגזרת צריכה להיות "ברת-החלפה" עם מחלקת הבסיס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אסור להחלפה "לשבור" את </a:t>
            </a:r>
            <a:r>
              <a:rPr lang="he-IL" u="sng" dirty="0"/>
              <a:t>האינווריאנטות</a:t>
            </a:r>
            <a:r>
              <a:rPr lang="he-IL" dirty="0"/>
              <a:t> של מחלקת הבסיס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לא בהכרח נכונות במובנים אחרים (למשל: גיאומטרית)</a:t>
            </a:r>
            <a:endParaRPr lang="en-US" dirty="0"/>
          </a:p>
          <a:p>
            <a:pPr algn="r"/>
            <a:r>
              <a:rPr lang="he-IL" dirty="0"/>
              <a:t>דוגמה:</a:t>
            </a:r>
          </a:p>
          <a:p>
            <a:pPr algn="r"/>
            <a:endParaRPr lang="he-IL" dirty="0"/>
          </a:p>
          <a:p>
            <a:pPr algn="r"/>
            <a:endParaRPr lang="he-IL" dirty="0"/>
          </a:p>
          <a:p>
            <a:pPr algn="r"/>
            <a:endParaRPr lang="he-IL" dirty="0"/>
          </a:p>
          <a:p>
            <a:pPr algn="r"/>
            <a:endParaRPr lang="he-IL" dirty="0"/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he-IL" dirty="0"/>
              <a:t>חלק מ </a:t>
            </a:r>
            <a:r>
              <a:rPr lang="en-US" dirty="0">
                <a:hlinkClick r:id="rId2"/>
              </a:rPr>
              <a:t>SOLID</a:t>
            </a:r>
            <a:r>
              <a:rPr lang="he-IL" dirty="0"/>
              <a:t>: חמש עקרונות "כתיבה נכונה" של תכנות מונחה-עצמים</a:t>
            </a:r>
          </a:p>
          <a:p>
            <a:pPr algn="r"/>
            <a:endParaRPr lang="he-IL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C8C1CA9-132D-B36B-F479-BDB9070FA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he-IL" dirty="0">
                <a:effectLst/>
              </a:rPr>
              <a:t>יחס </a:t>
            </a:r>
            <a:r>
              <a:rPr lang="en-US" dirty="0">
                <a:effectLst/>
              </a:rPr>
              <a:t>is-a</a:t>
            </a:r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29D7E883-63ED-EAD1-29AA-0A04300E683B}"/>
              </a:ext>
            </a:extLst>
          </p:cNvPr>
          <p:cNvSpPr txBox="1">
            <a:spLocks/>
          </p:cNvSpPr>
          <p:nvPr/>
        </p:nvSpPr>
        <p:spPr>
          <a:xfrm>
            <a:off x="876005" y="3879005"/>
            <a:ext cx="7831137" cy="198002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Image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{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C969B"/>
                </a:solidFill>
                <a:latin typeface="Consolas" panose="020B0609020204030204" pitchFamily="49" charset="0"/>
              </a:rPr>
              <a:t>_w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0C969B"/>
                </a:solidFill>
                <a:latin typeface="Consolas" panose="020B0609020204030204" pitchFamily="49" charset="0"/>
              </a:rPr>
              <a:t>_h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std::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vector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&lt;char&gt;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C969B"/>
                </a:solidFill>
                <a:latin typeface="Consolas" panose="020B0609020204030204" pitchFamily="49" charset="0"/>
              </a:rPr>
              <a:t>_bytes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public:</a:t>
            </a: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</a:t>
            </a:r>
            <a:r>
              <a:rPr lang="en-US" sz="1800" i="1" dirty="0">
                <a:solidFill>
                  <a:srgbClr val="4876D6"/>
                </a:solidFill>
                <a:latin typeface="Consolas" panose="020B0609020204030204" pitchFamily="49" charset="0"/>
              </a:rPr>
              <a:t>Image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w,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h, </a:t>
            </a:r>
            <a:r>
              <a:rPr lang="en-US" sz="1800" i="1" dirty="0">
                <a:solidFill>
                  <a:srgbClr val="994CC3"/>
                </a:solidFill>
                <a:latin typeface="Consolas" panose="020B0609020204030204" pitchFamily="49" charset="0"/>
              </a:rPr>
              <a:t>const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char</a:t>
            </a:r>
            <a:r>
              <a:rPr lang="en-US" sz="1800" i="1" dirty="0">
                <a:solidFill>
                  <a:srgbClr val="994CC3"/>
                </a:solidFill>
                <a:latin typeface="Consolas" panose="020B0609020204030204" pitchFamily="49" charset="0"/>
              </a:rPr>
              <a:t>* 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bytes)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    : </a:t>
            </a:r>
            <a:r>
              <a:rPr lang="en-US" sz="1800" i="1" dirty="0">
                <a:solidFill>
                  <a:srgbClr val="0C969B"/>
                </a:solidFill>
                <a:latin typeface="Consolas" panose="020B0609020204030204" pitchFamily="49" charset="0"/>
              </a:rPr>
              <a:t>_w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(w), </a:t>
            </a:r>
            <a:r>
              <a:rPr lang="en-US" sz="1800" i="1" dirty="0">
                <a:solidFill>
                  <a:srgbClr val="0C969B"/>
                </a:solidFill>
                <a:latin typeface="Consolas" panose="020B0609020204030204" pitchFamily="49" charset="0"/>
              </a:rPr>
              <a:t>_h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(h), </a:t>
            </a:r>
            <a:r>
              <a:rPr lang="en-US" sz="1800" i="1" dirty="0">
                <a:solidFill>
                  <a:srgbClr val="0C969B"/>
                </a:solidFill>
                <a:latin typeface="Consolas" panose="020B0609020204030204" pitchFamily="49" charset="0"/>
              </a:rPr>
              <a:t>_bytes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(bytes, bytes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+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w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* 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h) {}</a:t>
            </a:r>
          </a:p>
        </p:txBody>
      </p:sp>
    </p:spTree>
    <p:extLst>
      <p:ext uri="{BB962C8B-B14F-4D97-AF65-F5344CB8AC3E}">
        <p14:creationId xmlns:p14="http://schemas.microsoft.com/office/powerpoint/2010/main" val="2554927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C51B1-51F3-D4FD-EF45-5F3A660B6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F36AB8-6956-804D-50C0-194C2A68A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he-IL" dirty="0">
                <a:effectLst/>
              </a:rPr>
              <a:t>יחס </a:t>
            </a:r>
            <a:r>
              <a:rPr lang="en-US" dirty="0">
                <a:effectLst/>
              </a:rPr>
              <a:t>is-a</a:t>
            </a:r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0EBBECDE-4029-7494-619F-AC2DC3805015}"/>
              </a:ext>
            </a:extLst>
          </p:cNvPr>
          <p:cNvSpPr txBox="1">
            <a:spLocks/>
          </p:cNvSpPr>
          <p:nvPr/>
        </p:nvSpPr>
        <p:spPr>
          <a:xfrm>
            <a:off x="876005" y="3699003"/>
            <a:ext cx="7831137" cy="25200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i="1" dirty="0">
                <a:solidFill>
                  <a:srgbClr val="4876D6"/>
                </a:solidFill>
                <a:latin typeface="Consolas" panose="020B0609020204030204" pitchFamily="49" charset="0"/>
              </a:rPr>
              <a:t>crop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x,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y,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w,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h) 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   {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i="1" dirty="0">
                <a:solidFill>
                  <a:srgbClr val="994CC3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(x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A0982"/>
                </a:solidFill>
                <a:latin typeface="Consolas" panose="020B0609020204030204" pitchFamily="49" charset="0"/>
              </a:rPr>
              <a:t>0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||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y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A0982"/>
                </a:solidFill>
                <a:latin typeface="Consolas" panose="020B0609020204030204" pitchFamily="49" charset="0"/>
              </a:rPr>
              <a:t>0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||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w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&gt;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C969B"/>
                </a:solidFill>
                <a:latin typeface="Consolas" panose="020B0609020204030204" pitchFamily="49" charset="0"/>
              </a:rPr>
              <a:t>_w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||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h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&gt;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C969B"/>
                </a:solidFill>
                <a:latin typeface="Consolas" panose="020B0609020204030204" pitchFamily="49" charset="0"/>
              </a:rPr>
              <a:t>_h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) </a:t>
            </a:r>
            <a:r>
              <a:rPr lang="en-US" sz="1800" i="1" dirty="0">
                <a:solidFill>
                  <a:srgbClr val="994CC3"/>
                </a:solidFill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       </a:t>
            </a:r>
            <a:r>
              <a:rPr lang="en-IL" sz="1800" dirty="0"/>
              <a:t>⋮</a:t>
            </a:r>
            <a:endParaRPr lang="en-US" sz="1800" dirty="0"/>
          </a:p>
          <a:p>
            <a:pPr algn="l" rtl="0">
              <a:lnSpc>
                <a:spcPts val="1500"/>
              </a:lnSpc>
            </a:pPr>
            <a:endParaRPr lang="pl-PL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ts val="1500"/>
              </a:lnSpc>
            </a:pP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}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546BA6EB-7F74-D23C-FFAD-7DD20B0DC876}"/>
              </a:ext>
            </a:extLst>
          </p:cNvPr>
          <p:cNvSpPr txBox="1">
            <a:spLocks/>
          </p:cNvSpPr>
          <p:nvPr/>
        </p:nvSpPr>
        <p:spPr>
          <a:xfrm>
            <a:off x="876005" y="1718981"/>
            <a:ext cx="7831137" cy="198002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class Image {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    int _w, _h;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    std::vector&lt;char&gt; _bytes;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public: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    </a:t>
            </a:r>
            <a:r>
              <a:rPr lang="en-US" sz="1800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Image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(int w, int h, </a:t>
            </a:r>
            <a:r>
              <a:rPr lang="en-US" sz="1800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char</a:t>
            </a:r>
            <a:r>
              <a:rPr lang="en-US" sz="1800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* 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bytes)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        : </a:t>
            </a:r>
            <a:r>
              <a:rPr lang="en-US" sz="1800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_w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(w), </a:t>
            </a:r>
            <a:r>
              <a:rPr lang="en-US" sz="1800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_h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(h), </a:t>
            </a:r>
            <a:r>
              <a:rPr lang="en-US" sz="1800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_bytes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(bytes, bytes + w * h) {}</a:t>
            </a:r>
          </a:p>
        </p:txBody>
      </p:sp>
      <p:pic>
        <p:nvPicPr>
          <p:cNvPr id="8" name="Picture 4" descr="10+ Ugly School Photos Stock Photos, Pictures &amp; Royalty-Free Images - iStock">
            <a:extLst>
              <a:ext uri="{FF2B5EF4-FFF2-40B4-BE49-F238E27FC236}">
                <a16:creationId xmlns:a16="http://schemas.microsoft.com/office/drawing/2014/main" id="{11A5A055-82CD-927A-0C94-C32D1990BE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26" r="4802" b="9628"/>
          <a:stretch>
            <a:fillRect/>
          </a:stretch>
        </p:blipFill>
        <p:spPr bwMode="auto">
          <a:xfrm>
            <a:off x="3581989" y="1867975"/>
            <a:ext cx="1980022" cy="312204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74863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CF5CC-C29C-1E28-AD74-814EE2430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1B1C679-3C8C-BE8B-24C9-28114328C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he-IL" dirty="0">
                <a:effectLst/>
              </a:rPr>
              <a:t>יחס </a:t>
            </a:r>
            <a:r>
              <a:rPr lang="en-US" dirty="0">
                <a:effectLst/>
              </a:rPr>
              <a:t>is-a</a:t>
            </a:r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43779010-AEE3-23FB-16C1-6303F60B3A72}"/>
              </a:ext>
            </a:extLst>
          </p:cNvPr>
          <p:cNvSpPr txBox="1">
            <a:spLocks/>
          </p:cNvSpPr>
          <p:nvPr/>
        </p:nvSpPr>
        <p:spPr>
          <a:xfrm>
            <a:off x="876005" y="3699003"/>
            <a:ext cx="7831137" cy="25200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i="1" dirty="0">
                <a:solidFill>
                  <a:srgbClr val="4876D6"/>
                </a:solidFill>
                <a:latin typeface="Consolas" panose="020B0609020204030204" pitchFamily="49" charset="0"/>
              </a:rPr>
              <a:t>crop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x,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y,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w,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h) 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   {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i="1" dirty="0">
                <a:solidFill>
                  <a:srgbClr val="994CC3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(x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A0982"/>
                </a:solidFill>
                <a:latin typeface="Consolas" panose="020B0609020204030204" pitchFamily="49" charset="0"/>
              </a:rPr>
              <a:t>0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||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y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A0982"/>
                </a:solidFill>
                <a:latin typeface="Consolas" panose="020B0609020204030204" pitchFamily="49" charset="0"/>
              </a:rPr>
              <a:t>0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||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w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&gt;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C969B"/>
                </a:solidFill>
                <a:latin typeface="Consolas" panose="020B0609020204030204" pitchFamily="49" charset="0"/>
              </a:rPr>
              <a:t>_w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||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h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&gt;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C969B"/>
                </a:solidFill>
                <a:latin typeface="Consolas" panose="020B0609020204030204" pitchFamily="49" charset="0"/>
              </a:rPr>
              <a:t>_h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) </a:t>
            </a:r>
            <a:r>
              <a:rPr lang="en-US" sz="1800" i="1" dirty="0">
                <a:solidFill>
                  <a:srgbClr val="994CC3"/>
                </a:solidFill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       </a:t>
            </a:r>
            <a:r>
              <a:rPr lang="en-IL" sz="1800" dirty="0"/>
              <a:t>⋮</a:t>
            </a:r>
            <a:endParaRPr lang="en-US" sz="1800" dirty="0"/>
          </a:p>
          <a:p>
            <a:pPr algn="l" rtl="0">
              <a:lnSpc>
                <a:spcPts val="1500"/>
              </a:lnSpc>
            </a:pPr>
            <a:r>
              <a:rPr lang="pl-PL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    </a:t>
            </a:r>
            <a:r>
              <a:rPr lang="pl-PL" sz="1800" dirty="0">
                <a:solidFill>
                  <a:srgbClr val="0C969B"/>
                </a:solidFill>
                <a:latin typeface="Consolas" panose="020B0609020204030204" pitchFamily="49" charset="0"/>
              </a:rPr>
              <a:t>_w</a:t>
            </a:r>
            <a:r>
              <a:rPr lang="pl-PL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pl-PL" sz="1800" dirty="0">
                <a:solidFill>
                  <a:srgbClr val="994CC3"/>
                </a:solidFill>
                <a:latin typeface="Consolas" panose="020B0609020204030204" pitchFamily="49" charset="0"/>
              </a:rPr>
              <a:t>=</a:t>
            </a:r>
            <a:r>
              <a:rPr lang="pl-PL" sz="1800" dirty="0">
                <a:solidFill>
                  <a:srgbClr val="403F53"/>
                </a:solidFill>
                <a:latin typeface="Consolas" panose="020B0609020204030204" pitchFamily="49" charset="0"/>
              </a:rPr>
              <a:t> w </a:t>
            </a:r>
            <a:r>
              <a:rPr lang="pl-PL" sz="1800" dirty="0">
                <a:solidFill>
                  <a:srgbClr val="994CC3"/>
                </a:solidFill>
                <a:latin typeface="Consolas" panose="020B0609020204030204" pitchFamily="49" charset="0"/>
              </a:rPr>
              <a:t>-</a:t>
            </a:r>
            <a:r>
              <a:rPr lang="pl-PL" sz="1800" dirty="0">
                <a:solidFill>
                  <a:srgbClr val="403F53"/>
                </a:solidFill>
                <a:latin typeface="Consolas" panose="020B0609020204030204" pitchFamily="49" charset="0"/>
              </a:rPr>
              <a:t> x;</a:t>
            </a:r>
          </a:p>
          <a:p>
            <a:pPr algn="l" rtl="0">
              <a:lnSpc>
                <a:spcPts val="1500"/>
              </a:lnSpc>
            </a:pPr>
            <a:r>
              <a:rPr lang="pl-PL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    </a:t>
            </a:r>
            <a:r>
              <a:rPr lang="pl-PL" sz="1800" dirty="0">
                <a:solidFill>
                  <a:srgbClr val="0C969B"/>
                </a:solidFill>
                <a:latin typeface="Consolas" panose="020B0609020204030204" pitchFamily="49" charset="0"/>
              </a:rPr>
              <a:t>_h</a:t>
            </a:r>
            <a:r>
              <a:rPr lang="pl-PL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pl-PL" sz="1800" dirty="0">
                <a:solidFill>
                  <a:srgbClr val="994CC3"/>
                </a:solidFill>
                <a:latin typeface="Consolas" panose="020B0609020204030204" pitchFamily="49" charset="0"/>
              </a:rPr>
              <a:t>=</a:t>
            </a:r>
            <a:r>
              <a:rPr lang="pl-PL" sz="1800" dirty="0">
                <a:solidFill>
                  <a:srgbClr val="403F53"/>
                </a:solidFill>
                <a:latin typeface="Consolas" panose="020B0609020204030204" pitchFamily="49" charset="0"/>
              </a:rPr>
              <a:t> h </a:t>
            </a:r>
            <a:r>
              <a:rPr lang="pl-PL" sz="1800" dirty="0">
                <a:solidFill>
                  <a:srgbClr val="994CC3"/>
                </a:solidFill>
                <a:latin typeface="Consolas" panose="020B0609020204030204" pitchFamily="49" charset="0"/>
              </a:rPr>
              <a:t>-</a:t>
            </a:r>
            <a:r>
              <a:rPr lang="pl-PL" sz="1800" dirty="0">
                <a:solidFill>
                  <a:srgbClr val="403F53"/>
                </a:solidFill>
                <a:latin typeface="Consolas" panose="020B0609020204030204" pitchFamily="49" charset="0"/>
              </a:rPr>
              <a:t> y;</a:t>
            </a: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}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A2E1D63A-2689-97CA-B001-BB4C67BE1FAA}"/>
              </a:ext>
            </a:extLst>
          </p:cNvPr>
          <p:cNvSpPr txBox="1">
            <a:spLocks/>
          </p:cNvSpPr>
          <p:nvPr/>
        </p:nvSpPr>
        <p:spPr>
          <a:xfrm>
            <a:off x="876005" y="1718981"/>
            <a:ext cx="7831137" cy="198002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class Image {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    int _w, _h;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    std::vector&lt;char&gt; _bytes;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public: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    </a:t>
            </a:r>
            <a:r>
              <a:rPr lang="en-US" sz="1800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Image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(int w, int h, </a:t>
            </a:r>
            <a:r>
              <a:rPr lang="en-US" sz="1800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char</a:t>
            </a:r>
            <a:r>
              <a:rPr lang="en-US" sz="1800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* 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bytes)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        : </a:t>
            </a:r>
            <a:r>
              <a:rPr lang="en-US" sz="1800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_w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(w), </a:t>
            </a:r>
            <a:r>
              <a:rPr lang="en-US" sz="1800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_h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(h), </a:t>
            </a:r>
            <a:r>
              <a:rPr lang="en-US" sz="1800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_bytes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(bytes, bytes + w * h) {}</a:t>
            </a:r>
          </a:p>
        </p:txBody>
      </p:sp>
      <p:pic>
        <p:nvPicPr>
          <p:cNvPr id="4" name="Picture 4" descr="10+ Ugly School Photos Stock Photos, Pictures &amp; Royalty-Free Images - iStock">
            <a:extLst>
              <a:ext uri="{FF2B5EF4-FFF2-40B4-BE49-F238E27FC236}">
                <a16:creationId xmlns:a16="http://schemas.microsoft.com/office/drawing/2014/main" id="{38688226-D54B-8D5A-5CA5-B51522C150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20" t="23555" r="17427" b="37298"/>
          <a:stretch>
            <a:fillRect/>
          </a:stretch>
        </p:blipFill>
        <p:spPr bwMode="auto">
          <a:xfrm>
            <a:off x="3934225" y="2681728"/>
            <a:ext cx="1337022" cy="1352390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6122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Word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50459-BE29-F472-965B-0015B7761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AF9FF7-C0AD-4BCD-FBE2-00A47DB9B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he-IL" dirty="0">
                <a:effectLst/>
              </a:rPr>
              <a:t>יחס </a:t>
            </a:r>
            <a:r>
              <a:rPr lang="en-US" dirty="0">
                <a:effectLst/>
              </a:rPr>
              <a:t>is-a</a:t>
            </a:r>
            <a:endParaRPr lang="en-US" dirty="0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A9844D1-45A9-DC86-BE98-C7B828AFEAAD}"/>
              </a:ext>
            </a:extLst>
          </p:cNvPr>
          <p:cNvSpPr txBox="1">
            <a:spLocks/>
          </p:cNvSpPr>
          <p:nvPr/>
        </p:nvSpPr>
        <p:spPr>
          <a:xfrm>
            <a:off x="876005" y="4959017"/>
            <a:ext cx="7831137" cy="13500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struct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4876D6"/>
                </a:solidFill>
                <a:latin typeface="Consolas" panose="020B0609020204030204" pitchFamily="49" charset="0"/>
              </a:rPr>
              <a:t>SquareImage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: 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Image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{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</a:t>
            </a:r>
            <a:r>
              <a:rPr lang="en-US" sz="1800" i="1" dirty="0" err="1">
                <a:solidFill>
                  <a:srgbClr val="4876D6"/>
                </a:solidFill>
                <a:latin typeface="Consolas" panose="020B0609020204030204" pitchFamily="49" charset="0"/>
              </a:rPr>
              <a:t>SquareImage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edge, </a:t>
            </a:r>
            <a:r>
              <a:rPr lang="en-US" sz="1800" i="1" dirty="0">
                <a:solidFill>
                  <a:srgbClr val="994CC3"/>
                </a:solidFill>
                <a:latin typeface="Consolas" panose="020B0609020204030204" pitchFamily="49" charset="0"/>
              </a:rPr>
              <a:t>const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char</a:t>
            </a:r>
            <a:r>
              <a:rPr lang="en-US" sz="1800" i="1" dirty="0">
                <a:solidFill>
                  <a:srgbClr val="994CC3"/>
                </a:solidFill>
                <a:latin typeface="Consolas" panose="020B0609020204030204" pitchFamily="49" charset="0"/>
              </a:rPr>
              <a:t>* 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bytes)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    : </a:t>
            </a:r>
            <a:r>
              <a:rPr lang="en-US" sz="1800" i="1" dirty="0">
                <a:solidFill>
                  <a:srgbClr val="4876D6"/>
                </a:solidFill>
                <a:latin typeface="Consolas" panose="020B0609020204030204" pitchFamily="49" charset="0"/>
              </a:rPr>
              <a:t>Image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(edge, edge, bytes) {}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998856C2-F235-64D2-747E-0BD1A2E155E1}"/>
              </a:ext>
            </a:extLst>
          </p:cNvPr>
          <p:cNvSpPr txBox="1">
            <a:spLocks/>
          </p:cNvSpPr>
          <p:nvPr/>
        </p:nvSpPr>
        <p:spPr>
          <a:xfrm>
            <a:off x="876003" y="368966"/>
            <a:ext cx="7831137" cy="198002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class Image {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    int _w, _h;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    std::vector&lt;char&gt; _bytes;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public: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    </a:t>
            </a:r>
            <a:r>
              <a:rPr lang="en-US" sz="1800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Image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(int w, int h, </a:t>
            </a:r>
            <a:r>
              <a:rPr lang="en-US" sz="1800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char</a:t>
            </a:r>
            <a:r>
              <a:rPr lang="en-US" sz="1800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* 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bytes)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        : </a:t>
            </a:r>
            <a:r>
              <a:rPr lang="en-US" sz="1800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_w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(w), </a:t>
            </a:r>
            <a:r>
              <a:rPr lang="en-US" sz="1800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_h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(h), </a:t>
            </a:r>
            <a:r>
              <a:rPr lang="en-US" sz="1800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_bytes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(bytes, bytes + w * h) {}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0A892C55-FF31-9D13-F595-EA716214A178}"/>
              </a:ext>
            </a:extLst>
          </p:cNvPr>
          <p:cNvSpPr txBox="1">
            <a:spLocks/>
          </p:cNvSpPr>
          <p:nvPr/>
        </p:nvSpPr>
        <p:spPr>
          <a:xfrm>
            <a:off x="876004" y="2348988"/>
            <a:ext cx="7831137" cy="25200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    void </a:t>
            </a:r>
            <a:r>
              <a:rPr lang="en-US" sz="1800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crop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(int x, int y, int w, int h) 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 {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(x &lt; 0 || y &lt; 0 || w &gt; _w || h &gt; _h) </a:t>
            </a:r>
            <a:r>
              <a:rPr lang="en-US" sz="1800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     </a:t>
            </a:r>
            <a:r>
              <a:rPr lang="en-IL" sz="1800" dirty="0">
                <a:solidFill>
                  <a:schemeClr val="bg1">
                    <a:lumMod val="75000"/>
                  </a:schemeClr>
                </a:solidFill>
              </a:rPr>
              <a:t>⋮</a:t>
            </a:r>
            <a:endParaRPr lang="en-US" sz="1800" dirty="0">
              <a:solidFill>
                <a:schemeClr val="bg1">
                  <a:lumMod val="75000"/>
                </a:schemeClr>
              </a:solidFill>
            </a:endParaRPr>
          </a:p>
          <a:p>
            <a:pPr algn="l" rtl="0">
              <a:lnSpc>
                <a:spcPts val="1500"/>
              </a:lnSpc>
            </a:pPr>
            <a:r>
              <a:rPr lang="pl-PL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        _w = w - x;</a:t>
            </a:r>
          </a:p>
          <a:p>
            <a:pPr algn="l" rtl="0">
              <a:lnSpc>
                <a:spcPts val="1500"/>
              </a:lnSpc>
            </a:pPr>
            <a:r>
              <a:rPr lang="pl-PL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        _h = h - y;</a:t>
            </a:r>
            <a:endParaRPr lang="en-US" sz="18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    }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0952751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C2CE7-53C4-C486-D971-DD9CB5AD0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6F17DEB-71D6-EC52-278A-618510FC3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יחס </a:t>
            </a:r>
            <a:r>
              <a:rPr lang="en-US" dirty="0">
                <a:effectLst/>
              </a:rPr>
              <a:t>is-a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5">
                <a:extLst>
                  <a:ext uri="{FF2B5EF4-FFF2-40B4-BE49-F238E27FC236}">
                    <a16:creationId xmlns:a16="http://schemas.microsoft.com/office/drawing/2014/main" id="{BFD6AEA7-F7FB-88E0-A352-FE3E318F963B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881063" y="1718980"/>
                <a:ext cx="7740653" cy="4680053"/>
              </a:xfrm>
            </p:spPr>
            <p:txBody>
              <a:bodyPr>
                <a:normAutofit/>
              </a:bodyPr>
              <a:lstStyle/>
              <a:p>
                <a:r>
                  <a:rPr lang="he-IL" dirty="0"/>
                  <a:t>למה זה שובר את עקרון </a:t>
                </a:r>
                <a:r>
                  <a:rPr lang="en-US" dirty="0"/>
                  <a:t>LSP</a:t>
                </a:r>
                <a:r>
                  <a:rPr lang="he-IL" dirty="0"/>
                  <a:t>?</a:t>
                </a:r>
              </a:p>
              <a:p>
                <a:pPr marL="342900" indent="-342900" algn="r">
                  <a:buFont typeface="Arial" panose="020B0604020202020204" pitchFamily="34" charset="0"/>
                  <a:buChar char="•"/>
                </a:pPr>
                <a:r>
                  <a:rPr lang="he-IL" dirty="0"/>
                  <a:t>ניתן לשנות את ממדי התמונה עם הפונקציה </a:t>
                </a:r>
                <a:r>
                  <a:rPr lang="en-US" dirty="0"/>
                  <a:t>crop</a:t>
                </a:r>
                <a:r>
                  <a:rPr lang="he-IL" dirty="0"/>
                  <a:t> </a:t>
                </a:r>
              </a:p>
              <a:p>
                <a:pPr marL="342900" indent="-342900" algn="r">
                  <a:buFont typeface="Arial" panose="020B0604020202020204" pitchFamily="34" charset="0"/>
                  <a:buChar char="•"/>
                </a:pPr>
                <a:r>
                  <a:rPr lang="he-IL" dirty="0"/>
                  <a:t>אם נשתמש ב </a:t>
                </a:r>
                <a:r>
                  <a:rPr lang="en-US" dirty="0"/>
                  <a:t>crop</a:t>
                </a:r>
                <a:r>
                  <a:rPr lang="he-IL" dirty="0"/>
                  <a:t> על </a:t>
                </a:r>
                <a:r>
                  <a:rPr lang="en-US" dirty="0" err="1"/>
                  <a:t>SquareImage</a:t>
                </a:r>
                <a:r>
                  <a:rPr lang="he-IL" dirty="0"/>
                  <a:t> יתכן שנקבל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</m:oMath>
                </a14:m>
                <a:endParaRPr lang="en-US" dirty="0"/>
              </a:p>
              <a:p>
                <a:pPr algn="r"/>
                <a:endParaRPr lang="en-US" dirty="0"/>
              </a:p>
              <a:p>
                <a:pPr algn="r"/>
                <a:r>
                  <a:rPr lang="he-IL" dirty="0"/>
                  <a:t>האם ניתן "להתגבר" על זה על ידי </a:t>
                </a:r>
                <a:r>
                  <a:rPr lang="en-US" dirty="0"/>
                  <a:t>overriding</a:t>
                </a:r>
                <a:r>
                  <a:rPr lang="he-IL" dirty="0"/>
                  <a:t> ל </a:t>
                </a:r>
                <a:r>
                  <a:rPr lang="en-US" dirty="0"/>
                  <a:t>crop</a:t>
                </a:r>
                <a:r>
                  <a:rPr lang="he-IL" dirty="0"/>
                  <a:t>?</a:t>
                </a:r>
              </a:p>
              <a:p>
                <a:pPr marL="342900" indent="-342900" algn="r">
                  <a:buFont typeface="Arial" panose="020B0604020202020204" pitchFamily="34" charset="0"/>
                  <a:buChar char="•"/>
                </a:pPr>
                <a:r>
                  <a:rPr lang="he-IL" dirty="0"/>
                  <a:t>לא ממש – שובר את ה"חוזה" של הפונקציה </a:t>
                </a:r>
                <a:r>
                  <a:rPr lang="en-US" dirty="0"/>
                  <a:t>crop</a:t>
                </a:r>
                <a:r>
                  <a:rPr lang="he-IL" dirty="0"/>
                  <a:t>:</a:t>
                </a:r>
              </a:p>
              <a:p>
                <a:pPr algn="l" rtl="0">
                  <a:lnSpc>
                    <a:spcPts val="1425"/>
                  </a:lnSpc>
                  <a:spcBef>
                    <a:spcPts val="2400"/>
                  </a:spcBef>
                </a:pPr>
                <a:r>
                  <a:rPr lang="en-US" sz="1800" dirty="0">
                    <a:solidFill>
                      <a:srgbClr val="403F53"/>
                    </a:solidFill>
                    <a:latin typeface="Consolas" panose="020B0609020204030204" pitchFamily="49" charset="0"/>
                  </a:rPr>
                  <a:t>Image </a:t>
                </a:r>
                <a:r>
                  <a:rPr lang="en-US" sz="1800" dirty="0" err="1">
                    <a:solidFill>
                      <a:srgbClr val="403F53"/>
                    </a:solidFill>
                    <a:latin typeface="Consolas" panose="020B0609020204030204" pitchFamily="49" charset="0"/>
                  </a:rPr>
                  <a:t>img</a:t>
                </a:r>
                <a:r>
                  <a:rPr lang="en-US" sz="1800" dirty="0">
                    <a:solidFill>
                      <a:srgbClr val="403F53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800" dirty="0">
                    <a:solidFill>
                      <a:srgbClr val="994CC3"/>
                    </a:solidFill>
                    <a:latin typeface="Consolas" panose="020B0609020204030204" pitchFamily="49" charset="0"/>
                  </a:rPr>
                  <a:t>=</a:t>
                </a:r>
                <a:r>
                  <a:rPr lang="en-US" sz="1800" dirty="0">
                    <a:solidFill>
                      <a:srgbClr val="403F53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800" dirty="0">
                    <a:solidFill>
                      <a:srgbClr val="0C969B"/>
                    </a:solidFill>
                    <a:latin typeface="Consolas" panose="020B0609020204030204" pitchFamily="49" charset="0"/>
                  </a:rPr>
                  <a:t>new</a:t>
                </a:r>
                <a:r>
                  <a:rPr lang="en-US" sz="1800" dirty="0">
                    <a:solidFill>
                      <a:srgbClr val="403F53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1800" i="1" dirty="0" err="1">
                    <a:solidFill>
                      <a:srgbClr val="4876D6"/>
                    </a:solidFill>
                    <a:latin typeface="Consolas" panose="020B0609020204030204" pitchFamily="49" charset="0"/>
                  </a:rPr>
                  <a:t>SquareImage</a:t>
                </a:r>
                <a:r>
                  <a:rPr lang="en-US" sz="1800" dirty="0">
                    <a:solidFill>
                      <a:srgbClr val="403F53"/>
                    </a:solidFill>
                    <a:latin typeface="Consolas" panose="020B0609020204030204" pitchFamily="49" charset="0"/>
                  </a:rPr>
                  <a:t>(</a:t>
                </a:r>
                <a:r>
                  <a:rPr lang="en-US" sz="1800" dirty="0">
                    <a:solidFill>
                      <a:srgbClr val="AA0982"/>
                    </a:solidFill>
                    <a:latin typeface="Consolas" panose="020B0609020204030204" pitchFamily="49" charset="0"/>
                  </a:rPr>
                  <a:t>700</a:t>
                </a:r>
                <a:r>
                  <a:rPr lang="en-US" sz="1800" dirty="0">
                    <a:solidFill>
                      <a:srgbClr val="403F53"/>
                    </a:solidFill>
                    <a:latin typeface="Consolas" panose="020B0609020204030204" pitchFamily="49" charset="0"/>
                  </a:rPr>
                  <a:t>, bytes);</a:t>
                </a:r>
              </a:p>
              <a:p>
                <a:pPr algn="l" rtl="0">
                  <a:lnSpc>
                    <a:spcPts val="1425"/>
                  </a:lnSpc>
                </a:pPr>
                <a:r>
                  <a:rPr lang="en-US" sz="1800" dirty="0" err="1">
                    <a:solidFill>
                      <a:srgbClr val="4876D6"/>
                    </a:solidFill>
                    <a:latin typeface="Consolas" panose="020B0609020204030204" pitchFamily="49" charset="0"/>
                  </a:rPr>
                  <a:t>img</a:t>
                </a:r>
                <a:r>
                  <a:rPr lang="en-US" sz="1800" dirty="0" err="1">
                    <a:solidFill>
                      <a:srgbClr val="403F53"/>
                    </a:solidFill>
                    <a:latin typeface="Consolas" panose="020B0609020204030204" pitchFamily="49" charset="0"/>
                  </a:rPr>
                  <a:t>.</a:t>
                </a:r>
                <a:r>
                  <a:rPr lang="en-US" sz="1800" i="1" dirty="0" err="1">
                    <a:solidFill>
                      <a:srgbClr val="4876D6"/>
                    </a:solidFill>
                    <a:latin typeface="Consolas" panose="020B0609020204030204" pitchFamily="49" charset="0"/>
                  </a:rPr>
                  <a:t>crop</a:t>
                </a:r>
                <a:r>
                  <a:rPr lang="en-US" sz="1800" dirty="0">
                    <a:solidFill>
                      <a:srgbClr val="403F53"/>
                    </a:solidFill>
                    <a:latin typeface="Consolas" panose="020B0609020204030204" pitchFamily="49" charset="0"/>
                  </a:rPr>
                  <a:t>(</a:t>
                </a:r>
                <a:r>
                  <a:rPr lang="en-US" sz="1800" dirty="0">
                    <a:solidFill>
                      <a:srgbClr val="AA0982"/>
                    </a:solidFill>
                    <a:latin typeface="Consolas" panose="020B0609020204030204" pitchFamily="49" charset="0"/>
                  </a:rPr>
                  <a:t>100</a:t>
                </a:r>
                <a:r>
                  <a:rPr lang="en-US" sz="1800" dirty="0">
                    <a:solidFill>
                      <a:srgbClr val="403F53"/>
                    </a:solidFill>
                    <a:latin typeface="Consolas" panose="020B0609020204030204" pitchFamily="49" charset="0"/>
                  </a:rPr>
                  <a:t>, </a:t>
                </a:r>
                <a:r>
                  <a:rPr lang="en-US" sz="1800" dirty="0">
                    <a:solidFill>
                      <a:srgbClr val="AA0982"/>
                    </a:solidFill>
                    <a:latin typeface="Consolas" panose="020B0609020204030204" pitchFamily="49" charset="0"/>
                  </a:rPr>
                  <a:t>100</a:t>
                </a:r>
                <a:r>
                  <a:rPr lang="en-US" sz="1800" dirty="0">
                    <a:solidFill>
                      <a:srgbClr val="403F53"/>
                    </a:solidFill>
                    <a:latin typeface="Consolas" panose="020B0609020204030204" pitchFamily="49" charset="0"/>
                  </a:rPr>
                  <a:t>, </a:t>
                </a:r>
                <a:r>
                  <a:rPr lang="en-US" sz="1800" dirty="0">
                    <a:solidFill>
                      <a:srgbClr val="AA0982"/>
                    </a:solidFill>
                    <a:latin typeface="Consolas" panose="020B0609020204030204" pitchFamily="49" charset="0"/>
                  </a:rPr>
                  <a:t>300</a:t>
                </a:r>
                <a:r>
                  <a:rPr lang="en-US" sz="1800" dirty="0">
                    <a:solidFill>
                      <a:srgbClr val="403F53"/>
                    </a:solidFill>
                    <a:latin typeface="Consolas" panose="020B0609020204030204" pitchFamily="49" charset="0"/>
                  </a:rPr>
                  <a:t>, </a:t>
                </a:r>
                <a:r>
                  <a:rPr lang="en-US" sz="1800" dirty="0">
                    <a:solidFill>
                      <a:srgbClr val="AA0982"/>
                    </a:solidFill>
                    <a:latin typeface="Consolas" panose="020B0609020204030204" pitchFamily="49" charset="0"/>
                  </a:rPr>
                  <a:t>500</a:t>
                </a:r>
                <a:r>
                  <a:rPr lang="en-US" sz="1800" dirty="0">
                    <a:solidFill>
                      <a:srgbClr val="403F53"/>
                    </a:solidFill>
                    <a:latin typeface="Consolas" panose="020B0609020204030204" pitchFamily="49" charset="0"/>
                  </a:rPr>
                  <a:t>);</a:t>
                </a:r>
              </a:p>
              <a:p>
                <a:pPr algn="l" rtl="0">
                  <a:lnSpc>
                    <a:spcPts val="1425"/>
                  </a:lnSpc>
                </a:pPr>
                <a:r>
                  <a:rPr lang="en-US" sz="1800" i="1" dirty="0">
                    <a:solidFill>
                      <a:srgbClr val="989FB1"/>
                    </a:solidFill>
                    <a:latin typeface="Consolas" panose="020B0609020204030204" pitchFamily="49" charset="0"/>
                  </a:rPr>
                  <a:t>//</a:t>
                </a:r>
                <a:r>
                  <a:rPr lang="en-US" sz="1800" i="1" dirty="0">
                    <a:solidFill>
                      <a:srgbClr val="939DBB"/>
                    </a:solidFill>
                    <a:latin typeface="Consolas" panose="020B0609020204030204" pitchFamily="49" charset="0"/>
                  </a:rPr>
                  <a:t> expects w: 200, h: 400</a:t>
                </a:r>
                <a:endParaRPr lang="en-US" sz="1800" dirty="0">
                  <a:solidFill>
                    <a:srgbClr val="403F53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4" name="Content Placeholder 5">
                <a:extLst>
                  <a:ext uri="{FF2B5EF4-FFF2-40B4-BE49-F238E27FC236}">
                    <a16:creationId xmlns:a16="http://schemas.microsoft.com/office/drawing/2014/main" id="{BFD6AEA7-F7FB-88E0-A352-FE3E318F96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881063" y="1718980"/>
                <a:ext cx="7740653" cy="4680053"/>
              </a:xfrm>
              <a:blipFill>
                <a:blip r:embed="rId2"/>
                <a:stretch>
                  <a:fillRect l="-709" t="-1693" r="-110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622D7ED1-1ED1-F4A9-CE26-D7BFFD4BE534}"/>
              </a:ext>
            </a:extLst>
          </p:cNvPr>
          <p:cNvSpPr txBox="1">
            <a:spLocks/>
          </p:cNvSpPr>
          <p:nvPr/>
        </p:nvSpPr>
        <p:spPr>
          <a:xfrm>
            <a:off x="881063" y="826200"/>
            <a:ext cx="7831137" cy="125278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struct </a:t>
            </a:r>
            <a:r>
              <a:rPr lang="en-US" sz="18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SquareImage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: Image {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    </a:t>
            </a:r>
            <a:r>
              <a:rPr lang="en-US" sz="1800" i="1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SquareImage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(int edge, </a:t>
            </a:r>
            <a:r>
              <a:rPr lang="en-US" sz="1800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char</a:t>
            </a:r>
            <a:r>
              <a:rPr lang="en-US" sz="1800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* 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bytes)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        : </a:t>
            </a:r>
            <a:r>
              <a:rPr lang="en-US" sz="1800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Image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(edge, edge, bytes) {}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3372468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0C2FD-896C-8B7A-F4B5-BF7BA318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CE48D4A-3181-AD2F-AAEA-E64F1B929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סוגי ירושה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DEA5BAE6-0370-1706-4979-3060F54799D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8978"/>
            <a:ext cx="7740653" cy="4950056"/>
          </a:xfrm>
        </p:spPr>
        <p:txBody>
          <a:bodyPr>
            <a:normAutofit/>
          </a:bodyPr>
          <a:lstStyle/>
          <a:p>
            <a:r>
              <a:rPr lang="he-IL" dirty="0"/>
              <a:t>תזכורת: בקרת גישה (</a:t>
            </a:r>
            <a:r>
              <a:rPr lang="en-US" dirty="0"/>
              <a:t>access control</a:t>
            </a:r>
            <a:r>
              <a:rPr lang="he-IL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עקרון </a:t>
            </a:r>
            <a:r>
              <a:rPr lang="he-IL" dirty="0" err="1"/>
              <a:t>האנקפסולציה</a:t>
            </a:r>
            <a:r>
              <a:rPr lang="he-IL" dirty="0"/>
              <a:t> (</a:t>
            </a:r>
            <a:r>
              <a:rPr lang="en-US" dirty="0"/>
              <a:t>encapsulation</a:t>
            </a:r>
            <a:r>
              <a:rPr lang="he-IL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לתת גישה רק למי שצריך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עוזר למנוע שגיאות ותקלות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3 סוגי בקרה: </a:t>
            </a:r>
            <a:r>
              <a:rPr lang="en-US" dirty="0"/>
              <a:t>public, protected, private</a:t>
            </a:r>
            <a:endParaRPr lang="he-IL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D2C8BFB-4B2C-D345-AA25-4DAC529FB4C4}"/>
              </a:ext>
            </a:extLst>
          </p:cNvPr>
          <p:cNvGraphicFramePr>
            <a:graphicFrameLocks noGrp="1"/>
          </p:cNvGraphicFramePr>
          <p:nvPr/>
        </p:nvGraphicFramePr>
        <p:xfrm>
          <a:off x="2276514" y="4020743"/>
          <a:ext cx="5040000" cy="147828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584000">
                  <a:extLst>
                    <a:ext uri="{9D8B030D-6E8A-4147-A177-3AD203B41FA5}">
                      <a16:colId xmlns:a16="http://schemas.microsoft.com/office/drawing/2014/main" val="124907551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4216078111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1887207180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1860462533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r" rtl="1"/>
                      <a:r>
                        <a:rPr lang="he-IL" dirty="0">
                          <a:cs typeface="Calibri" panose="020F0502020204030204" pitchFamily="34" charset="0"/>
                        </a:rPr>
                        <a:t>גישה</a:t>
                      </a:r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public</a:t>
                      </a:r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protected</a:t>
                      </a:r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private</a:t>
                      </a:r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8515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he-IL" dirty="0">
                          <a:cs typeface="Calibri" panose="020F0502020204030204" pitchFamily="34" charset="0"/>
                        </a:rPr>
                        <a:t>פנימית</a:t>
                      </a:r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IL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✔️</a:t>
                      </a:r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✔️</a:t>
                      </a:r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✔️</a:t>
                      </a:r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6868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he-IL" dirty="0">
                          <a:cs typeface="Calibri" panose="020F0502020204030204" pitchFamily="34" charset="0"/>
                        </a:rPr>
                        <a:t>יורשים</a:t>
                      </a:r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✔️</a:t>
                      </a:r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✔️</a:t>
                      </a:r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❌</a:t>
                      </a:r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1058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he-IL" dirty="0">
                          <a:cs typeface="Calibri" panose="020F0502020204030204" pitchFamily="34" charset="0"/>
                        </a:rPr>
                        <a:t>חיצונית</a:t>
                      </a:r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✔️</a:t>
                      </a:r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❌</a:t>
                      </a:r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❌</a:t>
                      </a:r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29479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214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0EFC3-D1FF-8D13-2E6D-B5ED374B9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F45198-AE54-A98B-8A84-A9217628D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he-IL" dirty="0">
                <a:effectLst/>
              </a:rPr>
              <a:t>סוגי ירושה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A9E7C142-D347-BE21-2EE8-06658AAE0D3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8978"/>
            <a:ext cx="7740653" cy="4950056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ב </a:t>
            </a:r>
            <a:r>
              <a:rPr lang="en-US" dirty="0"/>
              <a:t>C++</a:t>
            </a:r>
            <a:r>
              <a:rPr lang="he-IL" dirty="0"/>
              <a:t> יש 3 סוגי ירושה: </a:t>
            </a:r>
            <a:r>
              <a:rPr lang="en-US" dirty="0"/>
              <a:t>public, protected, private</a:t>
            </a:r>
            <a:endParaRPr lang="he-I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(ב </a:t>
            </a:r>
            <a:r>
              <a:rPr lang="en-US" dirty="0"/>
              <a:t>Java</a:t>
            </a:r>
            <a:r>
              <a:rPr lang="he-IL" dirty="0"/>
              <a:t> יש רק ירושה </a:t>
            </a:r>
            <a:r>
              <a:rPr lang="en-US" dirty="0"/>
              <a:t>public</a:t>
            </a:r>
            <a:r>
              <a:rPr lang="he-IL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ירושה מסוג </a:t>
            </a:r>
            <a:r>
              <a:rPr lang="en-US" dirty="0"/>
              <a:t>public</a:t>
            </a:r>
            <a:r>
              <a:rPr lang="he-IL" dirty="0"/>
              <a:t> מבטאת יחס </a:t>
            </a:r>
            <a:r>
              <a:rPr lang="en-US" dirty="0"/>
              <a:t>is-a</a:t>
            </a:r>
            <a:endParaRPr lang="he-I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ירושה מסוג </a:t>
            </a:r>
            <a:r>
              <a:rPr lang="en-US" dirty="0"/>
              <a:t>private</a:t>
            </a:r>
            <a:r>
              <a:rPr lang="he-IL" dirty="0"/>
              <a:t> מבטאת יחס </a:t>
            </a:r>
            <a:r>
              <a:rPr lang="en-US" dirty="0"/>
              <a:t>has-a</a:t>
            </a:r>
            <a:endParaRPr lang="he-I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ירושה מסוג </a:t>
            </a:r>
            <a:r>
              <a:rPr lang="en-US" dirty="0"/>
              <a:t>protected</a:t>
            </a:r>
            <a:r>
              <a:rPr lang="he-IL" dirty="0"/>
              <a:t> מבטאת יחס </a:t>
            </a:r>
            <a:r>
              <a:rPr lang="en-US" dirty="0"/>
              <a:t>“limited is-a”</a:t>
            </a:r>
            <a:br>
              <a:rPr lang="en-US" dirty="0"/>
            </a:br>
            <a:r>
              <a:rPr lang="he-IL" dirty="0"/>
              <a:t>או </a:t>
            </a:r>
            <a:r>
              <a:rPr lang="en-US" dirty="0"/>
              <a:t>“extensible has-a”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נעסוק רק בירושה מסוג </a:t>
            </a:r>
            <a:r>
              <a:rPr lang="en-US" dirty="0"/>
              <a:t>public</a:t>
            </a:r>
            <a:endParaRPr lang="he-IL" dirty="0"/>
          </a:p>
          <a:p>
            <a:endParaRPr lang="en-US" dirty="0"/>
          </a:p>
          <a:p>
            <a:r>
              <a:rPr lang="he-IL" dirty="0"/>
              <a:t>תזכורת: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ב </a:t>
            </a:r>
            <a:r>
              <a:rPr lang="en-US" dirty="0"/>
              <a:t>struct</a:t>
            </a:r>
            <a:r>
              <a:rPr lang="he-IL" dirty="0"/>
              <a:t> ברירת המחדל היא </a:t>
            </a:r>
            <a:r>
              <a:rPr lang="en-US" dirty="0"/>
              <a:t>public</a:t>
            </a:r>
            <a:endParaRPr lang="he-I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ב </a:t>
            </a:r>
            <a:r>
              <a:rPr lang="en-US" dirty="0"/>
              <a:t>class</a:t>
            </a:r>
            <a:r>
              <a:rPr lang="he-IL" dirty="0"/>
              <a:t> ברירת המחדל היא </a:t>
            </a:r>
            <a:r>
              <a:rPr lang="en-US" dirty="0"/>
              <a:t>private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850301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60E21-EF37-DB0F-120C-62DC02696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8068E0-C0A7-C49C-1BC1-4A1B0B37B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סוגי ירושה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DC54CBAC-DE3F-8B69-C21B-5BC53693BE9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4" y="1448978"/>
            <a:ext cx="7740652" cy="4950056"/>
          </a:xfrm>
        </p:spPr>
        <p:txBody>
          <a:bodyPr>
            <a:normAutofit/>
          </a:bodyPr>
          <a:lstStyle/>
          <a:p>
            <a:pPr algn="r"/>
            <a:r>
              <a:rPr lang="he-IL" sz="2400" dirty="0"/>
              <a:t>משמעות סוג הירושה: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30666A4-DA1B-77CE-3631-3B010EAFF6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2611344"/>
              </p:ext>
            </p:extLst>
          </p:nvPr>
        </p:nvGraphicFramePr>
        <p:xfrm>
          <a:off x="1151473" y="2258987"/>
          <a:ext cx="7290081" cy="3852368"/>
        </p:xfrm>
        <a:graphic>
          <a:graphicData uri="http://schemas.openxmlformats.org/drawingml/2006/table">
            <a:tbl>
              <a:tblPr rtl="1" firstRow="1" bandRow="1">
                <a:tableStyleId>{B301B821-A1FF-4177-AEE7-76D212191A09}</a:tableStyleId>
              </a:tblPr>
              <a:tblGrid>
                <a:gridCol w="2430027">
                  <a:extLst>
                    <a:ext uri="{9D8B030D-6E8A-4147-A177-3AD203B41FA5}">
                      <a16:colId xmlns:a16="http://schemas.microsoft.com/office/drawing/2014/main" val="3717395143"/>
                    </a:ext>
                  </a:extLst>
                </a:gridCol>
                <a:gridCol w="2430027">
                  <a:extLst>
                    <a:ext uri="{9D8B030D-6E8A-4147-A177-3AD203B41FA5}">
                      <a16:colId xmlns:a16="http://schemas.microsoft.com/office/drawing/2014/main" val="2995971404"/>
                    </a:ext>
                  </a:extLst>
                </a:gridCol>
                <a:gridCol w="2430027">
                  <a:extLst>
                    <a:ext uri="{9D8B030D-6E8A-4147-A177-3AD203B41FA5}">
                      <a16:colId xmlns:a16="http://schemas.microsoft.com/office/drawing/2014/main" val="2012168583"/>
                    </a:ext>
                  </a:extLst>
                </a:gridCol>
              </a:tblGrid>
              <a:tr h="284749"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סוג ירושה</a:t>
                      </a:r>
                      <a:endParaRPr lang="he-IL" dirty="0">
                        <a:latin typeface="Consolas" panose="020B0609020204030204" pitchFamily="49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גישה במחלקת הבסיס</a:t>
                      </a:r>
                      <a:endParaRPr lang="he-IL" dirty="0">
                        <a:latin typeface="Consolas" panose="020B0609020204030204" pitchFamily="49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גישה במחלקה הנגזרת</a:t>
                      </a:r>
                      <a:endParaRPr lang="he-IL" dirty="0">
                        <a:latin typeface="Consolas" panose="020B0609020204030204" pitchFamily="49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6928230"/>
                  </a:ext>
                </a:extLst>
              </a:tr>
              <a:tr h="284749">
                <a:tc rowSpan="3"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public</a:t>
                      </a:r>
                      <a:endParaRPr lang="he-IL" dirty="0">
                        <a:latin typeface="Consolas" panose="020B0609020204030204" pitchFamily="49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public</a:t>
                      </a:r>
                      <a:endParaRPr lang="he-IL" dirty="0">
                        <a:latin typeface="Consolas" panose="020B0609020204030204" pitchFamily="49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public</a:t>
                      </a:r>
                      <a:endParaRPr lang="he-IL" dirty="0">
                        <a:latin typeface="Consolas" panose="020B0609020204030204" pitchFamily="49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8147471"/>
                  </a:ext>
                </a:extLst>
              </a:tr>
              <a:tr h="390106">
                <a:tc vMerge="1">
                  <a:txBody>
                    <a:bodyPr/>
                    <a:lstStyle/>
                    <a:p>
                      <a:pPr algn="ctr" rtl="0"/>
                      <a:endParaRPr lang="he-IL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protected</a:t>
                      </a:r>
                      <a:endParaRPr lang="he-IL" dirty="0">
                        <a:latin typeface="Consolas" panose="020B0609020204030204" pitchFamily="49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protected</a:t>
                      </a:r>
                      <a:endParaRPr lang="he-IL" dirty="0">
                        <a:latin typeface="Consolas" panose="020B0609020204030204" pitchFamily="49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631693"/>
                  </a:ext>
                </a:extLst>
              </a:tr>
              <a:tr h="390106">
                <a:tc vMerge="1">
                  <a:txBody>
                    <a:bodyPr/>
                    <a:lstStyle/>
                    <a:p>
                      <a:pPr algn="ctr" rtl="0"/>
                      <a:endParaRPr lang="he-IL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private</a:t>
                      </a:r>
                      <a:endParaRPr lang="he-IL" dirty="0">
                        <a:latin typeface="Consolas" panose="020B0609020204030204" pitchFamily="49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None</a:t>
                      </a:r>
                      <a:endParaRPr lang="he-IL" dirty="0">
                        <a:latin typeface="Consolas" panose="020B0609020204030204" pitchFamily="49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2452555"/>
                  </a:ext>
                </a:extLst>
              </a:tr>
              <a:tr h="390106">
                <a:tc rowSpan="3"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protected</a:t>
                      </a:r>
                      <a:endParaRPr lang="he-IL" dirty="0">
                        <a:latin typeface="Consolas" panose="020B0609020204030204" pitchFamily="49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public</a:t>
                      </a:r>
                      <a:endParaRPr lang="he-IL" dirty="0">
                        <a:latin typeface="Consolas" panose="020B0609020204030204" pitchFamily="49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protected</a:t>
                      </a:r>
                      <a:endParaRPr lang="he-IL" dirty="0">
                        <a:latin typeface="Consolas" panose="020B0609020204030204" pitchFamily="49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7984901"/>
                  </a:ext>
                </a:extLst>
              </a:tr>
              <a:tr h="390106">
                <a:tc vMerge="1">
                  <a:txBody>
                    <a:bodyPr/>
                    <a:lstStyle/>
                    <a:p>
                      <a:pPr algn="ctr" rtl="0"/>
                      <a:endParaRPr lang="he-IL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protected</a:t>
                      </a:r>
                      <a:endParaRPr lang="he-IL" dirty="0">
                        <a:latin typeface="Consolas" panose="020B0609020204030204" pitchFamily="49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protected</a:t>
                      </a:r>
                      <a:endParaRPr lang="he-IL" dirty="0">
                        <a:latin typeface="Consolas" panose="020B0609020204030204" pitchFamily="49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3683964"/>
                  </a:ext>
                </a:extLst>
              </a:tr>
              <a:tr h="390106">
                <a:tc vMerge="1">
                  <a:txBody>
                    <a:bodyPr/>
                    <a:lstStyle/>
                    <a:p>
                      <a:pPr algn="ctr" rtl="0"/>
                      <a:endParaRPr lang="he-IL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private</a:t>
                      </a:r>
                      <a:endParaRPr lang="he-IL" dirty="0">
                        <a:latin typeface="Consolas" panose="020B0609020204030204" pitchFamily="49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none</a:t>
                      </a:r>
                      <a:endParaRPr lang="he-IL" dirty="0">
                        <a:latin typeface="Consolas" panose="020B0609020204030204" pitchFamily="49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6173137"/>
                  </a:ext>
                </a:extLst>
              </a:tr>
              <a:tr h="390106">
                <a:tc rowSpan="3"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private</a:t>
                      </a:r>
                      <a:endParaRPr lang="he-IL" dirty="0">
                        <a:latin typeface="Consolas" panose="020B0609020204030204" pitchFamily="49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public</a:t>
                      </a:r>
                      <a:endParaRPr lang="he-IL" dirty="0">
                        <a:latin typeface="Consolas" panose="020B0609020204030204" pitchFamily="49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private</a:t>
                      </a:r>
                      <a:endParaRPr lang="he-IL" dirty="0">
                        <a:latin typeface="Consolas" panose="020B0609020204030204" pitchFamily="49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1612388"/>
                  </a:ext>
                </a:extLst>
              </a:tr>
              <a:tr h="390106">
                <a:tc vMerge="1">
                  <a:txBody>
                    <a:bodyPr/>
                    <a:lstStyle/>
                    <a:p>
                      <a:pPr algn="ctr" rtl="0"/>
                      <a:endParaRPr lang="he-IL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protected</a:t>
                      </a:r>
                      <a:endParaRPr lang="he-IL" dirty="0">
                        <a:latin typeface="Consolas" panose="020B0609020204030204" pitchFamily="49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private</a:t>
                      </a:r>
                      <a:endParaRPr lang="he-IL" dirty="0">
                        <a:latin typeface="Consolas" panose="020B0609020204030204" pitchFamily="49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1361002"/>
                  </a:ext>
                </a:extLst>
              </a:tr>
              <a:tr h="390106">
                <a:tc vMerge="1">
                  <a:txBody>
                    <a:bodyPr/>
                    <a:lstStyle/>
                    <a:p>
                      <a:pPr algn="ctr" rtl="0"/>
                      <a:endParaRPr lang="he-IL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private</a:t>
                      </a:r>
                      <a:endParaRPr lang="he-IL" dirty="0">
                        <a:latin typeface="Consolas" panose="020B0609020204030204" pitchFamily="49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none</a:t>
                      </a:r>
                      <a:endParaRPr lang="he-IL" dirty="0">
                        <a:latin typeface="Consolas" panose="020B0609020204030204" pitchFamily="49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6608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9813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B302D-A2AC-628A-3A1D-DA66BC7CC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3D1E35-E273-7D2D-2FB9-D72F37BDE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ירושה לעומת הרכבה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59302DE3-BF28-AAD5-C696-EDA176A0B02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8978"/>
            <a:ext cx="7740653" cy="4950056"/>
          </a:xfrm>
        </p:spPr>
        <p:txBody>
          <a:bodyPr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he-IL" b="1" dirty="0"/>
              <a:t>הרכבה (קומפוזיציה) היא יחס </a:t>
            </a:r>
            <a:r>
              <a:rPr lang="en-US" b="1" dirty="0"/>
              <a:t>has-a</a:t>
            </a:r>
            <a:endParaRPr lang="he-IL" b="1" dirty="0"/>
          </a:p>
          <a:p>
            <a:pPr algn="l" rtl="0">
              <a:lnSpc>
                <a:spcPts val="1500"/>
              </a:lnSpc>
            </a:pPr>
            <a:r>
              <a:rPr lang="en-US" sz="1800" b="1" dirty="0">
                <a:solidFill>
                  <a:srgbClr val="994CC3"/>
                </a:solidFill>
                <a:latin typeface="Consolas" panose="020B0609020204030204" pitchFamily="49" charset="0"/>
              </a:rPr>
              <a:t>c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lass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Filter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</a:p>
          <a:p>
            <a:pPr algn="l" rtl="0">
              <a:lnSpc>
                <a:spcPts val="1500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{</a:t>
            </a:r>
          </a:p>
          <a:p>
            <a:pPr algn="l" rtl="0">
              <a:lnSpc>
                <a:spcPts val="1500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i="1" dirty="0">
                <a:solidFill>
                  <a:srgbClr val="4876D6"/>
                </a:solidFill>
                <a:latin typeface="Consolas" panose="020B0609020204030204" pitchFamily="49" charset="0"/>
              </a:rPr>
              <a:t>apply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Image</a:t>
            </a:r>
            <a:r>
              <a:rPr lang="en-US" sz="1800" i="1" dirty="0">
                <a:solidFill>
                  <a:srgbClr val="994CC3"/>
                </a:solidFill>
                <a:latin typeface="Consolas" panose="020B0609020204030204" pitchFamily="49" charset="0"/>
              </a:rPr>
              <a:t>&amp; 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img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) </a:t>
            </a:r>
            <a:r>
              <a:rPr lang="en-US" sz="1800" i="1" dirty="0">
                <a:solidFill>
                  <a:srgbClr val="994CC3"/>
                </a:solidFill>
                <a:latin typeface="Consolas" panose="020B0609020204030204" pitchFamily="49" charset="0"/>
              </a:rPr>
              <a:t>const 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{ … }</a:t>
            </a:r>
          </a:p>
          <a:p>
            <a:pPr algn="l" rtl="0">
              <a:lnSpc>
                <a:spcPts val="1500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⋮</a:t>
            </a:r>
            <a:b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</a:b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ts val="1500"/>
              </a:lnSpc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Image : Filter</a:t>
            </a:r>
            <a:r>
              <a:rPr lang="en-US" sz="1800" i="1" dirty="0">
                <a:solidFill>
                  <a:srgbClr val="939DBB"/>
                </a:solidFill>
                <a:latin typeface="Consolas" panose="020B0609020204030204" pitchFamily="49" charset="0"/>
              </a:rPr>
              <a:t> </a:t>
            </a:r>
            <a:r>
              <a:rPr lang="en-US" sz="1800" i="1" dirty="0">
                <a:solidFill>
                  <a:srgbClr val="989FB1"/>
                </a:solidFill>
                <a:latin typeface="Consolas" panose="020B0609020204030204" pitchFamily="49" charset="0"/>
              </a:rPr>
              <a:t>//</a:t>
            </a:r>
            <a:r>
              <a:rPr lang="en-US" sz="1800" i="1" dirty="0">
                <a:solidFill>
                  <a:srgbClr val="939DBB"/>
                </a:solidFill>
                <a:latin typeface="Consolas" panose="020B0609020204030204" pitchFamily="49" charset="0"/>
              </a:rPr>
              <a:t> this is wrong!</a:t>
            </a: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ts val="1500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{</a:t>
            </a:r>
          </a:p>
          <a:p>
            <a:pPr algn="l" rtl="0">
              <a:lnSpc>
                <a:spcPts val="1500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</a:t>
            </a:r>
            <a:r>
              <a:rPr lang="en-US" sz="1800" i="1" dirty="0" err="1">
                <a:solidFill>
                  <a:srgbClr val="4876D6"/>
                </a:solidFill>
                <a:latin typeface="Consolas" panose="020B0609020204030204" pitchFamily="49" charset="0"/>
              </a:rPr>
              <a:t>doFilter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() </a:t>
            </a:r>
          </a:p>
          <a:p>
            <a:pPr algn="l" rtl="0">
              <a:lnSpc>
                <a:spcPts val="1500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{</a:t>
            </a:r>
          </a:p>
          <a:p>
            <a:pPr algn="l" rtl="0">
              <a:lnSpc>
                <a:spcPts val="1500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i="1" dirty="0">
                <a:solidFill>
                  <a:srgbClr val="4876D6"/>
                </a:solidFill>
                <a:latin typeface="Consolas" panose="020B0609020204030204" pitchFamily="49" charset="0"/>
              </a:rPr>
              <a:t>apply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0C969B"/>
                </a:solidFill>
                <a:latin typeface="Consolas" panose="020B0609020204030204" pitchFamily="49" charset="0"/>
              </a:rPr>
              <a:t>this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);</a:t>
            </a:r>
          </a:p>
          <a:p>
            <a:pPr algn="l" rtl="0">
              <a:lnSpc>
                <a:spcPts val="1500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    ⋮</a:t>
            </a:r>
            <a:endParaRPr lang="he-IL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marL="342900" lvl="0" indent="-342900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he-IL" dirty="0">
                <a:solidFill>
                  <a:prstClr val="black"/>
                </a:solidFill>
              </a:rPr>
              <a:t>כלל: העדיפו </a:t>
            </a:r>
            <a:r>
              <a:rPr lang="he-IL" u="sng" dirty="0">
                <a:solidFill>
                  <a:prstClr val="black"/>
                </a:solidFill>
              </a:rPr>
              <a:t>הרכבה</a:t>
            </a:r>
            <a:r>
              <a:rPr lang="he-IL" dirty="0">
                <a:solidFill>
                  <a:prstClr val="black"/>
                </a:solidFill>
              </a:rPr>
              <a:t> (קומפוזיציה) על ירושה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dirty="0">
                <a:solidFill>
                  <a:prstClr val="black"/>
                </a:solidFill>
              </a:rPr>
              <a:t>(אלא אם היחס הוא </a:t>
            </a:r>
            <a:r>
              <a:rPr lang="en-US" dirty="0">
                <a:solidFill>
                  <a:prstClr val="black"/>
                </a:solidFill>
              </a:rPr>
              <a:t>is-a</a:t>
            </a:r>
            <a:r>
              <a:rPr lang="he-IL" dirty="0">
                <a:solidFill>
                  <a:prstClr val="black"/>
                </a:solidFill>
              </a:rPr>
              <a:t> מובהק - כלומר ירושה מסוג </a:t>
            </a:r>
            <a:r>
              <a:rPr lang="en-US" dirty="0">
                <a:solidFill>
                  <a:prstClr val="black"/>
                </a:solidFill>
              </a:rPr>
              <a:t>public</a:t>
            </a:r>
            <a:r>
              <a:rPr lang="he-IL" dirty="0">
                <a:solidFill>
                  <a:prstClr val="black"/>
                </a:solidFill>
              </a:rPr>
              <a:t>)</a:t>
            </a:r>
          </a:p>
          <a:p>
            <a:pPr algn="r">
              <a:lnSpc>
                <a:spcPts val="1500"/>
              </a:lnSpc>
            </a:pP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endParaRPr lang="en-US" sz="1800" dirty="0"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65108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9EF0F-7FEF-DE90-7D0B-11ACF6A5E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B2A2184-6EBD-F9D8-EC31-FDFC8306B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ירושה לעומת הרכבה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55DCA5D4-9461-8EAA-19D8-63D28C2A3E4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8978"/>
            <a:ext cx="7740653" cy="4950056"/>
          </a:xfrm>
        </p:spPr>
        <p:txBody>
          <a:bodyPr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he-IL" b="1" dirty="0"/>
              <a:t>הרכבה (קומפוזיציה) היא יחס </a:t>
            </a:r>
            <a:r>
              <a:rPr lang="en-US" b="1" dirty="0"/>
              <a:t>has-a</a:t>
            </a:r>
            <a:endParaRPr lang="he-IL" b="1" dirty="0"/>
          </a:p>
          <a:p>
            <a:pPr algn="l" rtl="0">
              <a:lnSpc>
                <a:spcPts val="1500"/>
              </a:lnSpc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Filter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</a:p>
          <a:p>
            <a:pPr algn="l" rtl="0">
              <a:lnSpc>
                <a:spcPts val="1500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{</a:t>
            </a:r>
          </a:p>
          <a:p>
            <a:pPr algn="l" rtl="0">
              <a:lnSpc>
                <a:spcPts val="1500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i="1" dirty="0">
                <a:solidFill>
                  <a:srgbClr val="4876D6"/>
                </a:solidFill>
                <a:latin typeface="Consolas" panose="020B0609020204030204" pitchFamily="49" charset="0"/>
              </a:rPr>
              <a:t>apply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Image</a:t>
            </a:r>
            <a:r>
              <a:rPr lang="en-US" sz="1800" i="1" dirty="0">
                <a:solidFill>
                  <a:srgbClr val="994CC3"/>
                </a:solidFill>
                <a:latin typeface="Consolas" panose="020B0609020204030204" pitchFamily="49" charset="0"/>
              </a:rPr>
              <a:t>&amp; 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img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) { … }</a:t>
            </a:r>
          </a:p>
          <a:p>
            <a:pPr algn="l" rtl="0">
              <a:lnSpc>
                <a:spcPts val="1500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⋮</a:t>
            </a:r>
          </a:p>
          <a:p>
            <a:pPr algn="l" rtl="0">
              <a:lnSpc>
                <a:spcPts val="1500"/>
              </a:lnSpc>
            </a:pPr>
            <a:endParaRPr lang="en-US" sz="1800" dirty="0">
              <a:solidFill>
                <a:srgbClr val="994CC3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ts val="1500"/>
              </a:lnSpc>
              <a:spcBef>
                <a:spcPts val="0"/>
              </a:spcBef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Image</a:t>
            </a:r>
          </a:p>
          <a:p>
            <a:pPr algn="l" rtl="0">
              <a:lnSpc>
                <a:spcPts val="1500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{</a:t>
            </a:r>
          </a:p>
          <a:p>
            <a:pPr algn="l" rtl="0">
              <a:lnSpc>
                <a:spcPts val="1500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Filter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* 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filter;</a:t>
            </a:r>
          </a:p>
          <a:p>
            <a:pPr algn="l" rtl="0">
              <a:lnSpc>
                <a:spcPts val="1500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</a:t>
            </a:r>
            <a:r>
              <a:rPr lang="en-US" sz="1800" i="1" dirty="0" err="1">
                <a:solidFill>
                  <a:srgbClr val="4876D6"/>
                </a:solidFill>
                <a:latin typeface="Consolas" panose="020B0609020204030204" pitchFamily="49" charset="0"/>
              </a:rPr>
              <a:t>doFilter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() </a:t>
            </a:r>
          </a:p>
          <a:p>
            <a:pPr algn="l" rtl="0">
              <a:lnSpc>
                <a:spcPts val="1500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{</a:t>
            </a:r>
          </a:p>
          <a:p>
            <a:pPr algn="l" rtl="0">
              <a:lnSpc>
                <a:spcPts val="1500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filter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-&gt;</a:t>
            </a:r>
            <a:r>
              <a:rPr lang="en-US" sz="1800" i="1" dirty="0">
                <a:solidFill>
                  <a:srgbClr val="4876D6"/>
                </a:solidFill>
                <a:latin typeface="Consolas" panose="020B0609020204030204" pitchFamily="49" charset="0"/>
              </a:rPr>
              <a:t>apply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0C969B"/>
                </a:solidFill>
                <a:latin typeface="Consolas" panose="020B0609020204030204" pitchFamily="49" charset="0"/>
              </a:rPr>
              <a:t>this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);</a:t>
            </a:r>
          </a:p>
          <a:p>
            <a:pPr algn="l" rtl="0">
              <a:lnSpc>
                <a:spcPts val="1500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    ⋮</a:t>
            </a:r>
          </a:p>
          <a:p>
            <a:pPr marL="342900" lvl="0" indent="-342900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he-IL" dirty="0">
                <a:solidFill>
                  <a:prstClr val="black"/>
                </a:solidFill>
              </a:rPr>
              <a:t>כלל: העדיפו </a:t>
            </a:r>
            <a:r>
              <a:rPr lang="he-IL" u="sng" dirty="0">
                <a:solidFill>
                  <a:prstClr val="black"/>
                </a:solidFill>
              </a:rPr>
              <a:t>הרכבה</a:t>
            </a:r>
            <a:r>
              <a:rPr lang="he-IL" dirty="0">
                <a:solidFill>
                  <a:prstClr val="black"/>
                </a:solidFill>
              </a:rPr>
              <a:t> (קומפוזיציה) על ירושה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dirty="0">
                <a:solidFill>
                  <a:prstClr val="black"/>
                </a:solidFill>
              </a:rPr>
              <a:t>(אלא אם היחס הוא </a:t>
            </a:r>
            <a:r>
              <a:rPr lang="en-US" dirty="0">
                <a:solidFill>
                  <a:prstClr val="black"/>
                </a:solidFill>
              </a:rPr>
              <a:t>is-a</a:t>
            </a:r>
            <a:r>
              <a:rPr lang="he-IL" dirty="0">
                <a:solidFill>
                  <a:prstClr val="black"/>
                </a:solidFill>
              </a:rPr>
              <a:t> מובהק - כלומר ירושה מסוג </a:t>
            </a:r>
            <a:r>
              <a:rPr lang="en-US" dirty="0">
                <a:solidFill>
                  <a:prstClr val="black"/>
                </a:solidFill>
              </a:rPr>
              <a:t>public</a:t>
            </a:r>
            <a:r>
              <a:rPr lang="he-IL" dirty="0">
                <a:solidFill>
                  <a:prstClr val="black"/>
                </a:solidFill>
              </a:rPr>
              <a:t>)</a:t>
            </a:r>
          </a:p>
          <a:p>
            <a:pPr algn="r">
              <a:lnSpc>
                <a:spcPts val="1500"/>
              </a:lnSpc>
            </a:pP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endParaRPr lang="en-US" sz="1800" dirty="0"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76179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Word"/>
      </p:transition>
    </mc:Choice>
    <mc:Fallback xmlns="">
      <p:transition spd="slow" advClick="0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3E5C5-C68C-1280-FE60-879ED0FA9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91366C3-C0E3-1024-65D9-8A94E1D67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הצללה (</a:t>
            </a:r>
            <a:r>
              <a:rPr lang="en-US" dirty="0">
                <a:effectLst/>
              </a:rPr>
              <a:t>shadowing</a:t>
            </a:r>
            <a:r>
              <a:rPr lang="he-IL" dirty="0">
                <a:effectLst/>
              </a:rPr>
              <a:t>)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2D13A6DF-A886-D9C9-38C1-D854821E43A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8978"/>
            <a:ext cx="7740653" cy="4950056"/>
          </a:xfrm>
        </p:spPr>
        <p:txBody>
          <a:bodyPr>
            <a:noAutofit/>
          </a:bodyPr>
          <a:lstStyle/>
          <a:p>
            <a:r>
              <a:rPr lang="he-IL" dirty="0"/>
              <a:t>פונקציה (לא ווירטואלית) במחלקה נגזרת "מסתירה" פונקציה במחלקה המקורית עם אותו שם</a:t>
            </a:r>
          </a:p>
          <a:p>
            <a:pPr algn="l" rtl="0">
              <a:lnSpc>
                <a:spcPts val="1500"/>
              </a:lnSpc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struct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Filter</a:t>
            </a: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ts val="1500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{</a:t>
            </a:r>
          </a:p>
          <a:p>
            <a:pPr algn="l" rtl="0">
              <a:lnSpc>
                <a:spcPts val="1500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std::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C969B"/>
                </a:solidFill>
                <a:latin typeface="Consolas" panose="020B0609020204030204" pitchFamily="49" charset="0"/>
              </a:rPr>
              <a:t>_name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ts val="1500"/>
              </a:lnSpc>
            </a:pPr>
            <a:r>
              <a:rPr lang="en-US" sz="1800" b="1" dirty="0">
                <a:solidFill>
                  <a:srgbClr val="403F53"/>
                </a:solidFill>
                <a:latin typeface="Consolas" panose="020B0609020204030204" pitchFamily="49" charset="0"/>
              </a:rPr>
              <a:t>    </a:t>
            </a:r>
            <a:r>
              <a:rPr lang="en-US" sz="1800" b="1" dirty="0">
                <a:solidFill>
                  <a:srgbClr val="994CC3"/>
                </a:solidFill>
                <a:latin typeface="Consolas" panose="020B0609020204030204" pitchFamily="49" charset="0"/>
              </a:rPr>
              <a:t>void</a:t>
            </a:r>
            <a:r>
              <a:rPr lang="en-US" sz="1800" b="1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b="1" i="1" dirty="0">
                <a:solidFill>
                  <a:srgbClr val="4876D6"/>
                </a:solidFill>
                <a:latin typeface="Consolas" panose="020B0609020204030204" pitchFamily="49" charset="0"/>
              </a:rPr>
              <a:t>apply</a:t>
            </a:r>
            <a:r>
              <a:rPr lang="en-US" sz="1800" b="1" dirty="0">
                <a:solidFill>
                  <a:srgbClr val="403F53"/>
                </a:solidFill>
                <a:latin typeface="Consolas" panose="020B0609020204030204" pitchFamily="49" charset="0"/>
              </a:rPr>
              <a:t>(</a:t>
            </a:r>
            <a:r>
              <a:rPr lang="en-US" sz="1800" b="1" dirty="0">
                <a:solidFill>
                  <a:srgbClr val="4876D6"/>
                </a:solidFill>
                <a:latin typeface="Consolas" panose="020B0609020204030204" pitchFamily="49" charset="0"/>
              </a:rPr>
              <a:t>Image</a:t>
            </a:r>
            <a:r>
              <a:rPr lang="en-US" sz="1800" b="1" i="1" dirty="0">
                <a:solidFill>
                  <a:srgbClr val="994CC3"/>
                </a:solidFill>
                <a:latin typeface="Consolas" panose="020B0609020204030204" pitchFamily="49" charset="0"/>
              </a:rPr>
              <a:t>&amp; </a:t>
            </a:r>
            <a:r>
              <a:rPr lang="en-US" sz="1800" b="1" dirty="0" err="1">
                <a:solidFill>
                  <a:srgbClr val="403F53"/>
                </a:solidFill>
                <a:latin typeface="Consolas" panose="020B0609020204030204" pitchFamily="49" charset="0"/>
              </a:rPr>
              <a:t>img</a:t>
            </a:r>
            <a:r>
              <a:rPr lang="en-US" sz="1800" b="1" dirty="0">
                <a:solidFill>
                  <a:srgbClr val="403F53"/>
                </a:solidFill>
                <a:latin typeface="Consolas" panose="020B0609020204030204" pitchFamily="49" charset="0"/>
              </a:rPr>
              <a:t>)</a:t>
            </a:r>
            <a:r>
              <a:rPr lang="en-US" sz="1800" i="1" dirty="0">
                <a:solidFill>
                  <a:srgbClr val="994CC3"/>
                </a:solidFill>
                <a:latin typeface="Consolas" panose="020B0609020204030204" pitchFamily="49" charset="0"/>
              </a:rPr>
              <a:t> </a:t>
            </a:r>
            <a:r>
              <a:rPr lang="en-US" sz="1800" b="1" i="1" dirty="0">
                <a:solidFill>
                  <a:srgbClr val="994CC3"/>
                </a:solidFill>
                <a:latin typeface="Consolas" panose="020B0609020204030204" pitchFamily="49" charset="0"/>
              </a:rPr>
              <a:t>const</a:t>
            </a:r>
            <a:endParaRPr lang="en-US" sz="1800" b="1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ts val="1500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{</a:t>
            </a:r>
          </a:p>
          <a:p>
            <a:pPr algn="l" rtl="0">
              <a:lnSpc>
                <a:spcPts val="1500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    std::out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“Apply Filter\n”;</a:t>
            </a:r>
          </a:p>
          <a:p>
            <a:pPr algn="l" rtl="0">
              <a:lnSpc>
                <a:spcPts val="1500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    ⋮</a:t>
            </a:r>
          </a:p>
          <a:p>
            <a:pPr algn="l" rtl="0">
              <a:lnSpc>
                <a:spcPts val="1500"/>
              </a:lnSpc>
            </a:pPr>
            <a:endParaRPr lang="en-US" sz="1800" dirty="0">
              <a:solidFill>
                <a:srgbClr val="994CC3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ts val="1500"/>
              </a:lnSpc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struct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BlurFilter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: Filter</a:t>
            </a:r>
          </a:p>
          <a:p>
            <a:pPr algn="l" rtl="0">
              <a:lnSpc>
                <a:spcPts val="1500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{</a:t>
            </a:r>
          </a:p>
          <a:p>
            <a:pPr algn="l" rtl="0">
              <a:lnSpc>
                <a:spcPts val="1500"/>
              </a:lnSpc>
            </a:pPr>
            <a:r>
              <a:rPr lang="en-US" sz="1800" b="1" dirty="0">
                <a:solidFill>
                  <a:srgbClr val="994CC3"/>
                </a:solidFill>
                <a:latin typeface="Consolas" panose="020B0609020204030204" pitchFamily="49" charset="0"/>
              </a:rPr>
              <a:t>    void</a:t>
            </a:r>
            <a:r>
              <a:rPr lang="en-US" sz="1800" b="1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b="1" i="1" dirty="0">
                <a:solidFill>
                  <a:srgbClr val="4876D6"/>
                </a:solidFill>
                <a:latin typeface="Consolas" panose="020B0609020204030204" pitchFamily="49" charset="0"/>
              </a:rPr>
              <a:t>apply</a:t>
            </a:r>
            <a:r>
              <a:rPr lang="en-US" sz="1800" b="1" dirty="0">
                <a:solidFill>
                  <a:srgbClr val="403F53"/>
                </a:solidFill>
                <a:latin typeface="Consolas" panose="020B0609020204030204" pitchFamily="49" charset="0"/>
              </a:rPr>
              <a:t>(Image</a:t>
            </a:r>
            <a:r>
              <a:rPr lang="en-US" sz="1800" b="1" i="1" dirty="0">
                <a:solidFill>
                  <a:srgbClr val="994CC3"/>
                </a:solidFill>
                <a:latin typeface="Consolas" panose="020B0609020204030204" pitchFamily="49" charset="0"/>
              </a:rPr>
              <a:t>&amp; </a:t>
            </a:r>
            <a:r>
              <a:rPr lang="en-US" sz="1800" b="1" dirty="0" err="1">
                <a:solidFill>
                  <a:srgbClr val="403F53"/>
                </a:solidFill>
                <a:latin typeface="Consolas" panose="020B0609020204030204" pitchFamily="49" charset="0"/>
              </a:rPr>
              <a:t>img</a:t>
            </a:r>
            <a:r>
              <a:rPr lang="en-US" sz="1800" b="1" dirty="0">
                <a:solidFill>
                  <a:srgbClr val="403F53"/>
                </a:solidFill>
                <a:latin typeface="Consolas" panose="020B0609020204030204" pitchFamily="49" charset="0"/>
              </a:rPr>
              <a:t>)</a:t>
            </a:r>
            <a:r>
              <a:rPr lang="en-US" sz="1800" i="1" dirty="0">
                <a:solidFill>
                  <a:srgbClr val="994CC3"/>
                </a:solidFill>
                <a:latin typeface="Consolas" panose="020B0609020204030204" pitchFamily="49" charset="0"/>
              </a:rPr>
              <a:t> </a:t>
            </a:r>
            <a:r>
              <a:rPr lang="en-US" sz="1800" b="1" i="1" dirty="0">
                <a:solidFill>
                  <a:srgbClr val="994CC3"/>
                </a:solidFill>
                <a:latin typeface="Consolas" panose="020B0609020204030204" pitchFamily="49" charset="0"/>
              </a:rPr>
              <a:t>const</a:t>
            </a:r>
            <a:endParaRPr lang="en-US" sz="1800" b="1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ts val="1500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{</a:t>
            </a:r>
          </a:p>
          <a:p>
            <a:pPr algn="l" rtl="0">
              <a:lnSpc>
                <a:spcPts val="1500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    std::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cout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“Apply 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BlurFilter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\n”;</a:t>
            </a:r>
          </a:p>
          <a:p>
            <a:pPr algn="l" rtl="0">
              <a:lnSpc>
                <a:spcPts val="1500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    ⋮</a:t>
            </a:r>
          </a:p>
          <a:p>
            <a:pPr algn="l" rtl="0">
              <a:lnSpc>
                <a:spcPts val="1500"/>
              </a:lnSpc>
            </a:pP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1622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1AEEF-7E75-FE78-FC69-9BF7026EF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CF4F6F8-7270-5036-3E0C-8963FD5E6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הצללה (</a:t>
            </a:r>
            <a:r>
              <a:rPr lang="en-US" dirty="0">
                <a:effectLst/>
              </a:rPr>
              <a:t>shadowing</a:t>
            </a:r>
            <a:r>
              <a:rPr lang="he-IL" dirty="0">
                <a:effectLst/>
              </a:rPr>
              <a:t>)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B45FD412-F409-4FE4-1D63-23EB6A2D40A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268976"/>
            <a:ext cx="7740653" cy="5130058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/>
              <a:t>קריאה דרך האובייקט:</a:t>
            </a:r>
          </a:p>
          <a:p>
            <a:pPr algn="l" rtl="0">
              <a:lnSpc>
                <a:spcPts val="1500"/>
              </a:lnSpc>
            </a:pP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Filter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4876D6"/>
                </a:solidFill>
                <a:latin typeface="Consolas" panose="020B0609020204030204" pitchFamily="49" charset="0"/>
              </a:rPr>
              <a:t>filter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ts val="1500"/>
              </a:lnSpc>
            </a:pPr>
            <a:r>
              <a:rPr lang="en-US" sz="1800" dirty="0" err="1">
                <a:solidFill>
                  <a:srgbClr val="4876D6"/>
                </a:solidFill>
                <a:latin typeface="Consolas" panose="020B0609020204030204" pitchFamily="49" charset="0"/>
              </a:rPr>
              <a:t>BlurFilter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blur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ts val="1500"/>
              </a:lnSpc>
              <a:spcBef>
                <a:spcPts val="1800"/>
              </a:spcBef>
            </a:pPr>
            <a:r>
              <a:rPr lang="en-US" sz="1800" dirty="0" err="1">
                <a:solidFill>
                  <a:srgbClr val="4876D6"/>
                </a:solidFill>
                <a:latin typeface="Consolas" panose="020B0609020204030204" pitchFamily="49" charset="0"/>
              </a:rPr>
              <a:t>filter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4876D6"/>
                </a:solidFill>
                <a:latin typeface="Consolas" panose="020B0609020204030204" pitchFamily="49" charset="0"/>
              </a:rPr>
              <a:t>apply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4876D6"/>
                </a:solidFill>
                <a:latin typeface="Consolas" panose="020B0609020204030204" pitchFamily="49" charset="0"/>
              </a:rPr>
              <a:t>img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);</a:t>
            </a:r>
          </a:p>
          <a:p>
            <a:pPr algn="l" rtl="0">
              <a:lnSpc>
                <a:spcPts val="1500"/>
              </a:lnSpc>
            </a:pPr>
            <a:r>
              <a:rPr lang="en-US" sz="1800" i="1" dirty="0">
                <a:solidFill>
                  <a:srgbClr val="989FB1"/>
                </a:solidFill>
                <a:latin typeface="Consolas" panose="020B0609020204030204" pitchFamily="49" charset="0"/>
              </a:rPr>
              <a:t>//</a:t>
            </a:r>
            <a:r>
              <a:rPr lang="en-US" sz="1800" i="1" dirty="0">
                <a:solidFill>
                  <a:srgbClr val="939DBB"/>
                </a:solidFill>
                <a:latin typeface="Consolas" panose="020B0609020204030204" pitchFamily="49" charset="0"/>
              </a:rPr>
              <a:t> output: “Apply Filter”</a:t>
            </a: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ts val="1500"/>
              </a:lnSpc>
              <a:spcBef>
                <a:spcPts val="1800"/>
              </a:spcBef>
            </a:pPr>
            <a:r>
              <a:rPr lang="en-US" sz="1800" dirty="0" err="1">
                <a:solidFill>
                  <a:srgbClr val="4876D6"/>
                </a:solidFill>
                <a:latin typeface="Consolas" panose="020B0609020204030204" pitchFamily="49" charset="0"/>
              </a:rPr>
              <a:t>blur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4876D6"/>
                </a:solidFill>
                <a:latin typeface="Consolas" panose="020B0609020204030204" pitchFamily="49" charset="0"/>
              </a:rPr>
              <a:t>apply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4876D6"/>
                </a:solidFill>
                <a:latin typeface="Consolas" panose="020B0609020204030204" pitchFamily="49" charset="0"/>
              </a:rPr>
              <a:t>img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);</a:t>
            </a:r>
          </a:p>
          <a:p>
            <a:pPr algn="l" rtl="0">
              <a:lnSpc>
                <a:spcPts val="1500"/>
              </a:lnSpc>
            </a:pPr>
            <a:r>
              <a:rPr lang="en-US" sz="1800" i="1" dirty="0">
                <a:solidFill>
                  <a:srgbClr val="989FB1"/>
                </a:solidFill>
                <a:latin typeface="Consolas" panose="020B0609020204030204" pitchFamily="49" charset="0"/>
              </a:rPr>
              <a:t>//</a:t>
            </a:r>
            <a:r>
              <a:rPr lang="en-US" sz="1800" i="1" dirty="0">
                <a:solidFill>
                  <a:srgbClr val="939DBB"/>
                </a:solidFill>
                <a:latin typeface="Consolas" panose="020B0609020204030204" pitchFamily="49" charset="0"/>
              </a:rPr>
              <a:t> output: “Apply </a:t>
            </a:r>
            <a:r>
              <a:rPr lang="en-US" sz="1800" i="1" dirty="0" err="1">
                <a:solidFill>
                  <a:srgbClr val="939DBB"/>
                </a:solidFill>
                <a:latin typeface="Consolas" panose="020B0609020204030204" pitchFamily="49" charset="0"/>
              </a:rPr>
              <a:t>BlurFilter</a:t>
            </a:r>
            <a:r>
              <a:rPr lang="en-US" sz="1800" i="1" dirty="0">
                <a:solidFill>
                  <a:srgbClr val="939DBB"/>
                </a:solidFill>
                <a:latin typeface="Consolas" panose="020B0609020204030204" pitchFamily="49" charset="0"/>
              </a:rPr>
              <a:t>”</a:t>
            </a:r>
            <a:endParaRPr lang="he-IL" dirty="0"/>
          </a:p>
          <a:p>
            <a:pPr marL="342900" indent="-342900" algn="r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dirty="0"/>
              <a:t>דרך מצביע למחלקת הבסיס:</a:t>
            </a:r>
          </a:p>
          <a:p>
            <a:pPr algn="l" rtl="0">
              <a:lnSpc>
                <a:spcPts val="1500"/>
              </a:lnSpc>
            </a:pP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Filter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&amp; 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blur2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blur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ts val="1500"/>
              </a:lnSpc>
              <a:spcBef>
                <a:spcPts val="1800"/>
              </a:spcBef>
            </a:pP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blur2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.</a:t>
            </a:r>
            <a:r>
              <a:rPr lang="en-US" sz="1800" i="1" dirty="0">
                <a:solidFill>
                  <a:srgbClr val="4876D6"/>
                </a:solidFill>
                <a:latin typeface="Consolas" panose="020B0609020204030204" pitchFamily="49" charset="0"/>
              </a:rPr>
              <a:t>apply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4876D6"/>
                </a:solidFill>
                <a:latin typeface="Consolas" panose="020B0609020204030204" pitchFamily="49" charset="0"/>
              </a:rPr>
              <a:t>img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);</a:t>
            </a:r>
          </a:p>
          <a:p>
            <a:pPr algn="l" rtl="0">
              <a:lnSpc>
                <a:spcPts val="1500"/>
              </a:lnSpc>
            </a:pPr>
            <a:r>
              <a:rPr lang="en-US" sz="1800" i="1" dirty="0">
                <a:solidFill>
                  <a:srgbClr val="989FB1"/>
                </a:solidFill>
                <a:latin typeface="Consolas" panose="020B0609020204030204" pitchFamily="49" charset="0"/>
              </a:rPr>
              <a:t>//</a:t>
            </a:r>
            <a:r>
              <a:rPr lang="en-US" sz="1800" i="1" dirty="0">
                <a:solidFill>
                  <a:srgbClr val="939DBB"/>
                </a:solidFill>
                <a:latin typeface="Consolas" panose="020B0609020204030204" pitchFamily="49" charset="0"/>
              </a:rPr>
              <a:t> output: “Apply Filter” </a:t>
            </a:r>
            <a:r>
              <a:rPr lang="en-US" sz="1800" dirty="0">
                <a:solidFill>
                  <a:srgbClr val="939DBB"/>
                </a:solidFill>
                <a:latin typeface="Consolas" panose="020B0609020204030204" pitchFamily="49" charset="0"/>
              </a:rPr>
              <a:t>🙁</a:t>
            </a:r>
          </a:p>
          <a:p>
            <a:pPr algn="l" rtl="0">
              <a:lnSpc>
                <a:spcPts val="1500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⋮</a:t>
            </a:r>
            <a:endParaRPr lang="en-US" sz="1800" dirty="0">
              <a:solidFill>
                <a:srgbClr val="4876D6"/>
              </a:solidFill>
              <a:latin typeface="Consolas" panose="020B0609020204030204" pitchFamily="49" charset="0"/>
            </a:endParaRPr>
          </a:p>
          <a:p>
            <a:pPr marL="342900" lvl="0" indent="-342900">
              <a:lnSpc>
                <a:spcPts val="15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dirty="0">
                <a:solidFill>
                  <a:prstClr val="black"/>
                </a:solidFill>
                <a:latin typeface="Consolas" panose="020B0609020204030204" pitchFamily="49" charset="0"/>
              </a:rPr>
              <a:t>במקרה של 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upcasting</a:t>
            </a:r>
            <a:r>
              <a:rPr lang="he-IL" dirty="0">
                <a:solidFill>
                  <a:prstClr val="black"/>
                </a:solidFill>
                <a:latin typeface="Consolas" panose="020B0609020204030204" pitchFamily="49" charset="0"/>
              </a:rPr>
              <a:t> אפשר לעשות:</a:t>
            </a:r>
            <a:endParaRPr lang="en-US" sz="1800" dirty="0">
              <a:solidFill>
                <a:srgbClr val="4876D6"/>
              </a:solidFill>
              <a:latin typeface="Consolas" panose="020B0609020204030204" pitchFamily="49" charset="0"/>
            </a:endParaRPr>
          </a:p>
          <a:p>
            <a:pPr lvl="0" algn="l" rtl="0">
              <a:lnSpc>
                <a:spcPts val="1500"/>
              </a:lnSpc>
              <a:defRPr/>
            </a:pPr>
            <a:r>
              <a:rPr lang="en-US" sz="1800" dirty="0" err="1">
                <a:solidFill>
                  <a:srgbClr val="4876D6"/>
                </a:solidFill>
                <a:latin typeface="Consolas" panose="020B0609020204030204" pitchFamily="49" charset="0"/>
              </a:rPr>
              <a:t>blur</a:t>
            </a:r>
            <a:r>
              <a:rPr lang="en-US" sz="1800" i="1" dirty="0" err="1">
                <a:solidFill>
                  <a:srgbClr val="4876D6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4876D6"/>
                </a:solidFill>
                <a:latin typeface="Consolas" panose="020B0609020204030204" pitchFamily="49" charset="0"/>
              </a:rPr>
              <a:t>Filter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::</a:t>
            </a:r>
            <a:r>
              <a:rPr lang="en-US" sz="1800" i="1" dirty="0">
                <a:solidFill>
                  <a:srgbClr val="4876D6"/>
                </a:solidFill>
                <a:latin typeface="Consolas" panose="020B0609020204030204" pitchFamily="49" charset="0"/>
              </a:rPr>
              <a:t>apply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4876D6"/>
                </a:solidFill>
                <a:latin typeface="Consolas" panose="020B0609020204030204" pitchFamily="49" charset="0"/>
              </a:rPr>
              <a:t>img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);</a:t>
            </a:r>
            <a:endParaRPr lang="he-IL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ts val="1500"/>
              </a:lnSpc>
              <a:defRPr/>
            </a:pPr>
            <a:r>
              <a:rPr lang="en-US" sz="1800" i="1" dirty="0">
                <a:solidFill>
                  <a:srgbClr val="989FB1"/>
                </a:solidFill>
                <a:latin typeface="Consolas" panose="020B0609020204030204" pitchFamily="49" charset="0"/>
              </a:rPr>
              <a:t>//</a:t>
            </a:r>
            <a:r>
              <a:rPr lang="en-US" sz="1800" i="1" dirty="0">
                <a:solidFill>
                  <a:srgbClr val="939DBB"/>
                </a:solidFill>
                <a:latin typeface="Consolas" panose="020B0609020204030204" pitchFamily="49" charset="0"/>
              </a:rPr>
              <a:t> output: “Apply Filter”</a:t>
            </a:r>
            <a:endParaRPr lang="en-US" sz="1800" dirty="0">
              <a:solidFill>
                <a:srgbClr val="939DBB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4045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D097C-2D49-8C5A-8827-867551F65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7E739F4-4C47-3799-5EC7-2F6217DC5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הצללה (</a:t>
            </a:r>
            <a:r>
              <a:rPr lang="en-US" dirty="0">
                <a:effectLst/>
              </a:rPr>
              <a:t>shadowing</a:t>
            </a:r>
            <a:r>
              <a:rPr lang="he-IL" dirty="0">
                <a:effectLst/>
              </a:rPr>
              <a:t>)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9923725A-3D2C-A956-393F-8827D680426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0498" y="1358977"/>
            <a:ext cx="7740653" cy="5220057"/>
          </a:xfrm>
        </p:spPr>
        <p:txBody>
          <a:bodyPr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 dirty="0">
                <a:latin typeface="Consolas" panose="020B0609020204030204" pitchFamily="49" charset="0"/>
              </a:rPr>
              <a:t>גם במשתנים יכולה להיות הצללה:</a:t>
            </a:r>
            <a:endParaRPr lang="en-US" dirty="0">
              <a:latin typeface="Consolas" panose="020B0609020204030204" pitchFamily="49" charset="0"/>
            </a:endParaRPr>
          </a:p>
          <a:p>
            <a:pPr algn="l" rtl="0">
              <a:lnSpc>
                <a:spcPts val="1500"/>
              </a:lnSpc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struct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Filter</a:t>
            </a: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ts val="1500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{</a:t>
            </a:r>
          </a:p>
          <a:p>
            <a:pPr algn="l" rtl="0">
              <a:lnSpc>
                <a:spcPts val="1500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std::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C969B"/>
                </a:solidFill>
                <a:latin typeface="Consolas" panose="020B0609020204030204" pitchFamily="49" charset="0"/>
              </a:rPr>
              <a:t>_name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ts val="1500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⋮</a:t>
            </a:r>
            <a:endParaRPr lang="en-US" sz="1800" dirty="0">
              <a:solidFill>
                <a:srgbClr val="994CC3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ts val="1500"/>
              </a:lnSpc>
              <a:spcBef>
                <a:spcPts val="2400"/>
              </a:spcBef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struct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4876D6"/>
                </a:solidFill>
                <a:latin typeface="Consolas" panose="020B0609020204030204" pitchFamily="49" charset="0"/>
              </a:rPr>
              <a:t>BlurFilter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: 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Filter</a:t>
            </a:r>
          </a:p>
          <a:p>
            <a:pPr algn="l" rtl="0">
              <a:lnSpc>
                <a:spcPts val="1500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{</a:t>
            </a:r>
          </a:p>
          <a:p>
            <a:pPr algn="l" rtl="0">
              <a:lnSpc>
                <a:spcPts val="1500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std::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C969B"/>
                </a:solidFill>
                <a:latin typeface="Consolas" panose="020B0609020204030204" pitchFamily="49" charset="0"/>
              </a:rPr>
              <a:t>_name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ts val="1500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i="1" dirty="0" err="1">
                <a:solidFill>
                  <a:srgbClr val="4876D6"/>
                </a:solidFill>
                <a:latin typeface="Consolas" panose="020B0609020204030204" pitchFamily="49" charset="0"/>
              </a:rPr>
              <a:t>printNames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()</a:t>
            </a:r>
          </a:p>
          <a:p>
            <a:pPr algn="l" rtl="0">
              <a:lnSpc>
                <a:spcPts val="1500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{</a:t>
            </a:r>
          </a:p>
          <a:p>
            <a:pPr algn="l" rtl="0">
              <a:lnSpc>
                <a:spcPts val="1500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    std::</a:t>
            </a:r>
            <a:r>
              <a:rPr lang="en-US" sz="1800" dirty="0" err="1">
                <a:solidFill>
                  <a:srgbClr val="4876D6"/>
                </a:solidFill>
                <a:latin typeface="Consolas" panose="020B0609020204030204" pitchFamily="49" charset="0"/>
              </a:rPr>
              <a:t>cout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i="1" dirty="0">
                <a:solidFill>
                  <a:srgbClr val="4876D6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C969B"/>
                </a:solidFill>
                <a:latin typeface="Consolas" panose="020B0609020204030204" pitchFamily="49" charset="0"/>
              </a:rPr>
              <a:t>_name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ts val="1500"/>
              </a:lnSpc>
            </a:pPr>
            <a:r>
              <a:rPr lang="en-US" sz="1800" b="1" dirty="0">
                <a:solidFill>
                  <a:srgbClr val="403F53"/>
                </a:solidFill>
                <a:latin typeface="Consolas" panose="020B0609020204030204" pitchFamily="49" charset="0"/>
              </a:rPr>
              <a:t>        std::</a:t>
            </a:r>
            <a:r>
              <a:rPr lang="en-US" sz="1800" b="1" dirty="0" err="1">
                <a:solidFill>
                  <a:srgbClr val="4876D6"/>
                </a:solidFill>
                <a:latin typeface="Consolas" panose="020B0609020204030204" pitchFamily="49" charset="0"/>
              </a:rPr>
              <a:t>cout</a:t>
            </a:r>
            <a:r>
              <a:rPr lang="en-US" sz="1800" b="1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b="1" i="1" dirty="0">
                <a:solidFill>
                  <a:srgbClr val="4876D6"/>
                </a:solidFill>
                <a:latin typeface="Consolas" panose="020B0609020204030204" pitchFamily="49" charset="0"/>
              </a:rPr>
              <a:t>&lt;&lt;</a:t>
            </a:r>
            <a:r>
              <a:rPr lang="en-US" sz="1800" b="1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4876D6"/>
                </a:solidFill>
                <a:latin typeface="Consolas" panose="020B0609020204030204" pitchFamily="49" charset="0"/>
              </a:rPr>
              <a:t>Filter</a:t>
            </a:r>
            <a:r>
              <a:rPr lang="en-US" sz="1800" b="1" dirty="0">
                <a:solidFill>
                  <a:srgbClr val="403F53"/>
                </a:solidFill>
                <a:latin typeface="Consolas" panose="020B0609020204030204" pitchFamily="49" charset="0"/>
              </a:rPr>
              <a:t>::</a:t>
            </a:r>
            <a:r>
              <a:rPr lang="en-US" sz="1800" b="1" dirty="0">
                <a:solidFill>
                  <a:srgbClr val="0C969B"/>
                </a:solidFill>
                <a:latin typeface="Consolas" panose="020B0609020204030204" pitchFamily="49" charset="0"/>
              </a:rPr>
              <a:t>_name</a:t>
            </a:r>
            <a:r>
              <a:rPr lang="en-US" sz="1800" b="1" dirty="0">
                <a:solidFill>
                  <a:srgbClr val="403F53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ts val="1500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}</a:t>
            </a:r>
          </a:p>
          <a:p>
            <a:pPr algn="l" rtl="0">
              <a:lnSpc>
                <a:spcPts val="1500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⋮</a:t>
            </a:r>
          </a:p>
        </p:txBody>
      </p:sp>
    </p:spTree>
    <p:extLst>
      <p:ext uri="{BB962C8B-B14F-4D97-AF65-F5344CB8AC3E}">
        <p14:creationId xmlns:p14="http://schemas.microsoft.com/office/powerpoint/2010/main" val="2423300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2E0F5-38B6-F1CF-15BA-EDFC4B226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D466D3D-9D0A-552A-C601-1A8C600AC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פולימורפיזם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1BADF659-BDF1-20DF-D078-0AC319B33AB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0499" y="1358977"/>
            <a:ext cx="7740652" cy="5220057"/>
          </a:xfrm>
        </p:spPr>
        <p:txBody>
          <a:bodyPr>
            <a:noAutofit/>
          </a:bodyPr>
          <a:lstStyle/>
          <a:p>
            <a:r>
              <a:rPr lang="he-IL" sz="2400" dirty="0" err="1"/>
              <a:t>הפיתרון</a:t>
            </a:r>
            <a:r>
              <a:rPr lang="he-IL" sz="2400" dirty="0"/>
              <a:t> להצללה: </a:t>
            </a:r>
            <a:r>
              <a:rPr lang="en-US" sz="2400" dirty="0"/>
              <a:t>dynamic binding</a:t>
            </a:r>
            <a:endParaRPr lang="he-IL" sz="2400" dirty="0"/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struct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Filter</a:t>
            </a: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{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std::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C969B"/>
                </a:solidFill>
                <a:latin typeface="Consolas" panose="020B0609020204030204" pitchFamily="49" charset="0"/>
              </a:rPr>
              <a:t>_name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i="1" dirty="0">
                <a:solidFill>
                  <a:srgbClr val="4876D6"/>
                </a:solidFill>
                <a:latin typeface="Consolas" panose="020B0609020204030204" pitchFamily="49" charset="0"/>
              </a:rPr>
              <a:t>apply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(Image</a:t>
            </a:r>
            <a:r>
              <a:rPr lang="en-US" sz="1800" i="1" dirty="0">
                <a:solidFill>
                  <a:srgbClr val="994CC3"/>
                </a:solidFill>
                <a:latin typeface="Consolas" panose="020B0609020204030204" pitchFamily="49" charset="0"/>
              </a:rPr>
              <a:t>&amp; 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img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) </a:t>
            </a:r>
            <a:r>
              <a:rPr lang="en-US" sz="1800" i="1" dirty="0">
                <a:solidFill>
                  <a:srgbClr val="994CC3"/>
                </a:solidFill>
                <a:latin typeface="Consolas" panose="020B0609020204030204" pitchFamily="49" charset="0"/>
              </a:rPr>
              <a:t>const</a:t>
            </a: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{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    std::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cout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“Apply Filter\n”;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    ⋮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struct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BlurFilter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: Filter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{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i="1" dirty="0">
                <a:solidFill>
                  <a:srgbClr val="4876D6"/>
                </a:solidFill>
                <a:latin typeface="Consolas" panose="020B0609020204030204" pitchFamily="49" charset="0"/>
              </a:rPr>
              <a:t>apply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(Image</a:t>
            </a:r>
            <a:r>
              <a:rPr lang="en-US" sz="1800" i="1" dirty="0">
                <a:solidFill>
                  <a:srgbClr val="994CC3"/>
                </a:solidFill>
                <a:latin typeface="Consolas" panose="020B0609020204030204" pitchFamily="49" charset="0"/>
              </a:rPr>
              <a:t>&amp; 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img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) </a:t>
            </a:r>
            <a:r>
              <a:rPr lang="en-US" sz="1800" i="1" dirty="0">
                <a:solidFill>
                  <a:srgbClr val="994CC3"/>
                </a:solidFill>
                <a:latin typeface="Consolas" panose="020B0609020204030204" pitchFamily="49" charset="0"/>
              </a:rPr>
              <a:t>const</a:t>
            </a:r>
            <a:endParaRPr lang="en-US" sz="1800" b="1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{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    std::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cout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“Apply 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BlurFilter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\n”;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    ⋮</a:t>
            </a:r>
          </a:p>
        </p:txBody>
      </p:sp>
    </p:spTree>
    <p:extLst>
      <p:ext uri="{BB962C8B-B14F-4D97-AF65-F5344CB8AC3E}">
        <p14:creationId xmlns:p14="http://schemas.microsoft.com/office/powerpoint/2010/main" val="52838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B19FE-6ADA-0C76-B53B-ECBA81236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981480D-CEE0-2BD4-962A-40EAB4D60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פולימורפיזם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55D0602F-1074-05F0-27D0-012416EE5C7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0499" y="1358977"/>
            <a:ext cx="7740652" cy="5220057"/>
          </a:xfrm>
        </p:spPr>
        <p:txBody>
          <a:bodyPr>
            <a:noAutofit/>
          </a:bodyPr>
          <a:lstStyle/>
          <a:p>
            <a:r>
              <a:rPr lang="he-IL" sz="2400" dirty="0" err="1"/>
              <a:t>הפיתרון</a:t>
            </a:r>
            <a:r>
              <a:rPr lang="he-IL" sz="2400" dirty="0"/>
              <a:t> להצללה: </a:t>
            </a:r>
            <a:r>
              <a:rPr lang="en-US" sz="2400" dirty="0"/>
              <a:t>dynamic binding</a:t>
            </a:r>
            <a:endParaRPr lang="he-IL" sz="2400" dirty="0"/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struct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Filter</a:t>
            </a: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{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std::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C969B"/>
                </a:solidFill>
                <a:latin typeface="Consolas" panose="020B0609020204030204" pitchFamily="49" charset="0"/>
              </a:rPr>
              <a:t>_name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</a:t>
            </a:r>
            <a:r>
              <a:rPr lang="en-US" sz="1800" b="1" i="1" dirty="0">
                <a:solidFill>
                  <a:srgbClr val="994CC3"/>
                </a:solidFill>
                <a:latin typeface="Consolas" panose="020B0609020204030204" pitchFamily="49" charset="0"/>
              </a:rPr>
              <a:t>virtual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i="1" dirty="0">
                <a:solidFill>
                  <a:srgbClr val="4876D6"/>
                </a:solidFill>
                <a:latin typeface="Consolas" panose="020B0609020204030204" pitchFamily="49" charset="0"/>
              </a:rPr>
              <a:t>apply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(Image</a:t>
            </a:r>
            <a:r>
              <a:rPr lang="en-US" sz="1800" i="1" dirty="0">
                <a:solidFill>
                  <a:srgbClr val="994CC3"/>
                </a:solidFill>
                <a:latin typeface="Consolas" panose="020B0609020204030204" pitchFamily="49" charset="0"/>
              </a:rPr>
              <a:t>&amp; 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img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) </a:t>
            </a:r>
            <a:r>
              <a:rPr lang="en-US" sz="1800" i="1" dirty="0">
                <a:solidFill>
                  <a:srgbClr val="994CC3"/>
                </a:solidFill>
                <a:latin typeface="Consolas" panose="020B0609020204030204" pitchFamily="49" charset="0"/>
              </a:rPr>
              <a:t>const</a:t>
            </a: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{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    std::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cout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“Apply Filter\n”;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    ⋮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struct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BlurFilter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: Filter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{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</a:t>
            </a:r>
            <a:r>
              <a:rPr lang="en-US" sz="1800" b="1" i="1" dirty="0">
                <a:solidFill>
                  <a:srgbClr val="994CC3"/>
                </a:solidFill>
                <a:latin typeface="Consolas" panose="020B0609020204030204" pitchFamily="49" charset="0"/>
              </a:rPr>
              <a:t>virtual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i="1" dirty="0">
                <a:solidFill>
                  <a:srgbClr val="4876D6"/>
                </a:solidFill>
                <a:latin typeface="Consolas" panose="020B0609020204030204" pitchFamily="49" charset="0"/>
              </a:rPr>
              <a:t>apply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(Image</a:t>
            </a:r>
            <a:r>
              <a:rPr lang="en-US" sz="1800" i="1" dirty="0">
                <a:solidFill>
                  <a:srgbClr val="994CC3"/>
                </a:solidFill>
                <a:latin typeface="Consolas" panose="020B0609020204030204" pitchFamily="49" charset="0"/>
              </a:rPr>
              <a:t>&amp; 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img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) </a:t>
            </a:r>
            <a:r>
              <a:rPr lang="en-US" sz="1800" i="1" dirty="0">
                <a:solidFill>
                  <a:srgbClr val="994CC3"/>
                </a:solidFill>
                <a:latin typeface="Consolas" panose="020B0609020204030204" pitchFamily="49" charset="0"/>
              </a:rPr>
              <a:t>const </a:t>
            </a:r>
            <a:r>
              <a:rPr lang="en-US" sz="1800" b="1" i="1" dirty="0">
                <a:solidFill>
                  <a:srgbClr val="994CC3"/>
                </a:solidFill>
                <a:latin typeface="Consolas" panose="020B0609020204030204" pitchFamily="49" charset="0"/>
              </a:rPr>
              <a:t>override</a:t>
            </a:r>
            <a:endParaRPr lang="en-US" sz="1800" b="1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{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    std::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cout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“Apply 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BlurFilter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\n”;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    ⋮</a:t>
            </a:r>
          </a:p>
        </p:txBody>
      </p:sp>
    </p:spTree>
    <p:extLst>
      <p:ext uri="{BB962C8B-B14F-4D97-AF65-F5344CB8AC3E}">
        <p14:creationId xmlns:p14="http://schemas.microsoft.com/office/powerpoint/2010/main" val="29977445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Word"/>
      </p:transition>
    </mc:Choice>
    <mc:Fallback xmlns="">
      <p:transition spd="slow" advClick="0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63960-B172-01F0-07B0-47C720B2E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19D1F34-5956-C608-CCF9-5B0CFADCC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פולימורפיזם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038C694D-AFCC-F749-C0BA-F122EF0E87E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0498" y="1268977"/>
            <a:ext cx="7740653" cy="5220058"/>
          </a:xfrm>
        </p:spPr>
        <p:txBody>
          <a:bodyPr>
            <a:noAutofit/>
          </a:bodyPr>
          <a:lstStyle/>
          <a:p>
            <a:pPr marL="342900" marR="0" lvl="0" indent="-34290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קריאה דרך האובייקט עצמו:</a:t>
            </a:r>
          </a:p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876D6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Filter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3F53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876D6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filter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3F53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876D6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BlurFilter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3F53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876D6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blur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3F53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876D6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filter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03F53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4876D6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apply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3F53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876D6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…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3F53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989FB1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//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939DBB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output: “Apply Filter”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03F53"/>
              </a:solidFill>
              <a:effectLst/>
              <a:uLnTx/>
              <a:uFillTx/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876D6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blur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03F53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4876D6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apply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3F53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876D6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…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3F53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989FB1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//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939DBB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output: “Apply </a:t>
            </a: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939DBB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BlurFilter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939DBB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”</a:t>
            </a:r>
            <a:endParaRPr kumimoji="0" lang="he-IL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9816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0448D-E0D6-0B56-83BB-F0CCC7062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224E7F2-1B29-2C24-73CB-AA37DAAA0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פולימורפיזם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BD418F2A-134C-DCB0-3F55-52E010A4D56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0498" y="1268977"/>
            <a:ext cx="7740653" cy="5310058"/>
          </a:xfrm>
        </p:spPr>
        <p:txBody>
          <a:bodyPr>
            <a:noAutofit/>
          </a:bodyPr>
          <a:lstStyle/>
          <a:p>
            <a:pPr marL="342900" marR="0" lvl="0" indent="-34290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sz="2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קריאה דרך האובייקט עצמו:</a:t>
            </a:r>
          </a:p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Filter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filter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BlurFilter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blur;</a:t>
            </a:r>
          </a:p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filter.</a:t>
            </a: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apply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(…);</a:t>
            </a:r>
          </a:p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// output: “Apply Filter”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blur.</a:t>
            </a: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apply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(…);</a:t>
            </a:r>
          </a:p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// output: “Apply </a:t>
            </a: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BlurFilter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”</a:t>
            </a:r>
            <a:endParaRPr kumimoji="0" lang="he-IL" sz="22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דרך מצביע למחלקת הבסיס:</a:t>
            </a:r>
          </a:p>
          <a:p>
            <a:pPr algn="l" rtl="0">
              <a:lnSpc>
                <a:spcPts val="1500"/>
              </a:lnSpc>
              <a:buNone/>
            </a:pPr>
            <a:r>
              <a:rPr lang="en-US" sz="1800" b="0" i="1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876D6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Filter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94CC3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&amp;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876D6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blur2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3F53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94CC3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3F53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876D6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blur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3F53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876D6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blur2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3F53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4876D6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apply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3F53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876D6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…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3F53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);</a:t>
            </a:r>
          </a:p>
          <a:p>
            <a:pPr lvl="0" algn="l" rtl="0">
              <a:lnSpc>
                <a:spcPts val="1500"/>
              </a:lnSpc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989FB1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//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939DBB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output: “Apply </a:t>
            </a: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939DBB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BlurFilter</a:t>
            </a:r>
            <a:r>
              <a:rPr lang="en-US" sz="1800" i="1" dirty="0">
                <a:solidFill>
                  <a:srgbClr val="939DBB"/>
                </a:solidFill>
                <a:latin typeface="Consolas" panose="020B0609020204030204" pitchFamily="49" charset="0"/>
              </a:rPr>
              <a:t>” </a:t>
            </a:r>
            <a:r>
              <a:rPr lang="en-US" sz="1800" dirty="0">
                <a:solidFill>
                  <a:srgbClr val="939DBB"/>
                </a:solidFill>
                <a:latin typeface="Consolas" panose="020B0609020204030204" pitchFamily="49" charset="0"/>
              </a:rPr>
              <a:t>☺️</a:t>
            </a:r>
            <a:endParaRPr kumimoji="0" lang="en-US" sz="1800" b="0" u="none" strike="noStrike" kern="1200" cap="none" spc="0" normalizeH="0" baseline="0" noProof="0" dirty="0">
              <a:ln>
                <a:noFill/>
              </a:ln>
              <a:solidFill>
                <a:srgbClr val="939DBB"/>
              </a:solidFill>
              <a:effectLst/>
              <a:uLnTx/>
              <a:uFillTx/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3F53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⋮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876D6"/>
              </a:solidFill>
              <a:effectLst/>
              <a:uLnTx/>
              <a:uFillTx/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r" defTabSz="914400" rtl="1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א</a:t>
            </a:r>
            <a:r>
              <a:rPr lang="he-IL" dirty="0">
                <a:solidFill>
                  <a:prstClr val="black"/>
                </a:solidFill>
                <a:latin typeface="Consolas" panose="020B0609020204030204" pitchFamily="49" charset="0"/>
              </a:rPr>
              <a:t>ם</a:t>
            </a:r>
            <a:r>
              <a:rPr kumimoji="0" lang="he-IL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רוצים עדיין אפשר לעשות: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876D6"/>
              </a:solidFill>
              <a:effectLst/>
              <a:uLnTx/>
              <a:uFillTx/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876D6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blur2</a:t>
            </a:r>
            <a:r>
              <a:rPr lang="en-US" sz="1800" i="1" dirty="0">
                <a:solidFill>
                  <a:srgbClr val="4876D6"/>
                </a:solidFill>
                <a:latin typeface="Consolas" panose="020B0609020204030204" pitchFamily="49" charset="0"/>
              </a:rPr>
              <a:t>.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876D6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Filter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3F53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::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4876D6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apply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3F53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876D6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…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3F53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);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srgbClr val="403F53"/>
              </a:solidFill>
              <a:effectLst/>
              <a:uLnTx/>
              <a:uFillTx/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rtl="0">
              <a:lnSpc>
                <a:spcPts val="1500"/>
              </a:lnSpc>
              <a:defRPr/>
            </a:pPr>
            <a:r>
              <a:rPr lang="en-US" sz="1800" i="1" dirty="0">
                <a:solidFill>
                  <a:srgbClr val="989FB1"/>
                </a:solidFill>
                <a:latin typeface="Consolas" panose="020B0609020204030204" pitchFamily="49" charset="0"/>
              </a:rPr>
              <a:t>//</a:t>
            </a:r>
            <a:r>
              <a:rPr lang="en-US" sz="1800" i="1" dirty="0">
                <a:solidFill>
                  <a:srgbClr val="939DBB"/>
                </a:solidFill>
                <a:latin typeface="Consolas" panose="020B0609020204030204" pitchFamily="49" charset="0"/>
              </a:rPr>
              <a:t> output: “Apply Filter”</a:t>
            </a:r>
          </a:p>
          <a:p>
            <a:pPr algn="r">
              <a:lnSpc>
                <a:spcPts val="1500"/>
              </a:lnSpc>
              <a:defRPr/>
            </a:pPr>
            <a:endParaRPr lang="he-IL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marL="285750" indent="-285750" algn="r">
              <a:lnSpc>
                <a:spcPts val="1500"/>
              </a:lnSpc>
              <a:buFont typeface="Arial" panose="020B0604020202020204" pitchFamily="34" charset="0"/>
              <a:buChar char="•"/>
              <a:defRPr/>
            </a:pPr>
            <a:r>
              <a:rPr lang="he-IL" i="1" dirty="0">
                <a:solidFill>
                  <a:prstClr val="black"/>
                </a:solidFill>
                <a:latin typeface="+mn-lt"/>
              </a:rPr>
              <a:t>קריאה כזו </a:t>
            </a:r>
            <a:r>
              <a:rPr lang="he-IL" i="1" u="sng" dirty="0">
                <a:solidFill>
                  <a:prstClr val="black"/>
                </a:solidFill>
                <a:latin typeface="+mn-lt"/>
              </a:rPr>
              <a:t>תעקוף</a:t>
            </a:r>
            <a:r>
              <a:rPr lang="he-IL" i="1" dirty="0">
                <a:solidFill>
                  <a:prstClr val="black"/>
                </a:solidFill>
                <a:latin typeface="+mn-lt"/>
              </a:rPr>
              <a:t> את המנגנון של ה </a:t>
            </a:r>
            <a:r>
              <a:rPr lang="en-US" i="1" dirty="0">
                <a:solidFill>
                  <a:prstClr val="black"/>
                </a:solidFill>
                <a:latin typeface="+mn-lt"/>
              </a:rPr>
              <a:t>dynamic binding</a:t>
            </a:r>
          </a:p>
        </p:txBody>
      </p:sp>
    </p:spTree>
    <p:extLst>
      <p:ext uri="{BB962C8B-B14F-4D97-AF65-F5344CB8AC3E}">
        <p14:creationId xmlns:p14="http://schemas.microsoft.com/office/powerpoint/2010/main" val="36888034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Word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69CD2-725E-DF0F-7861-68A7EBBFD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244252-928A-F603-31FD-908368FBD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פולימורפיזם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2E1FC8AC-CCAE-8583-5F73-203F111F79E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0499" y="1268977"/>
            <a:ext cx="7740652" cy="5220057"/>
          </a:xfrm>
        </p:spPr>
        <p:txBody>
          <a:bodyPr>
            <a:noAutofit/>
          </a:bodyPr>
          <a:lstStyle/>
          <a:p>
            <a:r>
              <a:rPr lang="he-IL" sz="2400" b="1" dirty="0"/>
              <a:t>מונחים: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 dirty="0"/>
              <a:t>פונקציה "רגילה" משתמשת ב </a:t>
            </a:r>
            <a:r>
              <a:rPr lang="en-US" sz="2400" dirty="0"/>
              <a:t>static (early) binding</a:t>
            </a:r>
            <a:endParaRPr lang="he-IL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 dirty="0"/>
              <a:t>פונקציה וירטואלית משתמשת ב </a:t>
            </a:r>
            <a:r>
              <a:rPr lang="en-US" sz="2400" dirty="0"/>
              <a:t>dynamic (late) binding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 dirty="0"/>
              <a:t>מחלקה פולימורפית: פונקציה וירטואלית אחת לפחות</a:t>
            </a:r>
          </a:p>
          <a:p>
            <a:pPr algn="r"/>
            <a:r>
              <a:rPr lang="he-IL" sz="2400" b="1" dirty="0"/>
              <a:t>איך זה עובד?</a:t>
            </a:r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he-IL" sz="2400" dirty="0"/>
              <a:t>לכל מחלקה פולימורפית הקומפיילר מוסיף:</a:t>
            </a:r>
          </a:p>
          <a:p>
            <a:pPr marL="1028700" lvl="1" indent="-342900" algn="r" rtl="1"/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טבלה משותפת: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vtable</a:t>
            </a:r>
            <a:endParaRPr lang="he-IL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028700" lvl="1" indent="-342900" algn="r" rtl="1"/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שדה נסתר: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vptr</a:t>
            </a:r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(בכל אובייקט)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 dirty="0"/>
              <a:t>ה </a:t>
            </a:r>
            <a:r>
              <a:rPr lang="en-US" sz="2400" dirty="0" err="1"/>
              <a:t>vtable</a:t>
            </a:r>
            <a:r>
              <a:rPr lang="he-IL" sz="2400" dirty="0"/>
              <a:t> הוא טבלה של מצביעים לפונקציות ווירטואליות</a:t>
            </a:r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he-IL" sz="2400" dirty="0"/>
              <a:t>;ה </a:t>
            </a:r>
            <a:r>
              <a:rPr lang="en-US" sz="2400" dirty="0" err="1"/>
              <a:t>vptr</a:t>
            </a:r>
            <a:r>
              <a:rPr lang="he-IL" sz="2400" dirty="0"/>
              <a:t> מאותחל בבנאי ומצביע ל </a:t>
            </a:r>
            <a:r>
              <a:rPr lang="en-US" sz="2400" dirty="0" err="1"/>
              <a:t>vtable</a:t>
            </a:r>
            <a:endParaRPr lang="he-IL" sz="2400" dirty="0"/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he-IL" sz="2400" dirty="0"/>
              <a:t>מחלקה נגזרת </a:t>
            </a:r>
            <a:r>
              <a:rPr lang="he-IL" sz="2400" u="sng" dirty="0"/>
              <a:t>מעתיקה</a:t>
            </a:r>
            <a:r>
              <a:rPr lang="he-IL" sz="2400" dirty="0"/>
              <a:t> את הטבלה ממחלקת הבסיס</a:t>
            </a:r>
            <a:br>
              <a:rPr lang="en-US" sz="2400" dirty="0"/>
            </a:br>
            <a:r>
              <a:rPr lang="he-IL" sz="2400" u="sng" dirty="0"/>
              <a:t>ומחליפה</a:t>
            </a:r>
            <a:r>
              <a:rPr lang="he-IL" sz="2400" dirty="0"/>
              <a:t> את הכתובות של הפונקציות שהיא דרסה (</a:t>
            </a:r>
            <a:r>
              <a:rPr lang="en-US" sz="2400" dirty="0"/>
              <a:t>override</a:t>
            </a:r>
            <a:r>
              <a:rPr lang="he-IL" sz="2400" dirty="0"/>
              <a:t>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58959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F6399-F82E-04D6-BAA0-8C1555537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822E7B-C0FC-D404-B568-06D85945B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פולימורפיזם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CED11CE8-4154-F8C8-59D0-52DDD58915E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0498" y="1358977"/>
            <a:ext cx="7740653" cy="5220057"/>
          </a:xfrm>
        </p:spPr>
        <p:txBody>
          <a:bodyPr>
            <a:noAutofit/>
          </a:bodyPr>
          <a:lstStyle/>
          <a:p>
            <a:pPr algn="r"/>
            <a:r>
              <a:rPr lang="he-IL" sz="2400" dirty="0"/>
              <a:t>תהליך הקריאה לפונקציה: </a:t>
            </a:r>
          </a:p>
          <a:p>
            <a:pPr algn="r"/>
            <a:endParaRPr lang="en-US" sz="2400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F8CC0051-EA4F-BC4A-D61B-BF5C633603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8349951"/>
              </p:ext>
            </p:extLst>
          </p:nvPr>
        </p:nvGraphicFramePr>
        <p:xfrm>
          <a:off x="-288054" y="1937005"/>
          <a:ext cx="9978077" cy="46420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22703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BCE536BA-94B4-4A61-9D74-AD61422ACC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graphicEl>
                                              <a:dgm id="{BCE536BA-94B4-4A61-9D74-AD61422ACC6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D539BB5-65E5-49AF-B6D9-99ED44B9A7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graphicEl>
                                              <a:dgm id="{3D539BB5-65E5-49AF-B6D9-99ED44B9A7C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0174CF2-A6C6-441E-A6DD-7D4400E092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graphicEl>
                                              <a:dgm id="{30174CF2-A6C6-441E-A6DD-7D4400E092E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FEC1BF7-008B-40D7-939F-8B5758F80E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graphicEl>
                                              <a:dgm id="{6FEC1BF7-008B-40D7-939F-8B5758F80EF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23F9D0A-659F-40EB-A55D-240D2F7CB9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graphicEl>
                                              <a:dgm id="{123F9D0A-659F-40EB-A55D-240D2F7CB96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D497F47A-E5A4-4FFD-B7F8-A76ABDF2F9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graphicEl>
                                              <a:dgm id="{D497F47A-E5A4-4FFD-B7F8-A76ABDF2F9C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F462FDD-B543-4D0A-8503-539B23E13C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graphicEl>
                                              <a:dgm id="{EF462FDD-B543-4D0A-8503-539B23E13C2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FC79885-966B-427D-B0FB-AC5B5DACD9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graphicEl>
                                              <a:dgm id="{1FC79885-966B-427D-B0FB-AC5B5DACD99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 uiExpand="1">
        <p:bldSub>
          <a:bldDgm bld="one"/>
        </p:bldSub>
      </p:bldGraphic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F40AB-CF16-8EAB-A2D7-8CFC09CB9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EFA29D-590F-1573-4815-B1220135A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פולימורפיזם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E1FFFA81-DC0A-BCEC-176A-FBD0ACF0988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94472" y="1268976"/>
            <a:ext cx="7727575" cy="5130058"/>
          </a:xfrm>
        </p:spPr>
        <p:txBody>
          <a:bodyPr>
            <a:noAutofit/>
          </a:bodyPr>
          <a:lstStyle/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Filter</a:t>
            </a: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{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1800" b="1" dirty="0">
                <a:solidFill>
                  <a:srgbClr val="403F53"/>
                </a:solidFill>
                <a:latin typeface="Consolas" panose="020B0609020204030204" pitchFamily="49" charset="0"/>
              </a:rPr>
              <a:t>    </a:t>
            </a:r>
            <a:r>
              <a:rPr lang="en-US" sz="1800" b="1" dirty="0">
                <a:solidFill>
                  <a:srgbClr val="994CC3"/>
                </a:solidFill>
                <a:latin typeface="Consolas" panose="020B0609020204030204" pitchFamily="49" charset="0"/>
              </a:rPr>
              <a:t>void</a:t>
            </a:r>
            <a:r>
              <a:rPr lang="en-US" sz="1800" b="1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b="1" i="1" dirty="0">
                <a:solidFill>
                  <a:srgbClr val="4876D6"/>
                </a:solidFill>
                <a:latin typeface="Consolas" panose="020B0609020204030204" pitchFamily="49" charset="0"/>
              </a:rPr>
              <a:t>apply</a:t>
            </a:r>
            <a:r>
              <a:rPr lang="en-US" sz="1800" b="1" dirty="0">
                <a:solidFill>
                  <a:srgbClr val="403F53"/>
                </a:solidFill>
                <a:latin typeface="Consolas" panose="020B0609020204030204" pitchFamily="49" charset="0"/>
              </a:rPr>
              <a:t>(…) </a:t>
            </a:r>
            <a:r>
              <a:rPr lang="en-US" sz="1800" b="1" i="1" dirty="0">
                <a:solidFill>
                  <a:srgbClr val="994CC3"/>
                </a:solidFill>
                <a:latin typeface="Consolas" panose="020B0609020204030204" pitchFamily="49" charset="0"/>
              </a:rPr>
              <a:t>const</a:t>
            </a:r>
            <a:endParaRPr lang="en-US" sz="1800" b="1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⋮</a:t>
            </a:r>
          </a:p>
          <a:p>
            <a:pPr algn="l" rtl="0">
              <a:lnSpc>
                <a:spcPct val="120000"/>
              </a:lnSpc>
              <a:spcBef>
                <a:spcPts val="1800"/>
              </a:spcBef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BlurFilter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: </a:t>
            </a:r>
            <a:r>
              <a:rPr lang="en-US" sz="1800" b="1" i="1" dirty="0">
                <a:solidFill>
                  <a:srgbClr val="994CC3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Filter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{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1800" b="1" dirty="0">
                <a:solidFill>
                  <a:srgbClr val="403F53"/>
                </a:solidFill>
                <a:latin typeface="Consolas" panose="020B0609020204030204" pitchFamily="49" charset="0"/>
              </a:rPr>
              <a:t>    </a:t>
            </a:r>
            <a:r>
              <a:rPr lang="en-US" sz="1800" b="1" dirty="0">
                <a:solidFill>
                  <a:srgbClr val="994CC3"/>
                </a:solidFill>
                <a:latin typeface="Consolas" panose="020B0609020204030204" pitchFamily="49" charset="0"/>
              </a:rPr>
              <a:t>void</a:t>
            </a:r>
            <a:r>
              <a:rPr lang="en-US" sz="1800" b="1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b="1" i="1" dirty="0">
                <a:solidFill>
                  <a:srgbClr val="4876D6"/>
                </a:solidFill>
                <a:latin typeface="Consolas" panose="020B0609020204030204" pitchFamily="49" charset="0"/>
              </a:rPr>
              <a:t>apply</a:t>
            </a:r>
            <a:r>
              <a:rPr lang="en-US" sz="1800" b="1" dirty="0">
                <a:solidFill>
                  <a:srgbClr val="403F53"/>
                </a:solidFill>
                <a:latin typeface="Consolas" panose="020B0609020204030204" pitchFamily="49" charset="0"/>
              </a:rPr>
              <a:t>(…) </a:t>
            </a:r>
            <a:r>
              <a:rPr lang="en-US" sz="1800" b="1" i="1" dirty="0">
                <a:solidFill>
                  <a:srgbClr val="994CC3"/>
                </a:solidFill>
                <a:latin typeface="Consolas" panose="020B0609020204030204" pitchFamily="49" charset="0"/>
              </a:rPr>
              <a:t>const</a:t>
            </a:r>
            <a:endParaRPr lang="en-US" sz="1800" b="1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⋮</a:t>
            </a:r>
            <a:endParaRPr lang="en-US" sz="1800" dirty="0">
              <a:solidFill>
                <a:srgbClr val="4876D6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3732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A61A5-DA24-2D63-BA95-77A1F453D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8E7246A-4D1A-F668-EAA3-3D4C55F45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פולימורפיזם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77E992AD-07A1-E39C-B31A-9E336A60499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94472" y="1268976"/>
            <a:ext cx="7727575" cy="5130058"/>
          </a:xfrm>
        </p:spPr>
        <p:txBody>
          <a:bodyPr>
            <a:noAutofit/>
          </a:bodyPr>
          <a:lstStyle/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Filter</a:t>
            </a: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{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1800" b="1" dirty="0">
                <a:solidFill>
                  <a:srgbClr val="403F53"/>
                </a:solidFill>
                <a:latin typeface="Consolas" panose="020B0609020204030204" pitchFamily="49" charset="0"/>
              </a:rPr>
              <a:t>    </a:t>
            </a:r>
            <a:r>
              <a:rPr lang="en-US" sz="1800" b="1" i="1" dirty="0">
                <a:solidFill>
                  <a:srgbClr val="994CC3"/>
                </a:solidFill>
                <a:latin typeface="Consolas" panose="020B0609020204030204" pitchFamily="49" charset="0"/>
              </a:rPr>
              <a:t>virtual</a:t>
            </a:r>
            <a:r>
              <a:rPr lang="en-US" sz="1800" b="1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994CC3"/>
                </a:solidFill>
                <a:latin typeface="Consolas" panose="020B0609020204030204" pitchFamily="49" charset="0"/>
              </a:rPr>
              <a:t>void</a:t>
            </a:r>
            <a:r>
              <a:rPr lang="en-US" sz="1800" b="1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b="1" i="1" dirty="0">
                <a:solidFill>
                  <a:srgbClr val="4876D6"/>
                </a:solidFill>
                <a:latin typeface="Consolas" panose="020B0609020204030204" pitchFamily="49" charset="0"/>
              </a:rPr>
              <a:t>apply</a:t>
            </a:r>
            <a:r>
              <a:rPr lang="en-US" sz="1800" b="1" dirty="0">
                <a:solidFill>
                  <a:srgbClr val="403F53"/>
                </a:solidFill>
                <a:latin typeface="Consolas" panose="020B0609020204030204" pitchFamily="49" charset="0"/>
              </a:rPr>
              <a:t>(…) </a:t>
            </a:r>
            <a:r>
              <a:rPr lang="en-US" sz="1800" b="1" i="1" dirty="0">
                <a:solidFill>
                  <a:srgbClr val="994CC3"/>
                </a:solidFill>
                <a:latin typeface="Consolas" panose="020B0609020204030204" pitchFamily="49" charset="0"/>
              </a:rPr>
              <a:t>const</a:t>
            </a:r>
            <a:endParaRPr lang="en-US" sz="1800" b="1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⋮</a:t>
            </a:r>
          </a:p>
          <a:p>
            <a:pPr algn="l" rtl="0">
              <a:lnSpc>
                <a:spcPct val="120000"/>
              </a:lnSpc>
              <a:spcBef>
                <a:spcPts val="1800"/>
              </a:spcBef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BlurFilter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: </a:t>
            </a:r>
            <a:r>
              <a:rPr lang="en-US" sz="1800" b="1" i="1" dirty="0">
                <a:solidFill>
                  <a:srgbClr val="994CC3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Filter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{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1800" b="1" dirty="0">
                <a:solidFill>
                  <a:srgbClr val="403F53"/>
                </a:solidFill>
                <a:latin typeface="Consolas" panose="020B0609020204030204" pitchFamily="49" charset="0"/>
              </a:rPr>
              <a:t>    </a:t>
            </a:r>
            <a:r>
              <a:rPr lang="en-US" sz="1800" b="1" i="1" dirty="0">
                <a:solidFill>
                  <a:srgbClr val="994CC3"/>
                </a:solidFill>
                <a:latin typeface="Consolas" panose="020B0609020204030204" pitchFamily="49" charset="0"/>
              </a:rPr>
              <a:t>virtual</a:t>
            </a:r>
            <a:r>
              <a:rPr lang="en-US" sz="1800" b="1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994CC3"/>
                </a:solidFill>
                <a:latin typeface="Consolas" panose="020B0609020204030204" pitchFamily="49" charset="0"/>
              </a:rPr>
              <a:t>void</a:t>
            </a:r>
            <a:r>
              <a:rPr lang="en-US" sz="1800" b="1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b="1" i="1" dirty="0">
                <a:solidFill>
                  <a:srgbClr val="4876D6"/>
                </a:solidFill>
                <a:latin typeface="Consolas" panose="020B0609020204030204" pitchFamily="49" charset="0"/>
              </a:rPr>
              <a:t>apply</a:t>
            </a:r>
            <a:r>
              <a:rPr lang="en-US" sz="1800" b="1" dirty="0">
                <a:solidFill>
                  <a:srgbClr val="403F53"/>
                </a:solidFill>
                <a:latin typeface="Consolas" panose="020B0609020204030204" pitchFamily="49" charset="0"/>
              </a:rPr>
              <a:t>(…) </a:t>
            </a:r>
            <a:r>
              <a:rPr lang="en-US" sz="1800" b="1" i="1" dirty="0">
                <a:solidFill>
                  <a:srgbClr val="994CC3"/>
                </a:solidFill>
                <a:latin typeface="Consolas" panose="020B0609020204030204" pitchFamily="49" charset="0"/>
              </a:rPr>
              <a:t>const override</a:t>
            </a:r>
            <a:endParaRPr lang="en-US" sz="1800" b="1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⋮</a:t>
            </a:r>
            <a:endParaRPr lang="en-US" sz="1800" dirty="0">
              <a:solidFill>
                <a:srgbClr val="4876D6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ts val="1500"/>
              </a:lnSpc>
              <a:spcBef>
                <a:spcPts val="1800"/>
              </a:spcBef>
            </a:pP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Filter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* 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filter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C969B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i="1" dirty="0" err="1">
                <a:solidFill>
                  <a:srgbClr val="4876D6"/>
                </a:solidFill>
                <a:latin typeface="Consolas" panose="020B0609020204030204" pitchFamily="49" charset="0"/>
              </a:rPr>
              <a:t>BlurFilter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();</a:t>
            </a:r>
          </a:p>
          <a:p>
            <a:pPr algn="l" rtl="0">
              <a:lnSpc>
                <a:spcPts val="1500"/>
              </a:lnSpc>
            </a:pP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filter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-&gt;</a:t>
            </a:r>
            <a:r>
              <a:rPr lang="en-US" sz="1800" i="1" dirty="0">
                <a:solidFill>
                  <a:srgbClr val="4876D6"/>
                </a:solidFill>
                <a:latin typeface="Consolas" panose="020B0609020204030204" pitchFamily="49" charset="0"/>
              </a:rPr>
              <a:t>apply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(…);</a:t>
            </a:r>
          </a:p>
          <a:p>
            <a:pPr marL="342900" indent="-342900">
              <a:lnSpc>
                <a:spcPts val="15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he-IL" dirty="0">
                <a:solidFill>
                  <a:prstClr val="black"/>
                </a:solidFill>
              </a:rPr>
              <a:t>חשוב להוסיף </a:t>
            </a:r>
            <a:r>
              <a:rPr lang="en-US" sz="2000" b="1" i="1" dirty="0">
                <a:solidFill>
                  <a:srgbClr val="994CC3"/>
                </a:solidFill>
                <a:latin typeface="Consolas" panose="020B0609020204030204" pitchFamily="49" charset="0"/>
              </a:rPr>
              <a:t>override</a:t>
            </a:r>
            <a:r>
              <a:rPr lang="he-IL" dirty="0">
                <a:solidFill>
                  <a:prstClr val="black"/>
                </a:solidFill>
              </a:rPr>
              <a:t> כדי שהקומפיילר </a:t>
            </a:r>
            <a:r>
              <a:rPr lang="he-IL" u="sng" dirty="0">
                <a:solidFill>
                  <a:prstClr val="black"/>
                </a:solidFill>
              </a:rPr>
              <a:t>יוודא</a:t>
            </a:r>
            <a:r>
              <a:rPr lang="he-IL" dirty="0">
                <a:solidFill>
                  <a:prstClr val="black"/>
                </a:solidFill>
              </a:rPr>
              <a:t> את הדריסה</a:t>
            </a:r>
          </a:p>
          <a:p>
            <a:pPr marL="342900" indent="-342900">
              <a:lnSpc>
                <a:spcPts val="15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he-IL" dirty="0">
                <a:solidFill>
                  <a:prstClr val="black"/>
                </a:solidFill>
              </a:rPr>
              <a:t>(אחרת, אם טעינו בפרמטרים, זו תהיה הגדרה של פונקציה חדשה)</a:t>
            </a:r>
          </a:p>
          <a:p>
            <a:pPr marL="342900" indent="-342900">
              <a:lnSpc>
                <a:spcPts val="15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he-IL" dirty="0">
                <a:solidFill>
                  <a:prstClr val="black"/>
                </a:solidFill>
                <a:latin typeface="Consolas" panose="020B0609020204030204" pitchFamily="49" charset="0"/>
              </a:rPr>
              <a:t>אם רוצים </a:t>
            </a:r>
            <a:r>
              <a:rPr lang="he-IL" u="sng" dirty="0">
                <a:solidFill>
                  <a:prstClr val="black"/>
                </a:solidFill>
                <a:latin typeface="Consolas" panose="020B0609020204030204" pitchFamily="49" charset="0"/>
              </a:rPr>
              <a:t>לחסום</a:t>
            </a:r>
            <a:r>
              <a:rPr lang="he-IL" dirty="0">
                <a:solidFill>
                  <a:prstClr val="black"/>
                </a:solidFill>
                <a:latin typeface="Consolas" panose="020B0609020204030204" pitchFamily="49" charset="0"/>
              </a:rPr>
              <a:t> דריסה: </a:t>
            </a:r>
            <a:r>
              <a:rPr lang="en-US" sz="2000" b="1" i="1" dirty="0">
                <a:solidFill>
                  <a:srgbClr val="994CC3"/>
                </a:solidFill>
                <a:latin typeface="Consolas" panose="020B0609020204030204" pitchFamily="49" charset="0"/>
              </a:rPr>
              <a:t>final</a:t>
            </a:r>
          </a:p>
        </p:txBody>
      </p:sp>
    </p:spTree>
    <p:extLst>
      <p:ext uri="{BB962C8B-B14F-4D97-AF65-F5344CB8AC3E}">
        <p14:creationId xmlns:p14="http://schemas.microsoft.com/office/powerpoint/2010/main" val="37606704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Word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E029B-4AE6-D90B-A625-265E65CA8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9D5691D-F534-DA2B-AC13-1649D8E2A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פולימורפיזם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4AFDB6D2-D6C2-669A-08CB-9B8644E2EB1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94472" y="1268976"/>
            <a:ext cx="7727575" cy="5130058"/>
          </a:xfrm>
        </p:spPr>
        <p:txBody>
          <a:bodyPr>
            <a:noAutofit/>
          </a:bodyPr>
          <a:lstStyle/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Filter</a:t>
            </a: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{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1800" b="1" dirty="0">
                <a:solidFill>
                  <a:srgbClr val="403F53"/>
                </a:solidFill>
                <a:latin typeface="Consolas" panose="020B0609020204030204" pitchFamily="49" charset="0"/>
              </a:rPr>
              <a:t>    </a:t>
            </a:r>
            <a:r>
              <a:rPr lang="en-US" sz="1800" b="1" i="1" dirty="0">
                <a:solidFill>
                  <a:srgbClr val="994CC3"/>
                </a:solidFill>
                <a:latin typeface="Consolas" panose="020B0609020204030204" pitchFamily="49" charset="0"/>
              </a:rPr>
              <a:t>virtual</a:t>
            </a:r>
            <a:r>
              <a:rPr lang="en-US" sz="1800" b="1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994CC3"/>
                </a:solidFill>
                <a:latin typeface="Consolas" panose="020B0609020204030204" pitchFamily="49" charset="0"/>
              </a:rPr>
              <a:t>void</a:t>
            </a:r>
            <a:r>
              <a:rPr lang="en-US" sz="1800" b="1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b="1" i="1" dirty="0">
                <a:solidFill>
                  <a:srgbClr val="4876D6"/>
                </a:solidFill>
                <a:latin typeface="Consolas" panose="020B0609020204030204" pitchFamily="49" charset="0"/>
              </a:rPr>
              <a:t>apply</a:t>
            </a:r>
            <a:r>
              <a:rPr lang="en-US" sz="1800" b="1" dirty="0">
                <a:solidFill>
                  <a:srgbClr val="403F53"/>
                </a:solidFill>
                <a:latin typeface="Consolas" panose="020B0609020204030204" pitchFamily="49" charset="0"/>
              </a:rPr>
              <a:t>(…) </a:t>
            </a:r>
            <a:r>
              <a:rPr lang="en-US" sz="1800" b="1" i="1" dirty="0">
                <a:solidFill>
                  <a:srgbClr val="994CC3"/>
                </a:solidFill>
                <a:latin typeface="Consolas" panose="020B0609020204030204" pitchFamily="49" charset="0"/>
              </a:rPr>
              <a:t>const</a:t>
            </a:r>
            <a:endParaRPr lang="en-US" sz="1800" b="1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⋮</a:t>
            </a:r>
          </a:p>
          <a:p>
            <a:pPr algn="l" rtl="0">
              <a:lnSpc>
                <a:spcPct val="120000"/>
              </a:lnSpc>
              <a:spcBef>
                <a:spcPts val="1800"/>
              </a:spcBef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BlurFilter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b="1" i="1" dirty="0">
                <a:solidFill>
                  <a:srgbClr val="994CC3"/>
                </a:solidFill>
                <a:latin typeface="Consolas" panose="020B0609020204030204" pitchFamily="49" charset="0"/>
              </a:rPr>
              <a:t>final 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: </a:t>
            </a:r>
            <a:r>
              <a:rPr lang="en-US" sz="1800" b="1" i="1" dirty="0">
                <a:solidFill>
                  <a:srgbClr val="994CC3"/>
                </a:solidFill>
                <a:latin typeface="Consolas" panose="020B0609020204030204" pitchFamily="49" charset="0"/>
              </a:rPr>
              <a:t>public 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Filter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{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1800" b="1" dirty="0">
                <a:solidFill>
                  <a:srgbClr val="403F53"/>
                </a:solidFill>
                <a:latin typeface="Consolas" panose="020B0609020204030204" pitchFamily="49" charset="0"/>
              </a:rPr>
              <a:t>    </a:t>
            </a:r>
            <a:r>
              <a:rPr lang="en-US" sz="1800" b="1" i="1" dirty="0">
                <a:solidFill>
                  <a:srgbClr val="994CC3"/>
                </a:solidFill>
                <a:latin typeface="Consolas" panose="020B0609020204030204" pitchFamily="49" charset="0"/>
              </a:rPr>
              <a:t>virtual</a:t>
            </a:r>
            <a:r>
              <a:rPr lang="en-US" sz="1800" b="1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994CC3"/>
                </a:solidFill>
                <a:latin typeface="Consolas" panose="020B0609020204030204" pitchFamily="49" charset="0"/>
              </a:rPr>
              <a:t>void</a:t>
            </a:r>
            <a:r>
              <a:rPr lang="en-US" sz="1800" b="1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b="1" i="1" dirty="0">
                <a:solidFill>
                  <a:srgbClr val="4876D6"/>
                </a:solidFill>
                <a:latin typeface="Consolas" panose="020B0609020204030204" pitchFamily="49" charset="0"/>
              </a:rPr>
              <a:t>apply</a:t>
            </a:r>
            <a:r>
              <a:rPr lang="en-US" sz="1800" b="1" dirty="0">
                <a:solidFill>
                  <a:srgbClr val="403F53"/>
                </a:solidFill>
                <a:latin typeface="Consolas" panose="020B0609020204030204" pitchFamily="49" charset="0"/>
              </a:rPr>
              <a:t>(…) </a:t>
            </a:r>
            <a:r>
              <a:rPr lang="en-US" sz="1800" b="1" i="1" dirty="0">
                <a:solidFill>
                  <a:srgbClr val="994CC3"/>
                </a:solidFill>
                <a:latin typeface="Consolas" panose="020B0609020204030204" pitchFamily="49" charset="0"/>
              </a:rPr>
              <a:t>const override</a:t>
            </a:r>
            <a:endParaRPr lang="en-US" sz="1800" b="1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⋮</a:t>
            </a:r>
            <a:endParaRPr lang="en-US" sz="1800" dirty="0">
              <a:solidFill>
                <a:srgbClr val="4876D6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ts val="1500"/>
              </a:lnSpc>
              <a:spcBef>
                <a:spcPts val="1800"/>
              </a:spcBef>
            </a:pP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Filter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* 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filter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C969B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i="1" dirty="0" err="1">
                <a:solidFill>
                  <a:srgbClr val="4876D6"/>
                </a:solidFill>
                <a:latin typeface="Consolas" panose="020B0609020204030204" pitchFamily="49" charset="0"/>
              </a:rPr>
              <a:t>BlurFilter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();</a:t>
            </a:r>
          </a:p>
          <a:p>
            <a:pPr algn="l" rtl="0">
              <a:lnSpc>
                <a:spcPts val="1500"/>
              </a:lnSpc>
            </a:pP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filter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-&gt;</a:t>
            </a:r>
            <a:r>
              <a:rPr lang="en-US" sz="1800" i="1" dirty="0">
                <a:solidFill>
                  <a:srgbClr val="4876D6"/>
                </a:solidFill>
                <a:latin typeface="Consolas" panose="020B0609020204030204" pitchFamily="49" charset="0"/>
              </a:rPr>
              <a:t>apply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(…);</a:t>
            </a:r>
          </a:p>
          <a:p>
            <a:pPr marL="342900" indent="-342900">
              <a:lnSpc>
                <a:spcPts val="15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he-IL" dirty="0">
                <a:solidFill>
                  <a:prstClr val="black"/>
                </a:solidFill>
              </a:rPr>
              <a:t>חשוב להוסיף </a:t>
            </a:r>
            <a:r>
              <a:rPr lang="en-US" sz="2000" b="1" i="1" dirty="0">
                <a:solidFill>
                  <a:srgbClr val="994CC3"/>
                </a:solidFill>
                <a:latin typeface="Consolas" panose="020B0609020204030204" pitchFamily="49" charset="0"/>
              </a:rPr>
              <a:t>override</a:t>
            </a:r>
            <a:r>
              <a:rPr lang="he-IL" dirty="0">
                <a:solidFill>
                  <a:prstClr val="black"/>
                </a:solidFill>
              </a:rPr>
              <a:t> כדי שהקומפיילר </a:t>
            </a:r>
            <a:r>
              <a:rPr lang="he-IL" u="sng" dirty="0">
                <a:solidFill>
                  <a:prstClr val="black"/>
                </a:solidFill>
              </a:rPr>
              <a:t>יוודא</a:t>
            </a:r>
            <a:r>
              <a:rPr lang="he-IL" dirty="0">
                <a:solidFill>
                  <a:prstClr val="black"/>
                </a:solidFill>
              </a:rPr>
              <a:t> את הדריסה</a:t>
            </a:r>
          </a:p>
          <a:p>
            <a:pPr marL="342900" indent="-342900">
              <a:lnSpc>
                <a:spcPts val="15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he-IL" dirty="0">
                <a:solidFill>
                  <a:prstClr val="black"/>
                </a:solidFill>
              </a:rPr>
              <a:t>(אחרת, אם טעינו בפרמטרים, זו תהיה הגדרה של פונקציה חדשה)</a:t>
            </a:r>
          </a:p>
          <a:p>
            <a:pPr marL="342900" indent="-342900">
              <a:lnSpc>
                <a:spcPts val="15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he-IL" dirty="0">
                <a:solidFill>
                  <a:prstClr val="black"/>
                </a:solidFill>
                <a:latin typeface="Consolas" panose="020B0609020204030204" pitchFamily="49" charset="0"/>
              </a:rPr>
              <a:t>אם רוצים </a:t>
            </a:r>
            <a:r>
              <a:rPr lang="he-IL" u="sng" dirty="0">
                <a:solidFill>
                  <a:prstClr val="black"/>
                </a:solidFill>
                <a:latin typeface="Consolas" panose="020B0609020204030204" pitchFamily="49" charset="0"/>
              </a:rPr>
              <a:t>לחסום</a:t>
            </a:r>
            <a:r>
              <a:rPr lang="he-IL" dirty="0">
                <a:solidFill>
                  <a:prstClr val="black"/>
                </a:solidFill>
                <a:latin typeface="Consolas" panose="020B0609020204030204" pitchFamily="49" charset="0"/>
              </a:rPr>
              <a:t> דריסה: </a:t>
            </a:r>
            <a:r>
              <a:rPr lang="en-US" sz="2000" b="1" i="1" dirty="0">
                <a:solidFill>
                  <a:srgbClr val="994CC3"/>
                </a:solidFill>
                <a:latin typeface="Consolas" panose="020B0609020204030204" pitchFamily="49" charset="0"/>
              </a:rPr>
              <a:t>final</a:t>
            </a:r>
          </a:p>
        </p:txBody>
      </p:sp>
    </p:spTree>
    <p:extLst>
      <p:ext uri="{BB962C8B-B14F-4D97-AF65-F5344CB8AC3E}">
        <p14:creationId xmlns:p14="http://schemas.microsoft.com/office/powerpoint/2010/main" val="41753369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Word"/>
      </p:transition>
    </mc:Choice>
    <mc:Fallback xmlns="">
      <p:transition spd="slow" advClick="0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EAFB0-6E5D-54A7-854B-5B17F16A2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7ECFEB0-0D2F-FBD0-2E5A-2B2C944E7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פולימורפיזם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93692324-AB2C-2A54-79DF-3C59AC2D828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94472" y="1268976"/>
            <a:ext cx="7727575" cy="5130058"/>
          </a:xfrm>
        </p:spPr>
        <p:txBody>
          <a:bodyPr>
            <a:noAutofit/>
          </a:bodyPr>
          <a:lstStyle/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Filter</a:t>
            </a: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{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1800" b="1" dirty="0">
                <a:solidFill>
                  <a:srgbClr val="403F53"/>
                </a:solidFill>
                <a:latin typeface="Consolas" panose="020B0609020204030204" pitchFamily="49" charset="0"/>
              </a:rPr>
              <a:t>    </a:t>
            </a:r>
            <a:r>
              <a:rPr lang="en-US" sz="1800" b="1" i="1" dirty="0">
                <a:solidFill>
                  <a:srgbClr val="994CC3"/>
                </a:solidFill>
                <a:latin typeface="Consolas" panose="020B0609020204030204" pitchFamily="49" charset="0"/>
              </a:rPr>
              <a:t>virtual</a:t>
            </a:r>
            <a:r>
              <a:rPr lang="en-US" sz="1800" b="1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994CC3"/>
                </a:solidFill>
                <a:latin typeface="Consolas" panose="020B0609020204030204" pitchFamily="49" charset="0"/>
              </a:rPr>
              <a:t>void</a:t>
            </a:r>
            <a:r>
              <a:rPr lang="en-US" sz="1800" b="1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b="1" i="1" dirty="0">
                <a:solidFill>
                  <a:srgbClr val="4876D6"/>
                </a:solidFill>
                <a:latin typeface="Consolas" panose="020B0609020204030204" pitchFamily="49" charset="0"/>
              </a:rPr>
              <a:t>apply</a:t>
            </a:r>
            <a:r>
              <a:rPr lang="en-US" sz="1800" b="1" dirty="0">
                <a:solidFill>
                  <a:srgbClr val="403F53"/>
                </a:solidFill>
                <a:latin typeface="Consolas" panose="020B0609020204030204" pitchFamily="49" charset="0"/>
              </a:rPr>
              <a:t>(…) </a:t>
            </a:r>
            <a:r>
              <a:rPr lang="en-US" sz="1800" b="1" i="1" dirty="0">
                <a:solidFill>
                  <a:srgbClr val="994CC3"/>
                </a:solidFill>
                <a:latin typeface="Consolas" panose="020B0609020204030204" pitchFamily="49" charset="0"/>
              </a:rPr>
              <a:t>const</a:t>
            </a:r>
            <a:endParaRPr lang="en-US" sz="1800" b="1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⋮</a:t>
            </a:r>
          </a:p>
          <a:p>
            <a:pPr algn="l" rtl="0">
              <a:lnSpc>
                <a:spcPct val="120000"/>
              </a:lnSpc>
              <a:spcBef>
                <a:spcPts val="1800"/>
              </a:spcBef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BlurFilter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: </a:t>
            </a:r>
            <a:r>
              <a:rPr lang="en-US" sz="1800" b="1" i="1" dirty="0">
                <a:solidFill>
                  <a:srgbClr val="994CC3"/>
                </a:solidFill>
                <a:latin typeface="Consolas" panose="020B0609020204030204" pitchFamily="49" charset="0"/>
              </a:rPr>
              <a:t>public 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Filter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{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1800" b="1" dirty="0">
                <a:solidFill>
                  <a:srgbClr val="403F53"/>
                </a:solidFill>
                <a:latin typeface="Consolas" panose="020B0609020204030204" pitchFamily="49" charset="0"/>
              </a:rPr>
              <a:t>    </a:t>
            </a:r>
            <a:r>
              <a:rPr lang="en-US" sz="1800" b="1" i="1" dirty="0">
                <a:solidFill>
                  <a:srgbClr val="994CC3"/>
                </a:solidFill>
                <a:latin typeface="Consolas" panose="020B0609020204030204" pitchFamily="49" charset="0"/>
              </a:rPr>
              <a:t>virtual</a:t>
            </a:r>
            <a:r>
              <a:rPr lang="en-US" sz="1800" b="1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994CC3"/>
                </a:solidFill>
                <a:latin typeface="Consolas" panose="020B0609020204030204" pitchFamily="49" charset="0"/>
              </a:rPr>
              <a:t>void</a:t>
            </a:r>
            <a:r>
              <a:rPr lang="en-US" sz="1800" b="1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b="1" i="1" dirty="0">
                <a:solidFill>
                  <a:srgbClr val="4876D6"/>
                </a:solidFill>
                <a:latin typeface="Consolas" panose="020B0609020204030204" pitchFamily="49" charset="0"/>
              </a:rPr>
              <a:t>apply</a:t>
            </a:r>
            <a:r>
              <a:rPr lang="en-US" sz="1800" b="1" dirty="0">
                <a:solidFill>
                  <a:srgbClr val="403F53"/>
                </a:solidFill>
                <a:latin typeface="Consolas" panose="020B0609020204030204" pitchFamily="49" charset="0"/>
              </a:rPr>
              <a:t>(…) </a:t>
            </a:r>
            <a:r>
              <a:rPr lang="en-US" sz="1800" b="1" i="1" dirty="0">
                <a:solidFill>
                  <a:srgbClr val="994CC3"/>
                </a:solidFill>
                <a:latin typeface="Consolas" panose="020B0609020204030204" pitchFamily="49" charset="0"/>
              </a:rPr>
              <a:t>const override final</a:t>
            </a:r>
            <a:endParaRPr lang="en-US" sz="1800" b="1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⋮</a:t>
            </a:r>
            <a:endParaRPr lang="en-US" sz="1800" dirty="0">
              <a:solidFill>
                <a:srgbClr val="4876D6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ts val="1500"/>
              </a:lnSpc>
              <a:spcBef>
                <a:spcPts val="1800"/>
              </a:spcBef>
            </a:pP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Filter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* 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filter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C969B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i="1" dirty="0" err="1">
                <a:solidFill>
                  <a:srgbClr val="4876D6"/>
                </a:solidFill>
                <a:latin typeface="Consolas" panose="020B0609020204030204" pitchFamily="49" charset="0"/>
              </a:rPr>
              <a:t>BlurFilter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();</a:t>
            </a:r>
          </a:p>
          <a:p>
            <a:pPr algn="l" rtl="0">
              <a:lnSpc>
                <a:spcPts val="1500"/>
              </a:lnSpc>
            </a:pP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filter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-&gt;</a:t>
            </a:r>
            <a:r>
              <a:rPr lang="en-US" sz="1800" i="1" dirty="0">
                <a:solidFill>
                  <a:srgbClr val="4876D6"/>
                </a:solidFill>
                <a:latin typeface="Consolas" panose="020B0609020204030204" pitchFamily="49" charset="0"/>
              </a:rPr>
              <a:t>apply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(…);</a:t>
            </a:r>
          </a:p>
          <a:p>
            <a:pPr marL="342900" indent="-342900">
              <a:lnSpc>
                <a:spcPts val="15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he-IL" dirty="0">
                <a:solidFill>
                  <a:prstClr val="black"/>
                </a:solidFill>
              </a:rPr>
              <a:t>חשוב להוסיף </a:t>
            </a:r>
            <a:r>
              <a:rPr lang="en-US" sz="2000" b="1" i="1" dirty="0">
                <a:solidFill>
                  <a:srgbClr val="994CC3"/>
                </a:solidFill>
                <a:latin typeface="Consolas" panose="020B0609020204030204" pitchFamily="49" charset="0"/>
              </a:rPr>
              <a:t>override</a:t>
            </a:r>
            <a:r>
              <a:rPr lang="he-IL" dirty="0">
                <a:solidFill>
                  <a:prstClr val="black"/>
                </a:solidFill>
              </a:rPr>
              <a:t> כדי שהקומפיילר </a:t>
            </a:r>
            <a:r>
              <a:rPr lang="he-IL" u="sng" dirty="0">
                <a:solidFill>
                  <a:prstClr val="black"/>
                </a:solidFill>
              </a:rPr>
              <a:t>יוודא</a:t>
            </a:r>
            <a:r>
              <a:rPr lang="he-IL" dirty="0">
                <a:solidFill>
                  <a:prstClr val="black"/>
                </a:solidFill>
              </a:rPr>
              <a:t> את הדריסה</a:t>
            </a:r>
          </a:p>
          <a:p>
            <a:pPr marL="342900" indent="-342900">
              <a:lnSpc>
                <a:spcPts val="15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he-IL" dirty="0">
                <a:solidFill>
                  <a:prstClr val="black"/>
                </a:solidFill>
              </a:rPr>
              <a:t>(אחרת, אם טעינו בפרמטרים, זו תהיה הגדרה של פונקציה חדשה)</a:t>
            </a:r>
          </a:p>
          <a:p>
            <a:pPr marL="342900" indent="-342900">
              <a:lnSpc>
                <a:spcPts val="15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he-IL" dirty="0">
                <a:solidFill>
                  <a:prstClr val="black"/>
                </a:solidFill>
                <a:latin typeface="Consolas" panose="020B0609020204030204" pitchFamily="49" charset="0"/>
              </a:rPr>
              <a:t>אם רוצים </a:t>
            </a:r>
            <a:r>
              <a:rPr lang="he-IL" u="sng" dirty="0">
                <a:solidFill>
                  <a:prstClr val="black"/>
                </a:solidFill>
                <a:latin typeface="Consolas" panose="020B0609020204030204" pitchFamily="49" charset="0"/>
              </a:rPr>
              <a:t>לחסום</a:t>
            </a:r>
            <a:r>
              <a:rPr lang="he-IL" dirty="0">
                <a:solidFill>
                  <a:prstClr val="black"/>
                </a:solidFill>
                <a:latin typeface="Consolas" panose="020B0609020204030204" pitchFamily="49" charset="0"/>
              </a:rPr>
              <a:t> דריסה: </a:t>
            </a:r>
            <a:r>
              <a:rPr lang="en-US" sz="2000" b="1" i="1" dirty="0">
                <a:solidFill>
                  <a:srgbClr val="994CC3"/>
                </a:solidFill>
                <a:latin typeface="Consolas" panose="020B0609020204030204" pitchFamily="49" charset="0"/>
              </a:rPr>
              <a:t>final</a:t>
            </a:r>
          </a:p>
        </p:txBody>
      </p:sp>
    </p:spTree>
    <p:extLst>
      <p:ext uri="{BB962C8B-B14F-4D97-AF65-F5344CB8AC3E}">
        <p14:creationId xmlns:p14="http://schemas.microsoft.com/office/powerpoint/2010/main" val="32716625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Word"/>
      </p:transition>
    </mc:Choice>
    <mc:Fallback xmlns="">
      <p:transition spd="slow" advClick="0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43B45-0D0A-CE45-5031-35207BE3A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9559C40-FFA4-8671-6585-B51C6B523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פולימורפיזם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43514C78-A249-1B6F-6156-3813D5420DD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0498" y="1358977"/>
            <a:ext cx="7831137" cy="5220057"/>
          </a:xfrm>
        </p:spPr>
        <p:txBody>
          <a:bodyPr>
            <a:noAutofit/>
          </a:bodyPr>
          <a:lstStyle/>
          <a:p>
            <a:pPr algn="r"/>
            <a:endParaRPr lang="he-IL" sz="2400" dirty="0"/>
          </a:p>
          <a:p>
            <a:pPr algn="r"/>
            <a:endParaRPr lang="en-US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AA9440F-9BB6-4EAB-C430-D0D6197A33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5705" y="1988984"/>
            <a:ext cx="7632032" cy="4162927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A320A36-A9BB-3A87-5A66-7529E478705C}"/>
              </a:ext>
            </a:extLst>
          </p:cNvPr>
          <p:cNvSpPr/>
          <p:nvPr/>
        </p:nvSpPr>
        <p:spPr>
          <a:xfrm>
            <a:off x="6102018" y="2069536"/>
            <a:ext cx="2504774" cy="810009"/>
          </a:xfrm>
          <a:prstGeom prst="roundRect">
            <a:avLst/>
          </a:prstGeom>
          <a:solidFill>
            <a:schemeClr val="accent2">
              <a:alpha val="20000"/>
            </a:schemeClr>
          </a:solidFill>
          <a:ln w="25400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956674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751F3-199A-51FE-6771-DB4E1DEE2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CCC945F-C1DF-82B9-9D72-4AF31A475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פולימורפיזם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5267A460-6DDE-AE9D-883C-4DE03E99F6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0498" y="1358977"/>
            <a:ext cx="7831137" cy="5220057"/>
          </a:xfrm>
        </p:spPr>
        <p:txBody>
          <a:bodyPr>
            <a:noAutofit/>
          </a:bodyPr>
          <a:lstStyle/>
          <a:p>
            <a:pPr algn="r"/>
            <a:endParaRPr lang="he-IL" sz="2400" dirty="0"/>
          </a:p>
          <a:p>
            <a:pPr algn="r"/>
            <a:endParaRPr lang="en-US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8D8C413-ABC8-6129-9E0C-C16AB9567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5705" y="1988984"/>
            <a:ext cx="7632032" cy="4162927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EAA9492-E939-545C-09BA-8CB3CDEE5EE4}"/>
              </a:ext>
            </a:extLst>
          </p:cNvPr>
          <p:cNvSpPr/>
          <p:nvPr/>
        </p:nvSpPr>
        <p:spPr>
          <a:xfrm>
            <a:off x="5846252" y="3255067"/>
            <a:ext cx="1156151" cy="571528"/>
          </a:xfrm>
          <a:prstGeom prst="roundRect">
            <a:avLst/>
          </a:prstGeom>
          <a:solidFill>
            <a:schemeClr val="accent2">
              <a:alpha val="20000"/>
            </a:schemeClr>
          </a:solidFill>
          <a:ln w="25400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1090313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0E7CA-44D1-17D5-B2AA-CC5506957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D79A3A-2E2D-79DC-0FD7-1B0FACE59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פולימורפיזם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64A16928-AB0A-2A59-C0BC-ED99757209F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0498" y="1358977"/>
            <a:ext cx="7831137" cy="5220057"/>
          </a:xfrm>
        </p:spPr>
        <p:txBody>
          <a:bodyPr>
            <a:noAutofit/>
          </a:bodyPr>
          <a:lstStyle/>
          <a:p>
            <a:pPr algn="r"/>
            <a:endParaRPr lang="he-IL" sz="2400" dirty="0"/>
          </a:p>
          <a:p>
            <a:pPr algn="r"/>
            <a:endParaRPr lang="en-US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9F9721-22E7-2A31-257D-DC876F6C98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5705" y="1988984"/>
            <a:ext cx="7632032" cy="4162927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90D0215-79CE-23A4-E476-298D23E8BD51}"/>
              </a:ext>
            </a:extLst>
          </p:cNvPr>
          <p:cNvSpPr/>
          <p:nvPr/>
        </p:nvSpPr>
        <p:spPr>
          <a:xfrm>
            <a:off x="880498" y="1898983"/>
            <a:ext cx="2080669" cy="1391794"/>
          </a:xfrm>
          <a:prstGeom prst="roundRect">
            <a:avLst/>
          </a:prstGeom>
          <a:solidFill>
            <a:schemeClr val="accent2">
              <a:alpha val="20000"/>
            </a:schemeClr>
          </a:solidFill>
          <a:ln w="25400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7405816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A058B-F034-C15F-02FA-A6F3E2801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E99EE52-FE40-8147-7C5E-8E29C39DB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פולימורפיזם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44F1B60D-96D7-C91B-E199-09D0B2F8B8F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0498" y="1358977"/>
            <a:ext cx="7831137" cy="5220057"/>
          </a:xfrm>
        </p:spPr>
        <p:txBody>
          <a:bodyPr>
            <a:noAutofit/>
          </a:bodyPr>
          <a:lstStyle/>
          <a:p>
            <a:pPr algn="r"/>
            <a:endParaRPr lang="he-IL" sz="2400" dirty="0"/>
          </a:p>
          <a:p>
            <a:pPr algn="r"/>
            <a:endParaRPr lang="en-US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61E8D8-CAE4-B44B-06D6-C5F9D66FCB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5705" y="1988984"/>
            <a:ext cx="7632032" cy="4162927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0CC1D21-9723-A60A-8BAB-EE9C5CF78B89}"/>
              </a:ext>
            </a:extLst>
          </p:cNvPr>
          <p:cNvSpPr/>
          <p:nvPr/>
        </p:nvSpPr>
        <p:spPr>
          <a:xfrm>
            <a:off x="3671990" y="1988984"/>
            <a:ext cx="2160024" cy="1391794"/>
          </a:xfrm>
          <a:prstGeom prst="roundRect">
            <a:avLst/>
          </a:prstGeom>
          <a:solidFill>
            <a:schemeClr val="accent2">
              <a:alpha val="20000"/>
            </a:schemeClr>
          </a:solidFill>
          <a:ln w="25400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718234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7FD6C-8AA3-12D7-D81A-A9B478FA6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D61D6D-2605-741F-B9F7-A3D31B17B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פולימורפיזם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93CA5667-97E7-9865-0A63-C623BF5DF2F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0498" y="1358977"/>
            <a:ext cx="7831137" cy="5220057"/>
          </a:xfrm>
        </p:spPr>
        <p:txBody>
          <a:bodyPr>
            <a:noAutofit/>
          </a:bodyPr>
          <a:lstStyle/>
          <a:p>
            <a:pPr algn="r"/>
            <a:endParaRPr lang="he-IL" sz="2400" dirty="0"/>
          </a:p>
          <a:p>
            <a:pPr algn="r"/>
            <a:endParaRPr lang="en-US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4BD0A43-5068-67DC-DBBA-8DAA00095F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5705" y="1988984"/>
            <a:ext cx="7632032" cy="4162927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27C5BBD-4439-36F5-8596-92D5D29F5CA4}"/>
              </a:ext>
            </a:extLst>
          </p:cNvPr>
          <p:cNvSpPr/>
          <p:nvPr/>
        </p:nvSpPr>
        <p:spPr>
          <a:xfrm>
            <a:off x="5846252" y="3255067"/>
            <a:ext cx="1156151" cy="571528"/>
          </a:xfrm>
          <a:prstGeom prst="roundRect">
            <a:avLst/>
          </a:prstGeom>
          <a:solidFill>
            <a:schemeClr val="accent2">
              <a:alpha val="20000"/>
            </a:schemeClr>
          </a:solidFill>
          <a:ln w="25400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4141649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90764-F6CF-E9A8-00EA-956FA1D10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9B12905-AEC8-8A82-B82F-3C1EF53BE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פולימורפיזם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E58849A0-5CF3-37E7-1DB6-481A17F0709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0498" y="1358977"/>
            <a:ext cx="7831137" cy="5220057"/>
          </a:xfrm>
        </p:spPr>
        <p:txBody>
          <a:bodyPr>
            <a:noAutofit/>
          </a:bodyPr>
          <a:lstStyle/>
          <a:p>
            <a:pPr algn="r"/>
            <a:endParaRPr lang="he-IL" sz="2400" dirty="0"/>
          </a:p>
          <a:p>
            <a:pPr algn="r"/>
            <a:endParaRPr lang="en-US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EC95E8-8D22-1E2F-AB8B-20DFFED126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5705" y="1988984"/>
            <a:ext cx="7632032" cy="4162927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DA15385-8878-8E17-9BC1-284469680495}"/>
              </a:ext>
            </a:extLst>
          </p:cNvPr>
          <p:cNvSpPr/>
          <p:nvPr/>
        </p:nvSpPr>
        <p:spPr>
          <a:xfrm>
            <a:off x="880497" y="3621116"/>
            <a:ext cx="2101935" cy="2003507"/>
          </a:xfrm>
          <a:prstGeom prst="roundRect">
            <a:avLst/>
          </a:prstGeom>
          <a:solidFill>
            <a:schemeClr val="accent2">
              <a:alpha val="20000"/>
            </a:schemeClr>
          </a:solidFill>
          <a:ln w="25400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8016169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E92B6-E603-1038-41DE-EA70E2EB6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F5C130C-0C54-C1D0-C36A-ED2C42481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פולימורפיזם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68D0E38A-8614-944D-7CD1-3D5B73DABBE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0498" y="1358977"/>
            <a:ext cx="7831137" cy="5220057"/>
          </a:xfrm>
        </p:spPr>
        <p:txBody>
          <a:bodyPr>
            <a:noAutofit/>
          </a:bodyPr>
          <a:lstStyle/>
          <a:p>
            <a:pPr algn="r"/>
            <a:endParaRPr lang="he-IL" sz="2400" dirty="0"/>
          </a:p>
          <a:p>
            <a:pPr algn="r"/>
            <a:endParaRPr lang="en-US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EC90F4-3D3C-1318-5ED8-0AA036F750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5705" y="1988984"/>
            <a:ext cx="7632032" cy="4162927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A799FCF-B857-7C41-EA7F-19A7A208E0C1}"/>
              </a:ext>
            </a:extLst>
          </p:cNvPr>
          <p:cNvSpPr/>
          <p:nvPr/>
        </p:nvSpPr>
        <p:spPr>
          <a:xfrm>
            <a:off x="3671990" y="4170476"/>
            <a:ext cx="2409833" cy="2155896"/>
          </a:xfrm>
          <a:prstGeom prst="roundRect">
            <a:avLst/>
          </a:prstGeom>
          <a:solidFill>
            <a:schemeClr val="accent2">
              <a:alpha val="20000"/>
            </a:schemeClr>
          </a:solidFill>
          <a:ln w="25400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9293680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6583E-22AC-84FC-C82F-99B94C0F4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F012294-F171-331B-541B-55D1F8DE2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פולימורפיזם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222F7F66-8FB3-D253-47A6-4F5F3700DB0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0498" y="1358977"/>
            <a:ext cx="7831137" cy="5220057"/>
          </a:xfrm>
        </p:spPr>
        <p:txBody>
          <a:bodyPr>
            <a:noAutofit/>
          </a:bodyPr>
          <a:lstStyle/>
          <a:p>
            <a:pPr algn="r"/>
            <a:endParaRPr lang="he-IL" sz="2400" dirty="0"/>
          </a:p>
          <a:p>
            <a:pPr algn="r"/>
            <a:endParaRPr lang="en-US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AB67A7-9081-47E8-8009-10D0D2FD66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5705" y="1988984"/>
            <a:ext cx="7632032" cy="4162927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46C45C5-5151-081E-35A2-AEA4784D6551}"/>
              </a:ext>
            </a:extLst>
          </p:cNvPr>
          <p:cNvSpPr/>
          <p:nvPr/>
        </p:nvSpPr>
        <p:spPr>
          <a:xfrm>
            <a:off x="7020459" y="4986027"/>
            <a:ext cx="1554699" cy="872514"/>
          </a:xfrm>
          <a:prstGeom prst="roundRect">
            <a:avLst/>
          </a:prstGeom>
          <a:solidFill>
            <a:schemeClr val="accent2">
              <a:alpha val="20000"/>
            </a:schemeClr>
          </a:solidFill>
          <a:ln w="25400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2412968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6E186-30F7-D9B5-4A6A-9A7C6077F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53BEDC-F6DA-7721-733E-ACA6F9573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המרה למטה (</a:t>
            </a:r>
            <a:r>
              <a:rPr lang="en-US" dirty="0" err="1">
                <a:effectLst/>
              </a:rPr>
              <a:t>downcasting</a:t>
            </a:r>
            <a:r>
              <a:rPr lang="he-IL" dirty="0">
                <a:effectLst/>
              </a:rPr>
              <a:t>)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B0DD2EE3-FF74-FF42-AB86-52B8AC33A74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0498" y="1358977"/>
            <a:ext cx="7831137" cy="5220057"/>
          </a:xfrm>
        </p:spPr>
        <p:txBody>
          <a:bodyPr>
            <a:noAutofit/>
          </a:bodyPr>
          <a:lstStyle/>
          <a:p>
            <a:pPr marR="0" lvl="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he-IL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סוגי המרות (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casting</a:t>
            </a:r>
            <a:r>
              <a:rPr lang="he-IL" b="1" dirty="0">
                <a:solidFill>
                  <a:prstClr val="black"/>
                </a:solidFill>
              </a:rPr>
              <a:t>)</a:t>
            </a:r>
            <a:endParaRPr kumimoji="0" lang="he-IL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rtl="0">
              <a:lnSpc>
                <a:spcPts val="1500"/>
              </a:lnSpc>
              <a:buNone/>
            </a:pPr>
            <a:endParaRPr lang="en-US" sz="1800" b="0" i="1" dirty="0">
              <a:solidFill>
                <a:srgbClr val="994CC3"/>
              </a:solidFill>
              <a:effectLst/>
              <a:latin typeface="Consolas" panose="020B0609020204030204" pitchFamily="49" charset="0"/>
            </a:endParaRPr>
          </a:p>
          <a:p>
            <a:pPr algn="l" rtl="0">
              <a:lnSpc>
                <a:spcPts val="1500"/>
              </a:lnSpc>
              <a:buNone/>
            </a:pPr>
            <a:r>
              <a:rPr lang="en-US" sz="1800" b="0" i="1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i="1" dirty="0" err="1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BlurFilter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R="0" lvl="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dirty="0">
              <a:solidFill>
                <a:prstClr val="black"/>
              </a:solidFill>
            </a:endParaRPr>
          </a:p>
          <a:p>
            <a:pPr marL="285750" marR="0" lvl="0" indent="-28575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e-IL" dirty="0">
                <a:solidFill>
                  <a:prstClr val="black"/>
                </a:solidFill>
              </a:rPr>
              <a:t>המרה "בכוח" (בסגנון שפת </a:t>
            </a:r>
            <a:r>
              <a:rPr lang="en-US" dirty="0">
                <a:solidFill>
                  <a:prstClr val="black"/>
                </a:solidFill>
              </a:rPr>
              <a:t>C</a:t>
            </a:r>
            <a:r>
              <a:rPr lang="he-IL" dirty="0">
                <a:solidFill>
                  <a:prstClr val="black"/>
                </a:solidFill>
              </a:rPr>
              <a:t> - </a:t>
            </a:r>
            <a:r>
              <a:rPr lang="en-US" dirty="0">
                <a:solidFill>
                  <a:prstClr val="black"/>
                </a:solidFill>
              </a:rPr>
              <a:t>c-style casting</a:t>
            </a:r>
            <a:r>
              <a:rPr lang="he-IL" dirty="0">
                <a:solidFill>
                  <a:prstClr val="black"/>
                </a:solidFill>
              </a:rPr>
              <a:t>):</a:t>
            </a:r>
            <a:endParaRPr lang="en-US" dirty="0">
              <a:solidFill>
                <a:prstClr val="black"/>
              </a:solidFill>
            </a:endParaRPr>
          </a:p>
          <a:p>
            <a:pPr marL="342900" marR="0" lvl="0" indent="-34290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he-IL" dirty="0">
                <a:solidFill>
                  <a:prstClr val="black"/>
                </a:solidFill>
              </a:rPr>
              <a:t>קומפיילר "ינסה" את כל </a:t>
            </a:r>
            <a:r>
              <a:rPr lang="he-IL" dirty="0" err="1">
                <a:solidFill>
                  <a:prstClr val="black"/>
                </a:solidFill>
              </a:rPr>
              <a:t>ההמרות</a:t>
            </a:r>
            <a:r>
              <a:rPr lang="he-IL" dirty="0">
                <a:solidFill>
                  <a:prstClr val="black"/>
                </a:solidFill>
              </a:rPr>
              <a:t> </a:t>
            </a:r>
            <a:r>
              <a:rPr lang="he-IL" dirty="0" err="1">
                <a:solidFill>
                  <a:prstClr val="black"/>
                </a:solidFill>
              </a:rPr>
              <a:t>מה"קלה</a:t>
            </a:r>
            <a:r>
              <a:rPr lang="he-IL" dirty="0">
                <a:solidFill>
                  <a:prstClr val="black"/>
                </a:solidFill>
              </a:rPr>
              <a:t>" ל"קשה"</a:t>
            </a:r>
          </a:p>
          <a:p>
            <a:pPr marR="0" lvl="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dirty="0">
              <a:solidFill>
                <a:prstClr val="black"/>
              </a:solidFill>
            </a:endParaRPr>
          </a:p>
          <a:p>
            <a:pPr algn="l" rtl="0">
              <a:lnSpc>
                <a:spcPts val="1500"/>
              </a:lnSpc>
            </a:pPr>
            <a:r>
              <a:rPr lang="sv-SE" sz="1800" b="0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BlurFilter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&amp;</a:t>
            </a:r>
            <a:r>
              <a:rPr lang="sv-SE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v-SE" sz="1800" b="0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blur</a:t>
            </a:r>
            <a:r>
              <a:rPr lang="sv-SE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v-SE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v-SE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sv-SE" sz="1800" b="0" i="1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sv-SE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v-SE" sz="1800" b="0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BlurFilter</a:t>
            </a:r>
            <a:r>
              <a:rPr lang="sv-SE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sv-SE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sv-SE" sz="1800" b="0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sv-SE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ts val="1500"/>
              </a:lnSpc>
            </a:pPr>
            <a:r>
              <a:rPr lang="en-US" sz="1800" dirty="0" err="1">
                <a:solidFill>
                  <a:srgbClr val="4876D6"/>
                </a:solidFill>
                <a:latin typeface="Consolas" panose="020B0609020204030204" pitchFamily="49" charset="0"/>
              </a:rPr>
              <a:t>blur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4876D6"/>
                </a:solidFill>
                <a:latin typeface="Consolas" panose="020B0609020204030204" pitchFamily="49" charset="0"/>
              </a:rPr>
              <a:t>apply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();</a:t>
            </a:r>
          </a:p>
          <a:p>
            <a:pPr algn="l" rtl="0">
              <a:lnSpc>
                <a:spcPts val="1500"/>
              </a:lnSpc>
              <a:buNone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03F53"/>
              </a:solidFill>
              <a:effectLst/>
              <a:uLnTx/>
              <a:uFillTx/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r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המרה "מעודנת"</a:t>
            </a:r>
            <a:r>
              <a:rPr lang="he-IL" dirty="0">
                <a:solidFill>
                  <a:prstClr val="black"/>
                </a:solidFill>
              </a:rPr>
              <a:t> (בסגנון </a:t>
            </a:r>
            <a:r>
              <a:rPr lang="en-US" dirty="0">
                <a:solidFill>
                  <a:prstClr val="black"/>
                </a:solidFill>
              </a:rPr>
              <a:t>C++</a:t>
            </a:r>
            <a:r>
              <a:rPr lang="he-IL" dirty="0">
                <a:solidFill>
                  <a:prstClr val="black"/>
                </a:solidFill>
              </a:rPr>
              <a:t>):</a:t>
            </a:r>
          </a:p>
          <a:p>
            <a:pPr algn="l" rtl="0">
              <a:lnSpc>
                <a:spcPts val="1500"/>
              </a:lnSpc>
              <a:buNone/>
            </a:pPr>
            <a:endParaRPr lang="en-US" sz="1800" b="0" dirty="0">
              <a:solidFill>
                <a:srgbClr val="4876D6"/>
              </a:solidFill>
              <a:effectLst/>
              <a:latin typeface="Consolas" panose="020B0609020204030204" pitchFamily="49" charset="0"/>
            </a:endParaRPr>
          </a:p>
          <a:p>
            <a:pPr algn="l" rtl="0">
              <a:lnSpc>
                <a:spcPts val="1500"/>
              </a:lnSpc>
            </a:pPr>
            <a:r>
              <a:rPr lang="en-US" sz="1800" b="0" dirty="0" err="1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BlurFilter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&amp;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blur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C969B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800" b="0" i="1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BlurFilter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&amp;&gt;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algn="l" rtl="0">
              <a:lnSpc>
                <a:spcPts val="1500"/>
              </a:lnSpc>
              <a:buNone/>
            </a:pPr>
            <a:r>
              <a:rPr lang="en-US" sz="1800" b="0" dirty="0" err="1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blur</a:t>
            </a:r>
            <a:r>
              <a:rPr lang="en-US" sz="1800" b="0" dirty="0" err="1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i="1" dirty="0" err="1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apply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he-IL" sz="1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88664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Word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5C52F-EFA4-277D-A11F-60593F620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3324BE0-B66A-707A-EB98-B807B8DF8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המרה למטה (</a:t>
            </a:r>
            <a:r>
              <a:rPr lang="en-US" dirty="0" err="1">
                <a:effectLst/>
              </a:rPr>
              <a:t>downcasting</a:t>
            </a:r>
            <a:r>
              <a:rPr lang="he-IL" dirty="0">
                <a:effectLst/>
              </a:rPr>
              <a:t>)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92AEAF3F-CA16-3130-4322-3B2ED148BD5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0498" y="1538979"/>
            <a:ext cx="7831137" cy="4500049"/>
          </a:xfrm>
        </p:spPr>
        <p:txBody>
          <a:bodyPr>
            <a:noAutofit/>
          </a:bodyPr>
          <a:lstStyle/>
          <a:p>
            <a:pPr marR="0" lvl="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he-IL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מה הבעיה עם </a:t>
            </a:r>
            <a:r>
              <a:rPr lang="he-IL" b="1" dirty="0">
                <a:solidFill>
                  <a:prstClr val="black"/>
                </a:solidFill>
              </a:rPr>
              <a:t>המרה </a:t>
            </a:r>
            <a:r>
              <a:rPr lang="en-US" b="1" dirty="0">
                <a:solidFill>
                  <a:prstClr val="black"/>
                </a:solidFill>
              </a:rPr>
              <a:t>c-style</a:t>
            </a:r>
            <a:r>
              <a:rPr lang="he-IL" b="1" dirty="0">
                <a:solidFill>
                  <a:prstClr val="black"/>
                </a:solidFill>
              </a:rPr>
              <a:t>?</a:t>
            </a:r>
          </a:p>
          <a:p>
            <a:pPr marR="0" lvl="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he-IL" sz="2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rtl="0">
              <a:lnSpc>
                <a:spcPts val="1500"/>
              </a:lnSpc>
            </a:pPr>
            <a:r>
              <a:rPr lang="en-US" sz="1800" dirty="0" err="1">
                <a:solidFill>
                  <a:srgbClr val="4876D6"/>
                </a:solidFill>
                <a:latin typeface="Consolas" panose="020B0609020204030204" pitchFamily="49" charset="0"/>
              </a:rPr>
              <a:t>BlurFilter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blur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4876D6"/>
                </a:solidFill>
                <a:latin typeface="Consolas" panose="020B0609020204030204" pitchFamily="49" charset="0"/>
              </a:rPr>
              <a:t>BlurFilter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) </a:t>
            </a:r>
            <a:r>
              <a:rPr lang="en-US" sz="1800" dirty="0">
                <a:solidFill>
                  <a:srgbClr val="AA0982"/>
                </a:solidFill>
                <a:latin typeface="Consolas" panose="020B0609020204030204" pitchFamily="49" charset="0"/>
              </a:rPr>
              <a:t>3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ts val="1500"/>
              </a:lnSpc>
            </a:pPr>
            <a:r>
              <a:rPr lang="en-US" sz="1800" i="1" dirty="0">
                <a:solidFill>
                  <a:srgbClr val="994CC3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blur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)</a:t>
            </a:r>
          </a:p>
          <a:p>
            <a:pPr algn="l" rtl="0">
              <a:lnSpc>
                <a:spcPts val="1500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blur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-&gt;</a:t>
            </a:r>
            <a:r>
              <a:rPr lang="en-US" sz="1800" i="1" dirty="0">
                <a:solidFill>
                  <a:srgbClr val="4876D6"/>
                </a:solidFill>
                <a:latin typeface="Consolas" panose="020B0609020204030204" pitchFamily="49" charset="0"/>
              </a:rPr>
              <a:t>apply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();</a:t>
            </a: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l" rtl="0">
              <a:defRPr/>
            </a:pPr>
            <a:r>
              <a:rPr lang="en-US" sz="1800" dirty="0">
                <a:solidFill>
                  <a:prstClr val="black"/>
                </a:solidFill>
                <a:latin typeface="Consolas" panose="020B0609020204030204" pitchFamily="49" charset="0"/>
              </a:rPr>
              <a:t>$ g++ -std=</a:t>
            </a:r>
            <a:r>
              <a:rPr lang="en-US" sz="1800" dirty="0" err="1">
                <a:solidFill>
                  <a:prstClr val="black"/>
                </a:solidFill>
                <a:latin typeface="Consolas" panose="020B0609020204030204" pitchFamily="49" charset="0"/>
              </a:rPr>
              <a:t>c++</a:t>
            </a:r>
            <a:r>
              <a:rPr lang="en-US" sz="1800" dirty="0">
                <a:solidFill>
                  <a:prstClr val="black"/>
                </a:solidFill>
                <a:latin typeface="Consolas" panose="020B0609020204030204" pitchFamily="49" charset="0"/>
              </a:rPr>
              <a:t>23 hello.cpp -o hello</a:t>
            </a:r>
          </a:p>
          <a:p>
            <a:pPr lvl="0" algn="l" rtl="0">
              <a:defRPr/>
            </a:pP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// </a:t>
            </a:r>
            <a:r>
              <a:rPr lang="en-US" sz="1800" dirty="0">
                <a:solidFill>
                  <a:prstClr val="black"/>
                </a:solidFill>
                <a:latin typeface="Consolas" panose="020B0609020204030204" pitchFamily="49" charset="0"/>
              </a:rPr>
              <a:t>great! It “works”…</a:t>
            </a:r>
          </a:p>
          <a:p>
            <a:pPr lvl="0" algn="l" rtl="0">
              <a:defRPr/>
            </a:pP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$ ./hello</a:t>
            </a:r>
          </a:p>
          <a:p>
            <a:pPr lvl="0" algn="l" rtl="0">
              <a:defRPr/>
            </a:pPr>
            <a:r>
              <a:rPr lang="en-US" sz="1800" dirty="0">
                <a:solidFill>
                  <a:prstClr val="black"/>
                </a:solidFill>
                <a:latin typeface="Consolas" panose="020B0609020204030204" pitchFamily="49" charset="0"/>
              </a:rPr>
              <a:t>Segmentation fault (core dumped)</a:t>
            </a:r>
            <a:endParaRPr kumimoji="0" lang="he-IL" sz="1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0725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C72CF-3328-CF27-C9B7-3893C10D4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FEF816E-FE83-595B-E03B-C1810A89F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המרה למטה (</a:t>
            </a:r>
            <a:r>
              <a:rPr lang="en-US" dirty="0" err="1">
                <a:effectLst/>
              </a:rPr>
              <a:t>downcasting</a:t>
            </a:r>
            <a:r>
              <a:rPr lang="he-IL" dirty="0">
                <a:effectLst/>
              </a:rPr>
              <a:t>)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5D0EE6AC-CFF9-CD16-28AF-7F9C2FBB3AA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0498" y="1628980"/>
            <a:ext cx="7831137" cy="4950054"/>
          </a:xfrm>
        </p:spPr>
        <p:txBody>
          <a:bodyPr>
            <a:noAutofit/>
          </a:bodyPr>
          <a:lstStyle/>
          <a:p>
            <a:pPr marR="0" lvl="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he-IL" b="1" dirty="0">
                <a:solidFill>
                  <a:prstClr val="black"/>
                </a:solidFill>
              </a:rPr>
              <a:t>המרה סטטית (</a:t>
            </a:r>
            <a:r>
              <a:rPr lang="en-US" b="1" dirty="0" err="1">
                <a:solidFill>
                  <a:prstClr val="black"/>
                </a:solidFill>
              </a:rPr>
              <a:t>static_cast</a:t>
            </a:r>
            <a:r>
              <a:rPr lang="he-IL" b="1" dirty="0">
                <a:solidFill>
                  <a:prstClr val="black"/>
                </a:solidFill>
              </a:rPr>
              <a:t>):</a:t>
            </a:r>
          </a:p>
          <a:p>
            <a:pPr algn="l" rtl="0">
              <a:lnSpc>
                <a:spcPts val="1500"/>
              </a:lnSpc>
              <a:buNone/>
            </a:pPr>
            <a:endParaRPr lang="en-US" sz="1800" b="0" i="1" dirty="0">
              <a:solidFill>
                <a:srgbClr val="994CC3"/>
              </a:solidFill>
              <a:effectLst/>
              <a:latin typeface="Consolas" panose="020B0609020204030204" pitchFamily="49" charset="0"/>
            </a:endParaRPr>
          </a:p>
          <a:p>
            <a:pPr algn="l" rtl="0">
              <a:lnSpc>
                <a:spcPts val="1500"/>
              </a:lnSpc>
            </a:pPr>
            <a:r>
              <a:rPr lang="en-US" sz="1800" dirty="0" err="1">
                <a:solidFill>
                  <a:srgbClr val="4876D6"/>
                </a:solidFill>
                <a:latin typeface="Consolas" panose="020B0609020204030204" pitchFamily="49" charset="0"/>
              </a:rPr>
              <a:t>BlurFilter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blur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C969B"/>
                </a:solidFill>
                <a:latin typeface="Consolas" panose="020B0609020204030204" pitchFamily="49" charset="0"/>
              </a:rPr>
              <a:t>static_cast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 err="1">
                <a:solidFill>
                  <a:srgbClr val="4876D6"/>
                </a:solidFill>
                <a:latin typeface="Consolas" panose="020B0609020204030204" pitchFamily="49" charset="0"/>
              </a:rPr>
              <a:t>BlurFilter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*&gt;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A0982"/>
                </a:solidFill>
                <a:latin typeface="Consolas" panose="020B0609020204030204" pitchFamily="49" charset="0"/>
              </a:rPr>
              <a:t>3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);</a:t>
            </a:r>
          </a:p>
          <a:p>
            <a:pPr algn="l" rtl="0">
              <a:lnSpc>
                <a:spcPts val="1500"/>
              </a:lnSpc>
            </a:pPr>
            <a:r>
              <a:rPr lang="en-US" sz="1800" i="1" dirty="0">
                <a:solidFill>
                  <a:srgbClr val="994CC3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blur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)</a:t>
            </a:r>
          </a:p>
          <a:p>
            <a:pPr algn="l" rtl="0">
              <a:lnSpc>
                <a:spcPts val="1500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blur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-&gt;</a:t>
            </a:r>
            <a:r>
              <a:rPr lang="en-US" sz="1800" i="1" dirty="0">
                <a:solidFill>
                  <a:srgbClr val="4876D6"/>
                </a:solidFill>
                <a:latin typeface="Consolas" panose="020B0609020204030204" pitchFamily="49" charset="0"/>
              </a:rPr>
              <a:t>apply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();</a:t>
            </a:r>
          </a:p>
          <a:p>
            <a:pPr marR="0" lvl="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8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lvl="0" algn="l" rtl="0">
              <a:defRPr/>
            </a:pPr>
            <a:r>
              <a:rPr lang="en-US" sz="1800" dirty="0">
                <a:solidFill>
                  <a:prstClr val="black"/>
                </a:solidFill>
                <a:latin typeface="Consolas" panose="020B0609020204030204" pitchFamily="49" charset="0"/>
              </a:rPr>
              <a:t>spl@d29f34022f23:/workspace$ g++ hello.cpp -o hello</a:t>
            </a:r>
          </a:p>
          <a:p>
            <a:pPr lvl="0" algn="l" rtl="0">
              <a:defRPr/>
            </a:pPr>
            <a:r>
              <a:rPr lang="en-US" sz="1800" dirty="0">
                <a:solidFill>
                  <a:prstClr val="black"/>
                </a:solidFill>
                <a:latin typeface="Consolas" panose="020B0609020204030204" pitchFamily="49" charset="0"/>
              </a:rPr>
              <a:t>hello.cpp: In function 'int main()':</a:t>
            </a:r>
          </a:p>
          <a:p>
            <a:pPr lvl="0" algn="l" rtl="0">
              <a:defRPr/>
            </a:pPr>
            <a:r>
              <a:rPr lang="en-US" sz="1800" dirty="0">
                <a:solidFill>
                  <a:prstClr val="black"/>
                </a:solidFill>
                <a:latin typeface="Consolas" panose="020B0609020204030204" pitchFamily="49" charset="0"/>
              </a:rPr>
              <a:t>hello.cpp:25:20: error: invalid '</a:t>
            </a:r>
            <a:r>
              <a:rPr lang="en-US" sz="1800" dirty="0" err="1">
                <a:solidFill>
                  <a:prstClr val="black"/>
                </a:solidFill>
                <a:latin typeface="Consolas" panose="020B0609020204030204" pitchFamily="49" charset="0"/>
              </a:rPr>
              <a:t>static_cast</a:t>
            </a:r>
            <a:r>
              <a:rPr lang="en-US" sz="1800" dirty="0">
                <a:solidFill>
                  <a:prstClr val="black"/>
                </a:solidFill>
                <a:latin typeface="Consolas" panose="020B0609020204030204" pitchFamily="49" charset="0"/>
              </a:rPr>
              <a:t>' from type 'int' to type '</a:t>
            </a:r>
            <a:r>
              <a:rPr lang="en-US" sz="1800" dirty="0" err="1">
                <a:solidFill>
                  <a:prstClr val="black"/>
                </a:solidFill>
                <a:latin typeface="Consolas" panose="020B0609020204030204" pitchFamily="49" charset="0"/>
              </a:rPr>
              <a:t>BlurFilter</a:t>
            </a:r>
            <a:r>
              <a:rPr lang="en-US" sz="1800" dirty="0">
                <a:solidFill>
                  <a:prstClr val="black"/>
                </a:solidFill>
                <a:latin typeface="Consolas" panose="020B0609020204030204" pitchFamily="49" charset="0"/>
              </a:rPr>
              <a:t>*'</a:t>
            </a:r>
          </a:p>
          <a:p>
            <a:pPr lvl="0" algn="l" rtl="0">
              <a:defRPr/>
            </a:pPr>
            <a:r>
              <a:rPr lang="en-US" sz="1800" dirty="0">
                <a:solidFill>
                  <a:prstClr val="black"/>
                </a:solidFill>
                <a:latin typeface="Consolas" panose="020B0609020204030204" pitchFamily="49" charset="0"/>
              </a:rPr>
              <a:t>   25 | </a:t>
            </a:r>
            <a:r>
              <a:rPr lang="en-US" sz="1800" dirty="0" err="1">
                <a:solidFill>
                  <a:prstClr val="black"/>
                </a:solidFill>
                <a:latin typeface="Consolas" panose="020B0609020204030204" pitchFamily="49" charset="0"/>
              </a:rPr>
              <a:t>BlurFilter</a:t>
            </a:r>
            <a:r>
              <a:rPr lang="en-US" sz="1800" dirty="0">
                <a:solidFill>
                  <a:prstClr val="black"/>
                </a:solidFill>
                <a:latin typeface="Consolas" panose="020B0609020204030204" pitchFamily="49" charset="0"/>
              </a:rPr>
              <a:t>* blur = </a:t>
            </a:r>
            <a:r>
              <a:rPr lang="en-US" sz="1800" dirty="0" err="1">
                <a:solidFill>
                  <a:prstClr val="black"/>
                </a:solidFill>
                <a:latin typeface="Consolas" panose="020B0609020204030204" pitchFamily="49" charset="0"/>
              </a:rPr>
              <a:t>static_cast</a:t>
            </a:r>
            <a:r>
              <a:rPr lang="en-US" sz="1800" dirty="0">
                <a:solidFill>
                  <a:prstClr val="black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 err="1">
                <a:solidFill>
                  <a:prstClr val="black"/>
                </a:solidFill>
                <a:latin typeface="Consolas" panose="020B0609020204030204" pitchFamily="49" charset="0"/>
              </a:rPr>
              <a:t>BlurFilter</a:t>
            </a:r>
            <a:r>
              <a:rPr lang="en-US" sz="1800" dirty="0">
                <a:solidFill>
                  <a:prstClr val="black"/>
                </a:solidFill>
                <a:latin typeface="Consolas" panose="020B0609020204030204" pitchFamily="49" charset="0"/>
              </a:rPr>
              <a:t>*&gt;(3);</a:t>
            </a:r>
          </a:p>
          <a:p>
            <a:pPr lvl="0" algn="l" rtl="0">
              <a:defRPr/>
            </a:pPr>
            <a:r>
              <a:rPr lang="en-US" sz="1800" dirty="0">
                <a:solidFill>
                  <a:prstClr val="black"/>
                </a:solidFill>
                <a:latin typeface="Consolas" panose="020B0609020204030204" pitchFamily="49" charset="0"/>
              </a:rPr>
              <a:t>      |                    ^~~~~~~~~~~~~~~~~~~~~~~~~~~</a:t>
            </a: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he-IL" sz="1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5882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D54F4-DE90-D7FB-7932-DB3A13528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FDDB5C7-FA6E-1F49-063F-08FFCDC2E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המרה למטה (</a:t>
            </a:r>
            <a:r>
              <a:rPr lang="en-US" dirty="0" err="1">
                <a:effectLst/>
              </a:rPr>
              <a:t>downcasting</a:t>
            </a:r>
            <a:r>
              <a:rPr lang="he-IL" dirty="0">
                <a:effectLst/>
              </a:rPr>
              <a:t>)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61F4B80B-54C5-CCD5-0FF8-055A5F8C75A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0498" y="1628980"/>
            <a:ext cx="7831137" cy="4950054"/>
          </a:xfrm>
        </p:spPr>
        <p:txBody>
          <a:bodyPr>
            <a:noAutofit/>
          </a:bodyPr>
          <a:lstStyle/>
          <a:p>
            <a:pPr marR="0" lvl="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he-IL" b="1" dirty="0">
                <a:solidFill>
                  <a:prstClr val="black"/>
                </a:solidFill>
              </a:rPr>
              <a:t>המרה דינאמית (</a:t>
            </a:r>
            <a:r>
              <a:rPr lang="en-US" b="1" dirty="0" err="1">
                <a:solidFill>
                  <a:prstClr val="black"/>
                </a:solidFill>
              </a:rPr>
              <a:t>dynamic_cast</a:t>
            </a:r>
            <a:r>
              <a:rPr lang="he-IL" b="1" dirty="0">
                <a:solidFill>
                  <a:prstClr val="black"/>
                </a:solidFill>
              </a:rPr>
              <a:t>):</a:t>
            </a:r>
            <a:endParaRPr lang="en-US" sz="1800" b="0" i="1" dirty="0">
              <a:solidFill>
                <a:srgbClr val="994CC3"/>
              </a:solidFill>
              <a:effectLst/>
              <a:latin typeface="Consolas" panose="020B0609020204030204" pitchFamily="49" charset="0"/>
            </a:endParaRPr>
          </a:p>
          <a:p>
            <a:pPr algn="l" rtl="0">
              <a:lnSpc>
                <a:spcPts val="1500"/>
              </a:lnSpc>
            </a:pPr>
            <a:r>
              <a:rPr lang="en-US" sz="1800" i="1" dirty="0">
                <a:solidFill>
                  <a:srgbClr val="994CC3"/>
                </a:solidFill>
                <a:latin typeface="Consolas" panose="020B0609020204030204" pitchFamily="49" charset="0"/>
              </a:rPr>
              <a:t>const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Filter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filter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C969B"/>
                </a:solidFill>
                <a:latin typeface="Consolas" panose="020B0609020204030204" pitchFamily="49" charset="0"/>
              </a:rPr>
              <a:t>new </a:t>
            </a:r>
            <a:r>
              <a:rPr lang="en-US" sz="1800" i="1" dirty="0">
                <a:solidFill>
                  <a:srgbClr val="4876D6"/>
                </a:solidFill>
                <a:latin typeface="Consolas" panose="020B0609020204030204" pitchFamily="49" charset="0"/>
              </a:rPr>
              <a:t>Filter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();</a:t>
            </a:r>
          </a:p>
          <a:p>
            <a:pPr algn="l" rtl="0">
              <a:lnSpc>
                <a:spcPts val="1500"/>
              </a:lnSpc>
            </a:pPr>
            <a:r>
              <a:rPr lang="en-US" sz="1800" dirty="0" err="1">
                <a:solidFill>
                  <a:srgbClr val="4876D6"/>
                </a:solidFill>
                <a:latin typeface="Consolas" panose="020B0609020204030204" pitchFamily="49" charset="0"/>
              </a:rPr>
              <a:t>BlurFilter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blur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C969B"/>
                </a:solidFill>
                <a:latin typeface="Consolas" panose="020B0609020204030204" pitchFamily="49" charset="0"/>
              </a:rPr>
              <a:t>dynamic_cast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 err="1">
                <a:solidFill>
                  <a:srgbClr val="4876D6"/>
                </a:solidFill>
                <a:latin typeface="Consolas" panose="020B0609020204030204" pitchFamily="49" charset="0"/>
              </a:rPr>
              <a:t>BlurFilter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*&gt;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filter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);</a:t>
            </a:r>
          </a:p>
          <a:p>
            <a:pPr algn="l" rtl="0">
              <a:lnSpc>
                <a:spcPts val="1500"/>
              </a:lnSpc>
            </a:pPr>
            <a:r>
              <a:rPr lang="en-US" sz="1800" i="1" dirty="0">
                <a:solidFill>
                  <a:srgbClr val="994CC3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blur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)</a:t>
            </a:r>
          </a:p>
          <a:p>
            <a:pPr algn="l" rtl="0">
              <a:lnSpc>
                <a:spcPts val="1500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blur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-&gt;</a:t>
            </a:r>
            <a:r>
              <a:rPr lang="en-US" sz="1800" i="1" dirty="0">
                <a:solidFill>
                  <a:srgbClr val="4876D6"/>
                </a:solidFill>
                <a:latin typeface="Consolas" panose="020B0609020204030204" pitchFamily="49" charset="0"/>
              </a:rPr>
              <a:t>apply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();</a:t>
            </a:r>
          </a:p>
          <a:p>
            <a:pPr marL="285750" marR="0" lvl="0" indent="-285750" algn="r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e-IL" dirty="0">
                <a:solidFill>
                  <a:prstClr val="black"/>
                </a:solidFill>
              </a:rPr>
              <a:t>אם ההמרה הצליחה יחזור מצביע</a:t>
            </a:r>
          </a:p>
          <a:p>
            <a:pPr marL="285750" marR="0" lvl="0" indent="-285750" algn="r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e-IL" dirty="0">
                <a:solidFill>
                  <a:prstClr val="black"/>
                </a:solidFill>
              </a:rPr>
              <a:t>אם ההמרה נכשלה יחזור </a:t>
            </a:r>
            <a:r>
              <a:rPr lang="en-US" dirty="0" err="1">
                <a:solidFill>
                  <a:prstClr val="black"/>
                </a:solidFill>
              </a:rPr>
              <a:t>nullptr</a:t>
            </a:r>
            <a:endParaRPr lang="he-IL" dirty="0">
              <a:solidFill>
                <a:prstClr val="black"/>
              </a:solidFill>
            </a:endParaRPr>
          </a:p>
          <a:p>
            <a:pPr marL="285750" marR="0" lvl="0" indent="-285750" algn="r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e-IL" dirty="0">
                <a:solidFill>
                  <a:prstClr val="black"/>
                </a:solidFill>
              </a:rPr>
              <a:t>ב </a:t>
            </a:r>
            <a:r>
              <a:rPr lang="en-US" dirty="0" err="1">
                <a:solidFill>
                  <a:prstClr val="black"/>
                </a:solidFill>
              </a:rPr>
              <a:t>vtable</a:t>
            </a:r>
            <a:r>
              <a:rPr lang="he-IL" dirty="0">
                <a:solidFill>
                  <a:prstClr val="black"/>
                </a:solidFill>
              </a:rPr>
              <a:t> יש </a:t>
            </a:r>
            <a:r>
              <a:rPr lang="en-US" b="1" dirty="0" err="1">
                <a:solidFill>
                  <a:prstClr val="black"/>
                </a:solidFill>
              </a:rPr>
              <a:t>rtti</a:t>
            </a:r>
            <a:r>
              <a:rPr lang="he-IL" dirty="0">
                <a:solidFill>
                  <a:prstClr val="black"/>
                </a:solidFill>
              </a:rPr>
              <a:t>: </a:t>
            </a:r>
            <a:r>
              <a:rPr lang="en-US" dirty="0">
                <a:solidFill>
                  <a:prstClr val="black"/>
                </a:solidFill>
              </a:rPr>
              <a:t>runtime type information</a:t>
            </a:r>
            <a:r>
              <a:rPr lang="he-IL" dirty="0">
                <a:solidFill>
                  <a:prstClr val="black"/>
                </a:solidFill>
              </a:rPr>
              <a:t> (או מצביע אליו)</a:t>
            </a:r>
          </a:p>
          <a:p>
            <a:pPr marR="0" lvl="0" algn="r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he-IL" b="1" dirty="0">
                <a:solidFill>
                  <a:prstClr val="black"/>
                </a:solidFill>
              </a:rPr>
              <a:t>המרות נוספות:</a:t>
            </a:r>
          </a:p>
          <a:p>
            <a:pPr marL="342900" marR="0" lvl="0" indent="-342900" algn="r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 err="1">
                <a:solidFill>
                  <a:prstClr val="black"/>
                </a:solidFill>
              </a:rPr>
              <a:t>const_cast</a:t>
            </a:r>
            <a:r>
              <a:rPr lang="he-IL" dirty="0">
                <a:solidFill>
                  <a:prstClr val="black"/>
                </a:solidFill>
              </a:rPr>
              <a:t>: המרה מ </a:t>
            </a:r>
            <a:r>
              <a:rPr lang="en-US" dirty="0">
                <a:solidFill>
                  <a:prstClr val="black"/>
                </a:solidFill>
              </a:rPr>
              <a:t>const</a:t>
            </a:r>
            <a:r>
              <a:rPr lang="he-IL" dirty="0">
                <a:solidFill>
                  <a:prstClr val="black"/>
                </a:solidFill>
              </a:rPr>
              <a:t> ללא </a:t>
            </a:r>
            <a:r>
              <a:rPr lang="en-US" dirty="0">
                <a:solidFill>
                  <a:prstClr val="black"/>
                </a:solidFill>
              </a:rPr>
              <a:t>const</a:t>
            </a:r>
            <a:r>
              <a:rPr lang="he-IL" dirty="0">
                <a:solidFill>
                  <a:prstClr val="black"/>
                </a:solidFill>
              </a:rPr>
              <a:t> ולהיפך</a:t>
            </a:r>
          </a:p>
          <a:p>
            <a:pPr marL="342900" marR="0" lvl="0" indent="-342900" algn="r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 err="1">
                <a:solidFill>
                  <a:prstClr val="black"/>
                </a:solidFill>
              </a:rPr>
              <a:t>reinterpret_cast</a:t>
            </a:r>
            <a:r>
              <a:rPr lang="he-IL" dirty="0">
                <a:solidFill>
                  <a:prstClr val="black"/>
                </a:solidFill>
              </a:rPr>
              <a:t>: "פירוש" מחדש של הביטים</a:t>
            </a:r>
          </a:p>
        </p:txBody>
      </p:sp>
    </p:spTree>
    <p:extLst>
      <p:ext uri="{BB962C8B-B14F-4D97-AF65-F5344CB8AC3E}">
        <p14:creationId xmlns:p14="http://schemas.microsoft.com/office/powerpoint/2010/main" val="1876061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E74A7-8416-F872-9AC3-FE64C1DFA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ABEC02-24AB-6532-660F-DCDB0322C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 err="1">
                <a:effectLst/>
              </a:rPr>
              <a:t>הדיסטרקטור</a:t>
            </a:r>
            <a:r>
              <a:rPr lang="he-IL" dirty="0">
                <a:effectLst/>
              </a:rPr>
              <a:t> הווירטואלי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E5C339AB-CE17-ECC1-A9D9-62559361C5B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0498" y="1628980"/>
            <a:ext cx="7831137" cy="4950054"/>
          </a:xfrm>
        </p:spPr>
        <p:txBody>
          <a:bodyPr>
            <a:noAutofit/>
          </a:bodyPr>
          <a:lstStyle/>
          <a:p>
            <a:pPr marR="0" lvl="0" algn="r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he-IL" dirty="0">
                <a:solidFill>
                  <a:prstClr val="black"/>
                </a:solidFill>
              </a:rPr>
              <a:t>אם מחלקה היא </a:t>
            </a:r>
            <a:r>
              <a:rPr lang="he-IL" b="1" dirty="0">
                <a:solidFill>
                  <a:prstClr val="black"/>
                </a:solidFill>
              </a:rPr>
              <a:t>פולימורפית</a:t>
            </a:r>
            <a:r>
              <a:rPr lang="he-IL" dirty="0">
                <a:solidFill>
                  <a:prstClr val="black"/>
                </a:solidFill>
              </a:rPr>
              <a:t> </a:t>
            </a:r>
            <a:r>
              <a:rPr lang="he-IL" dirty="0" err="1">
                <a:solidFill>
                  <a:prstClr val="black"/>
                </a:solidFill>
              </a:rPr>
              <a:t>הדיסטרקטור</a:t>
            </a:r>
            <a:r>
              <a:rPr lang="he-IL" dirty="0">
                <a:solidFill>
                  <a:prstClr val="black"/>
                </a:solidFill>
              </a:rPr>
              <a:t> </a:t>
            </a:r>
            <a:r>
              <a:rPr lang="he-IL" u="sng" dirty="0">
                <a:solidFill>
                  <a:prstClr val="black"/>
                </a:solidFill>
              </a:rPr>
              <a:t>חייב</a:t>
            </a:r>
            <a:r>
              <a:rPr lang="he-IL" dirty="0">
                <a:solidFill>
                  <a:prstClr val="black"/>
                </a:solidFill>
              </a:rPr>
              <a:t> להיות </a:t>
            </a:r>
            <a:r>
              <a:rPr lang="he-IL" b="1" dirty="0">
                <a:solidFill>
                  <a:prstClr val="black"/>
                </a:solidFill>
              </a:rPr>
              <a:t>ווירטואלי</a:t>
            </a:r>
          </a:p>
          <a:p>
            <a:pPr marR="0" lvl="0" algn="r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he-IL" dirty="0">
              <a:solidFill>
                <a:prstClr val="black"/>
              </a:solidFill>
            </a:endParaRPr>
          </a:p>
          <a:p>
            <a:pPr lvl="0">
              <a:defRPr/>
            </a:pPr>
            <a:r>
              <a:rPr lang="he-IL" dirty="0">
                <a:solidFill>
                  <a:prstClr val="black"/>
                </a:solidFill>
              </a:rPr>
              <a:t>צריך </a:t>
            </a:r>
            <a:r>
              <a:rPr lang="he-IL" dirty="0" err="1">
                <a:solidFill>
                  <a:prstClr val="black"/>
                </a:solidFill>
              </a:rPr>
              <a:t>דיסטרקטור</a:t>
            </a:r>
            <a:r>
              <a:rPr lang="he-IL" dirty="0">
                <a:solidFill>
                  <a:prstClr val="black"/>
                </a:solidFill>
              </a:rPr>
              <a:t> וירטואלי גם אם אין במחלקה הנגזרת שדות</a:t>
            </a:r>
            <a:br>
              <a:rPr lang="en-US" dirty="0">
                <a:solidFill>
                  <a:prstClr val="black"/>
                </a:solidFill>
              </a:rPr>
            </a:br>
            <a:r>
              <a:rPr lang="he-IL" dirty="0">
                <a:solidFill>
                  <a:prstClr val="black"/>
                </a:solidFill>
              </a:rPr>
              <a:t>(אחרת הקומפיילר עלול לשחרר את הזיכרון בצורה לא נכונה)</a:t>
            </a:r>
          </a:p>
          <a:p>
            <a:pPr marR="0" lvl="0" algn="r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he-IL" dirty="0">
              <a:solidFill>
                <a:prstClr val="black"/>
              </a:solidFill>
            </a:endParaRPr>
          </a:p>
          <a:p>
            <a:pPr lvl="0">
              <a:defRPr/>
            </a:pPr>
            <a:r>
              <a:rPr lang="he-IL" dirty="0">
                <a:solidFill>
                  <a:prstClr val="black"/>
                </a:solidFill>
              </a:rPr>
              <a:t>אחרת: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he-IL" dirty="0">
                <a:solidFill>
                  <a:prstClr val="black"/>
                </a:solidFill>
              </a:rPr>
              <a:t>זליגת זיכרון אפשרית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</a:rPr>
              <a:t>Object slicing</a:t>
            </a:r>
            <a:endParaRPr lang="he-IL" dirty="0">
              <a:solidFill>
                <a:prstClr val="black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</a:rPr>
              <a:t>UB</a:t>
            </a:r>
            <a:r>
              <a:rPr lang="he-IL" dirty="0">
                <a:solidFill>
                  <a:prstClr val="black"/>
                </a:solidFill>
              </a:rPr>
              <a:t> (</a:t>
            </a:r>
            <a:r>
              <a:rPr lang="en-US" dirty="0">
                <a:solidFill>
                  <a:prstClr val="black"/>
                </a:solidFill>
              </a:rPr>
              <a:t>Undefined Behavior</a:t>
            </a:r>
            <a:r>
              <a:rPr lang="he-IL" dirty="0">
                <a:solidFill>
                  <a:prstClr val="black"/>
                </a:solidFill>
              </a:rPr>
              <a:t>)</a:t>
            </a:r>
          </a:p>
          <a:p>
            <a:pPr lvl="0">
              <a:defRPr/>
            </a:pPr>
            <a:endParaRPr lang="he-IL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7302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11EEB-87E2-0BA5-83C1-1D51D6782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8164A84-7D54-BD41-0435-8863C0B2E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 err="1">
                <a:effectLst/>
              </a:rPr>
              <a:t>הדיסטרקטור</a:t>
            </a:r>
            <a:r>
              <a:rPr lang="he-IL" dirty="0">
                <a:effectLst/>
              </a:rPr>
              <a:t> הווירטואלי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D6E70F7B-4B37-6A3C-CEF6-867AD3EB9C1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0498" y="1628980"/>
            <a:ext cx="7831137" cy="4950054"/>
          </a:xfrm>
        </p:spPr>
        <p:txBody>
          <a:bodyPr>
            <a:noAutofit/>
          </a:bodyPr>
          <a:lstStyle/>
          <a:p>
            <a:pPr algn="l" rtl="0">
              <a:lnSpc>
                <a:spcPts val="1500"/>
              </a:lnSpc>
              <a:buNone/>
            </a:pPr>
            <a:r>
              <a:rPr lang="en-US" sz="20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20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Filter</a:t>
            </a:r>
            <a:endParaRPr lang="en-US" sz="2000" b="0" dirty="0">
              <a:solidFill>
                <a:srgbClr val="403F53"/>
              </a:solidFill>
              <a:effectLst/>
              <a:latin typeface="Consolas" panose="020B0609020204030204" pitchFamily="49" charset="0"/>
            </a:endParaRPr>
          </a:p>
          <a:p>
            <a:pPr algn="l" rtl="0">
              <a:lnSpc>
                <a:spcPts val="1500"/>
              </a:lnSpc>
              <a:buNone/>
            </a:pPr>
            <a:r>
              <a:rPr lang="en-US" sz="20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algn="l" rtl="0">
              <a:lnSpc>
                <a:spcPts val="1500"/>
              </a:lnSpc>
              <a:buNone/>
            </a:pPr>
            <a:r>
              <a:rPr lang="en-US" sz="20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i="1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20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0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i="1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apply</a:t>
            </a:r>
            <a:r>
              <a:rPr lang="en-US" sz="20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2000" b="0" i="1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2000" i="1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{ … }</a:t>
            </a:r>
          </a:p>
          <a:p>
            <a:pPr algn="l" rtl="0">
              <a:lnSpc>
                <a:spcPts val="1500"/>
              </a:lnSpc>
              <a:buNone/>
            </a:pPr>
            <a:r>
              <a:rPr lang="en-US" sz="20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i="1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20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i="1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~Filter</a:t>
            </a:r>
            <a:r>
              <a:rPr lang="en-US" sz="20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20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20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ts val="1500"/>
              </a:lnSpc>
              <a:buNone/>
            </a:pPr>
            <a:r>
              <a:rPr lang="en-US" sz="20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algn="l" rtl="0">
              <a:lnSpc>
                <a:spcPts val="1500"/>
              </a:lnSpc>
              <a:spcBef>
                <a:spcPts val="2400"/>
              </a:spcBef>
              <a:buNone/>
            </a:pPr>
            <a:r>
              <a:rPr lang="en-US" sz="20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20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BlurFilter</a:t>
            </a:r>
            <a:r>
              <a:rPr lang="en-US" sz="20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2000" b="0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Filter</a:t>
            </a:r>
            <a:endParaRPr lang="en-US" sz="2000" b="0" dirty="0">
              <a:solidFill>
                <a:srgbClr val="403F53"/>
              </a:solidFill>
              <a:effectLst/>
              <a:latin typeface="Consolas" panose="020B0609020204030204" pitchFamily="49" charset="0"/>
            </a:endParaRPr>
          </a:p>
          <a:p>
            <a:pPr algn="l" rtl="0">
              <a:lnSpc>
                <a:spcPts val="1500"/>
              </a:lnSpc>
              <a:buNone/>
            </a:pPr>
            <a:r>
              <a:rPr lang="en-US" sz="20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algn="l" rtl="0">
              <a:lnSpc>
                <a:spcPts val="1500"/>
              </a:lnSpc>
              <a:buNone/>
            </a:pPr>
            <a:r>
              <a:rPr lang="en-US" sz="20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i="1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20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0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i="1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apply</a:t>
            </a:r>
            <a:r>
              <a:rPr lang="en-US" sz="20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2000" b="0" i="1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20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i="1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2000" i="1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{ … }</a:t>
            </a:r>
          </a:p>
          <a:p>
            <a:pPr algn="l" rtl="0">
              <a:lnSpc>
                <a:spcPts val="1500"/>
              </a:lnSpc>
              <a:buNone/>
            </a:pPr>
            <a:r>
              <a:rPr lang="en-US" sz="20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i="1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20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i="1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sz="2000" b="0" i="1" dirty="0" err="1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BlurFilter</a:t>
            </a:r>
            <a:r>
              <a:rPr lang="en-US" sz="20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20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20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ts val="1500"/>
              </a:lnSpc>
              <a:buNone/>
            </a:pPr>
            <a:r>
              <a:rPr lang="en-US" sz="20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342900" indent="-342900" algn="r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he-IL" dirty="0">
                <a:solidFill>
                  <a:prstClr val="black"/>
                </a:solidFill>
              </a:rPr>
              <a:t>אפשר כמובן לממש </a:t>
            </a:r>
            <a:r>
              <a:rPr lang="he-IL" dirty="0" err="1">
                <a:solidFill>
                  <a:prstClr val="black"/>
                </a:solidFill>
              </a:rPr>
              <a:t>דיסטרקטור</a:t>
            </a:r>
            <a:r>
              <a:rPr lang="he-IL" dirty="0">
                <a:solidFill>
                  <a:prstClr val="black"/>
                </a:solidFill>
              </a:rPr>
              <a:t> וירטואלי לא-</a:t>
            </a:r>
            <a:r>
              <a:rPr lang="he-IL" dirty="0" err="1">
                <a:solidFill>
                  <a:prstClr val="black"/>
                </a:solidFill>
              </a:rPr>
              <a:t>דיפולטי</a:t>
            </a:r>
            <a:r>
              <a:rPr lang="he-IL" dirty="0">
                <a:solidFill>
                  <a:prstClr val="black"/>
                </a:solidFill>
              </a:rPr>
              <a:t> לצורך שחרור משאבים</a:t>
            </a:r>
          </a:p>
          <a:p>
            <a:pPr marL="342900" indent="-342900" algn="r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he-IL" dirty="0">
                <a:solidFill>
                  <a:prstClr val="black"/>
                </a:solidFill>
              </a:rPr>
              <a:t>עקרונית מספיק </a:t>
            </a:r>
            <a:r>
              <a:rPr lang="en-US" dirty="0">
                <a:solidFill>
                  <a:prstClr val="black"/>
                </a:solidFill>
              </a:rPr>
              <a:t>virtual ~Filter</a:t>
            </a:r>
            <a:r>
              <a:rPr lang="he-IL" dirty="0">
                <a:solidFill>
                  <a:prstClr val="black"/>
                </a:solidFill>
              </a:rPr>
              <a:t> במחלקת הבסיס</a:t>
            </a:r>
            <a:br>
              <a:rPr lang="en-US" sz="20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</a:br>
            <a:endParaRPr lang="en-US" sz="2000" b="0" dirty="0">
              <a:solidFill>
                <a:srgbClr val="403F5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12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D75FE-4C78-E8A3-11CF-6E780914D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5102E1D-00C8-A1F6-2725-F12284A98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מחלקה אבסטרקטית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2B9438DE-0EA0-EDBA-10C7-8A304BC5665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0498" y="1628980"/>
            <a:ext cx="7831137" cy="4950054"/>
          </a:xfrm>
        </p:spPr>
        <p:txBody>
          <a:bodyPr>
            <a:noAutofit/>
          </a:bodyPr>
          <a:lstStyle/>
          <a:p>
            <a:pPr algn="r">
              <a:lnSpc>
                <a:spcPts val="1500"/>
              </a:lnSpc>
            </a:pPr>
            <a:r>
              <a:rPr lang="he-IL" dirty="0">
                <a:solidFill>
                  <a:prstClr val="black"/>
                </a:solidFill>
              </a:rPr>
              <a:t>פונקציה וירטואלית "טהורה" (</a:t>
            </a:r>
            <a:r>
              <a:rPr lang="en-US" dirty="0">
                <a:solidFill>
                  <a:prstClr val="black"/>
                </a:solidFill>
              </a:rPr>
              <a:t>pure virtual function</a:t>
            </a:r>
            <a:r>
              <a:rPr lang="he-IL" dirty="0">
                <a:solidFill>
                  <a:prstClr val="black"/>
                </a:solidFill>
              </a:rPr>
              <a:t>):</a:t>
            </a:r>
          </a:p>
          <a:p>
            <a:pPr algn="l" rtl="0">
              <a:lnSpc>
                <a:spcPts val="1500"/>
              </a:lnSpc>
            </a:pPr>
            <a:r>
              <a:rPr lang="en-US" sz="2000" dirty="0">
                <a:solidFill>
                  <a:srgbClr val="994CC3"/>
                </a:solidFill>
                <a:latin typeface="Consolas" panose="020B0609020204030204" pitchFamily="49" charset="0"/>
              </a:rPr>
              <a:t>class</a:t>
            </a:r>
            <a:r>
              <a:rPr lang="en-US" sz="20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4876D6"/>
                </a:solidFill>
                <a:latin typeface="Consolas" panose="020B0609020204030204" pitchFamily="49" charset="0"/>
              </a:rPr>
              <a:t>Filter</a:t>
            </a:r>
            <a:endParaRPr lang="en-US" sz="20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ts val="1500"/>
              </a:lnSpc>
            </a:pPr>
            <a:r>
              <a:rPr lang="en-US" sz="2000" dirty="0">
                <a:solidFill>
                  <a:srgbClr val="403F53"/>
                </a:solidFill>
                <a:latin typeface="Consolas" panose="020B0609020204030204" pitchFamily="49" charset="0"/>
              </a:rPr>
              <a:t>{</a:t>
            </a:r>
          </a:p>
          <a:p>
            <a:pPr algn="l" rtl="0">
              <a:lnSpc>
                <a:spcPts val="1500"/>
              </a:lnSpc>
            </a:pPr>
            <a:r>
              <a:rPr lang="en-US" sz="2000" dirty="0">
                <a:solidFill>
                  <a:srgbClr val="403F53"/>
                </a:solidFill>
                <a:latin typeface="Consolas" panose="020B0609020204030204" pitchFamily="49" charset="0"/>
              </a:rPr>
              <a:t>    </a:t>
            </a:r>
            <a:r>
              <a:rPr lang="en-US" sz="2000" i="1" dirty="0">
                <a:solidFill>
                  <a:srgbClr val="994CC3"/>
                </a:solidFill>
                <a:latin typeface="Consolas" panose="020B0609020204030204" pitchFamily="49" charset="0"/>
              </a:rPr>
              <a:t>const</a:t>
            </a:r>
            <a:r>
              <a:rPr lang="en-US" sz="2000" dirty="0">
                <a:solidFill>
                  <a:srgbClr val="403F53"/>
                </a:solidFill>
                <a:latin typeface="Consolas" panose="020B0609020204030204" pitchFamily="49" charset="0"/>
              </a:rPr>
              <a:t> std::</a:t>
            </a:r>
            <a:r>
              <a:rPr lang="en-US" sz="2000" dirty="0">
                <a:solidFill>
                  <a:srgbClr val="4876D6"/>
                </a:solidFill>
                <a:latin typeface="Consolas" panose="020B0609020204030204" pitchFamily="49" charset="0"/>
              </a:rPr>
              <a:t>string</a:t>
            </a:r>
            <a:r>
              <a:rPr lang="en-US" sz="20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C969B"/>
                </a:solidFill>
                <a:latin typeface="Consolas" panose="020B0609020204030204" pitchFamily="49" charset="0"/>
              </a:rPr>
              <a:t>_name</a:t>
            </a:r>
            <a:r>
              <a:rPr lang="en-US" sz="2000" dirty="0">
                <a:solidFill>
                  <a:srgbClr val="403F53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ts val="1500"/>
              </a:lnSpc>
            </a:pPr>
            <a:r>
              <a:rPr lang="en-US" sz="2000" dirty="0">
                <a:solidFill>
                  <a:srgbClr val="994CC3"/>
                </a:solidFill>
                <a:latin typeface="Consolas" panose="020B0609020204030204" pitchFamily="49" charset="0"/>
              </a:rPr>
              <a:t>public:</a:t>
            </a:r>
            <a:endParaRPr lang="en-US" sz="20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ts val="1500"/>
              </a:lnSpc>
            </a:pPr>
            <a:r>
              <a:rPr lang="en-US" sz="2000" dirty="0">
                <a:solidFill>
                  <a:srgbClr val="403F53"/>
                </a:solidFill>
                <a:latin typeface="Consolas" panose="020B0609020204030204" pitchFamily="49" charset="0"/>
              </a:rPr>
              <a:t>    </a:t>
            </a:r>
            <a:r>
              <a:rPr lang="en-US" sz="2000" i="1" dirty="0">
                <a:solidFill>
                  <a:srgbClr val="4876D6"/>
                </a:solidFill>
                <a:latin typeface="Consolas" panose="020B0609020204030204" pitchFamily="49" charset="0"/>
              </a:rPr>
              <a:t>Filter</a:t>
            </a:r>
            <a:r>
              <a:rPr lang="en-US" sz="2000" dirty="0">
                <a:solidFill>
                  <a:srgbClr val="403F53"/>
                </a:solidFill>
                <a:latin typeface="Consolas" panose="020B0609020204030204" pitchFamily="49" charset="0"/>
              </a:rPr>
              <a:t>(</a:t>
            </a:r>
            <a:r>
              <a:rPr lang="en-US" sz="2000" i="1" dirty="0">
                <a:solidFill>
                  <a:srgbClr val="994CC3"/>
                </a:solidFill>
                <a:latin typeface="Consolas" panose="020B0609020204030204" pitchFamily="49" charset="0"/>
              </a:rPr>
              <a:t>const</a:t>
            </a:r>
            <a:r>
              <a:rPr lang="en-US" sz="2000" dirty="0">
                <a:solidFill>
                  <a:srgbClr val="403F53"/>
                </a:solidFill>
                <a:latin typeface="Consolas" panose="020B0609020204030204" pitchFamily="49" charset="0"/>
              </a:rPr>
              <a:t> std::</a:t>
            </a:r>
            <a:r>
              <a:rPr lang="en-US" sz="2000" dirty="0">
                <a:solidFill>
                  <a:srgbClr val="4876D6"/>
                </a:solidFill>
                <a:latin typeface="Consolas" panose="020B0609020204030204" pitchFamily="49" charset="0"/>
              </a:rPr>
              <a:t>string</a:t>
            </a:r>
            <a:r>
              <a:rPr lang="en-US" sz="2000" i="1" dirty="0">
                <a:solidFill>
                  <a:srgbClr val="994CC3"/>
                </a:solidFill>
                <a:latin typeface="Consolas" panose="020B0609020204030204" pitchFamily="49" charset="0"/>
              </a:rPr>
              <a:t>&amp;</a:t>
            </a:r>
            <a:r>
              <a:rPr lang="en-US" sz="2000" dirty="0">
                <a:solidFill>
                  <a:srgbClr val="403F53"/>
                </a:solidFill>
                <a:latin typeface="Consolas" panose="020B0609020204030204" pitchFamily="49" charset="0"/>
              </a:rPr>
              <a:t> name) : </a:t>
            </a:r>
            <a:r>
              <a:rPr lang="en-US" sz="2000" i="1" dirty="0">
                <a:solidFill>
                  <a:srgbClr val="0C969B"/>
                </a:solidFill>
                <a:latin typeface="Consolas" panose="020B0609020204030204" pitchFamily="49" charset="0"/>
              </a:rPr>
              <a:t>_name</a:t>
            </a:r>
            <a:r>
              <a:rPr lang="en-US" sz="2000" dirty="0">
                <a:solidFill>
                  <a:srgbClr val="403F53"/>
                </a:solidFill>
                <a:latin typeface="Consolas" panose="020B0609020204030204" pitchFamily="49" charset="0"/>
              </a:rPr>
              <a:t>(name) {}</a:t>
            </a:r>
          </a:p>
          <a:p>
            <a:pPr algn="l" rtl="0">
              <a:lnSpc>
                <a:spcPts val="1500"/>
              </a:lnSpc>
            </a:pPr>
            <a:r>
              <a:rPr lang="en-US" sz="2000" dirty="0">
                <a:solidFill>
                  <a:srgbClr val="403F53"/>
                </a:solidFill>
                <a:latin typeface="Consolas" panose="020B0609020204030204" pitchFamily="49" charset="0"/>
              </a:rPr>
              <a:t>    </a:t>
            </a:r>
            <a:r>
              <a:rPr lang="en-US" sz="2000" i="1" dirty="0">
                <a:solidFill>
                  <a:srgbClr val="994CC3"/>
                </a:solidFill>
                <a:latin typeface="Consolas" panose="020B0609020204030204" pitchFamily="49" charset="0"/>
              </a:rPr>
              <a:t>virtual</a:t>
            </a:r>
            <a:r>
              <a:rPr lang="en-US" sz="20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994CC3"/>
                </a:solidFill>
                <a:latin typeface="Consolas" panose="020B0609020204030204" pitchFamily="49" charset="0"/>
              </a:rPr>
              <a:t>void</a:t>
            </a:r>
            <a:r>
              <a:rPr lang="en-US" sz="20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2000" i="1" dirty="0">
                <a:solidFill>
                  <a:srgbClr val="4876D6"/>
                </a:solidFill>
                <a:latin typeface="Consolas" panose="020B0609020204030204" pitchFamily="49" charset="0"/>
              </a:rPr>
              <a:t>apply</a:t>
            </a:r>
            <a:r>
              <a:rPr lang="en-US" sz="2000" dirty="0">
                <a:solidFill>
                  <a:srgbClr val="403F53"/>
                </a:solidFill>
                <a:latin typeface="Consolas" panose="020B0609020204030204" pitchFamily="49" charset="0"/>
              </a:rPr>
              <a:t>() </a:t>
            </a:r>
            <a:r>
              <a:rPr lang="en-US" sz="2000" i="1" dirty="0">
                <a:solidFill>
                  <a:srgbClr val="994CC3"/>
                </a:solidFill>
                <a:latin typeface="Consolas" panose="020B0609020204030204" pitchFamily="49" charset="0"/>
              </a:rPr>
              <a:t>const</a:t>
            </a:r>
            <a:r>
              <a:rPr lang="en-US" sz="20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994CC3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A0982"/>
                </a:solidFill>
                <a:latin typeface="Consolas" panose="020B0609020204030204" pitchFamily="49" charset="0"/>
              </a:rPr>
              <a:t>0</a:t>
            </a:r>
            <a:r>
              <a:rPr lang="en-US" sz="2000" dirty="0">
                <a:solidFill>
                  <a:srgbClr val="403F53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ts val="1500"/>
              </a:lnSpc>
            </a:pPr>
            <a:r>
              <a:rPr lang="en-US" sz="2000" dirty="0">
                <a:solidFill>
                  <a:srgbClr val="403F53"/>
                </a:solidFill>
                <a:latin typeface="Consolas" panose="020B0609020204030204" pitchFamily="49" charset="0"/>
              </a:rPr>
              <a:t>    </a:t>
            </a:r>
            <a:r>
              <a:rPr lang="en-US" sz="2000" i="1" dirty="0">
                <a:solidFill>
                  <a:srgbClr val="994CC3"/>
                </a:solidFill>
                <a:latin typeface="Consolas" panose="020B0609020204030204" pitchFamily="49" charset="0"/>
              </a:rPr>
              <a:t>virtual</a:t>
            </a:r>
            <a:r>
              <a:rPr lang="en-US" sz="20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2000" i="1" dirty="0">
                <a:solidFill>
                  <a:srgbClr val="4876D6"/>
                </a:solidFill>
                <a:latin typeface="Consolas" panose="020B0609020204030204" pitchFamily="49" charset="0"/>
              </a:rPr>
              <a:t>~Filter</a:t>
            </a:r>
            <a:r>
              <a:rPr lang="en-US" sz="2000" dirty="0">
                <a:solidFill>
                  <a:srgbClr val="403F53"/>
                </a:solidFill>
                <a:latin typeface="Consolas" panose="020B0609020204030204" pitchFamily="49" charset="0"/>
              </a:rPr>
              <a:t>() </a:t>
            </a:r>
            <a:r>
              <a:rPr lang="en-US" sz="2000" dirty="0">
                <a:solidFill>
                  <a:srgbClr val="994CC3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994CC3"/>
                </a:solidFill>
                <a:latin typeface="Consolas" panose="020B0609020204030204" pitchFamily="49" charset="0"/>
              </a:rPr>
              <a:t>default</a:t>
            </a:r>
            <a:r>
              <a:rPr lang="en-US" sz="2000" dirty="0">
                <a:solidFill>
                  <a:srgbClr val="403F53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ts val="1500"/>
              </a:lnSpc>
            </a:pPr>
            <a:r>
              <a:rPr lang="en-US" sz="2000" dirty="0">
                <a:solidFill>
                  <a:srgbClr val="403F53"/>
                </a:solidFill>
                <a:latin typeface="Consolas" panose="020B0609020204030204" pitchFamily="49" charset="0"/>
              </a:rPr>
              <a:t>};</a:t>
            </a:r>
          </a:p>
          <a:p>
            <a:pPr algn="l" rtl="0">
              <a:lnSpc>
                <a:spcPts val="1500"/>
              </a:lnSpc>
            </a:pPr>
            <a:endParaRPr lang="en-US" sz="20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marL="342900" indent="-342900" algn="r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he-IL" dirty="0">
                <a:solidFill>
                  <a:prstClr val="black"/>
                </a:solidFill>
              </a:rPr>
              <a:t>לא ניתן ליצור אובייקטים של מחלקה כזו (כמו </a:t>
            </a:r>
            <a:r>
              <a:rPr lang="en-US" dirty="0">
                <a:solidFill>
                  <a:prstClr val="black"/>
                </a:solidFill>
              </a:rPr>
              <a:t>abstract class</a:t>
            </a:r>
            <a:r>
              <a:rPr lang="he-IL" dirty="0">
                <a:solidFill>
                  <a:prstClr val="black"/>
                </a:solidFill>
              </a:rPr>
              <a:t> ב </a:t>
            </a:r>
            <a:r>
              <a:rPr lang="en-US" dirty="0">
                <a:solidFill>
                  <a:prstClr val="black"/>
                </a:solidFill>
              </a:rPr>
              <a:t>Java</a:t>
            </a:r>
            <a:r>
              <a:rPr lang="he-IL" dirty="0">
                <a:solidFill>
                  <a:prstClr val="black"/>
                </a:solidFill>
              </a:rPr>
              <a:t>)</a:t>
            </a:r>
          </a:p>
          <a:p>
            <a:pPr marL="342900" indent="-342900" algn="r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he-IL" spc="-20" dirty="0">
                <a:solidFill>
                  <a:prstClr val="black"/>
                </a:solidFill>
              </a:rPr>
              <a:t>מחלקה שיש בה </a:t>
            </a:r>
            <a:r>
              <a:rPr lang="he-IL" u="sng" spc="-20" dirty="0">
                <a:solidFill>
                  <a:prstClr val="black"/>
                </a:solidFill>
              </a:rPr>
              <a:t>רק</a:t>
            </a:r>
            <a:r>
              <a:rPr lang="he-IL" spc="-20" dirty="0">
                <a:solidFill>
                  <a:prstClr val="black"/>
                </a:solidFill>
              </a:rPr>
              <a:t> פונקציות וירטואליות "טהורות" נקראת מחלקה אבסטרקטית "טהורה" (</a:t>
            </a:r>
            <a:r>
              <a:rPr lang="en-US" spc="-20" dirty="0">
                <a:solidFill>
                  <a:prstClr val="black"/>
                </a:solidFill>
              </a:rPr>
              <a:t>pure abstract class</a:t>
            </a:r>
            <a:r>
              <a:rPr lang="he-IL" spc="-20" dirty="0">
                <a:solidFill>
                  <a:prstClr val="black"/>
                </a:solidFill>
              </a:rPr>
              <a:t>) – דומה ל </a:t>
            </a:r>
            <a:r>
              <a:rPr lang="en-US" spc="-20" dirty="0">
                <a:solidFill>
                  <a:prstClr val="black"/>
                </a:solidFill>
              </a:rPr>
              <a:t>interface</a:t>
            </a:r>
            <a:r>
              <a:rPr lang="he-IL" spc="-20" dirty="0">
                <a:solidFill>
                  <a:prstClr val="black"/>
                </a:solidFill>
              </a:rPr>
              <a:t> ב </a:t>
            </a:r>
            <a:r>
              <a:rPr lang="en-US" spc="-20" dirty="0">
                <a:solidFill>
                  <a:prstClr val="black"/>
                </a:solidFill>
              </a:rPr>
              <a:t>Java</a:t>
            </a:r>
            <a:r>
              <a:rPr lang="he-IL" spc="-20" dirty="0">
                <a:solidFill>
                  <a:prstClr val="black"/>
                </a:solidFill>
              </a:rPr>
              <a:t>.</a:t>
            </a:r>
            <a:br>
              <a:rPr lang="en-US" sz="20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</a:br>
            <a:endParaRPr lang="en-US" sz="2000" b="0" dirty="0">
              <a:solidFill>
                <a:srgbClr val="403F5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8395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B264C-573A-F099-F20F-DEA651BC4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785B7D5-C45D-A2EA-3779-040D80EC0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סיכום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F9EDAB1C-230D-BF5E-2E66-87ABCC7E6E3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91696" y="1448978"/>
            <a:ext cx="7730352" cy="4950056"/>
          </a:xfrm>
        </p:spPr>
        <p:txBody>
          <a:bodyPr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lang="he-IL" b="1" dirty="0">
                <a:latin typeface="+mn-lt"/>
              </a:rPr>
              <a:t>כללי</a:t>
            </a:r>
          </a:p>
          <a:p>
            <a:pPr marL="342900" indent="-342900" algn="r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ירושה מסוג </a:t>
            </a:r>
            <a:r>
              <a:rPr lang="en-US" dirty="0">
                <a:latin typeface="+mn-lt"/>
              </a:rPr>
              <a:t>public</a:t>
            </a:r>
            <a:r>
              <a:rPr lang="he-IL" dirty="0">
                <a:latin typeface="+mn-lt"/>
              </a:rPr>
              <a:t>: יחס </a:t>
            </a:r>
            <a:r>
              <a:rPr lang="en-US" dirty="0">
                <a:latin typeface="+mn-lt"/>
              </a:rPr>
              <a:t>is-a</a:t>
            </a:r>
            <a:r>
              <a:rPr lang="he-IL" dirty="0">
                <a:latin typeface="+mn-lt"/>
              </a:rPr>
              <a:t> (התנהגותי – </a:t>
            </a:r>
            <a:r>
              <a:rPr lang="en-US" dirty="0">
                <a:latin typeface="+mn-lt"/>
              </a:rPr>
              <a:t>LSP</a:t>
            </a:r>
            <a:r>
              <a:rPr lang="he-IL" dirty="0">
                <a:latin typeface="+mn-lt"/>
              </a:rPr>
              <a:t>)</a:t>
            </a:r>
          </a:p>
          <a:p>
            <a:pPr marL="342900" indent="-342900" algn="r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הבנאי של המחלקה הנגזרת אחראי לקרוא לבנאי מחלקת הבסיס</a:t>
            </a:r>
          </a:p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lang="he-IL" b="1" dirty="0">
                <a:latin typeface="+mn-lt"/>
              </a:rPr>
              <a:t>מחלקה פולימורפית</a:t>
            </a:r>
          </a:p>
          <a:p>
            <a:pPr marL="342900" indent="-342900" algn="r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אם פונקציה אחת לפחות וירטואלית </a:t>
            </a:r>
          </a:p>
          <a:p>
            <a:pPr marL="342900" indent="-342900" algn="r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חייבת </a:t>
            </a:r>
            <a:r>
              <a:rPr lang="he-IL" dirty="0" err="1">
                <a:latin typeface="+mn-lt"/>
              </a:rPr>
              <a:t>דיסטרקטור</a:t>
            </a:r>
            <a:r>
              <a:rPr lang="he-IL" dirty="0">
                <a:latin typeface="+mn-lt"/>
              </a:rPr>
              <a:t> וירטואלי</a:t>
            </a: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ה </a:t>
            </a:r>
            <a:r>
              <a:rPr lang="en-US" dirty="0" err="1">
                <a:latin typeface="+mn-lt"/>
              </a:rPr>
              <a:t>vptr</a:t>
            </a:r>
            <a:r>
              <a:rPr lang="he-IL" dirty="0">
                <a:latin typeface="+mn-lt"/>
              </a:rPr>
              <a:t> מפנה ל </a:t>
            </a:r>
            <a:r>
              <a:rPr lang="en-US" dirty="0" err="1">
                <a:latin typeface="+mn-lt"/>
              </a:rPr>
              <a:t>vtable</a:t>
            </a:r>
            <a:endParaRPr lang="he-IL" dirty="0">
              <a:latin typeface="+mn-lt"/>
            </a:endParaRP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ה </a:t>
            </a:r>
            <a:r>
              <a:rPr lang="en-US" dirty="0" err="1">
                <a:latin typeface="+mn-lt"/>
              </a:rPr>
              <a:t>vtable</a:t>
            </a:r>
            <a:r>
              <a:rPr lang="he-IL" dirty="0">
                <a:latin typeface="+mn-lt"/>
              </a:rPr>
              <a:t>: טבלת מצביעים + </a:t>
            </a:r>
            <a:r>
              <a:rPr lang="en-US" dirty="0" err="1">
                <a:latin typeface="+mn-lt"/>
              </a:rPr>
              <a:t>rtti</a:t>
            </a:r>
            <a:r>
              <a:rPr lang="he-IL" dirty="0">
                <a:latin typeface="+mn-lt"/>
              </a:rPr>
              <a:t> (או מצביע אליו)</a:t>
            </a:r>
          </a:p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lang="he-IL" b="1" dirty="0">
                <a:latin typeface="+mn-lt"/>
              </a:rPr>
              <a:t>מילים שמורות</a:t>
            </a:r>
          </a:p>
          <a:p>
            <a:pPr marL="342900" indent="-342900" algn="r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virtual, override, final</a:t>
            </a:r>
          </a:p>
        </p:txBody>
      </p:sp>
    </p:spTree>
    <p:extLst>
      <p:ext uri="{BB962C8B-B14F-4D97-AF65-F5344CB8AC3E}">
        <p14:creationId xmlns:p14="http://schemas.microsoft.com/office/powerpoint/2010/main" val="3525966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CFDF4-8E13-A2F1-DB2E-1038B11BD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B4557ED-FE87-C834-7620-842589B44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סיכום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04F2F823-E658-7240-12C5-17F01C4EE1E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91696" y="1448978"/>
            <a:ext cx="7730352" cy="4950056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he-IL" b="1" dirty="0">
                <a:latin typeface="+mn-lt"/>
              </a:rPr>
              <a:t>המרות</a:t>
            </a:r>
            <a:endParaRPr lang="en-US" b="1" dirty="0">
              <a:latin typeface="+mn-lt"/>
            </a:endParaRP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המרה למעלה: </a:t>
            </a:r>
            <a:r>
              <a:rPr lang="en-US" dirty="0">
                <a:latin typeface="+mn-lt"/>
              </a:rPr>
              <a:t>upcasting</a:t>
            </a:r>
            <a:endParaRPr lang="he-IL" dirty="0">
              <a:latin typeface="+mn-lt"/>
            </a:endParaRP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המרה למטה: </a:t>
            </a:r>
            <a:r>
              <a:rPr lang="en-US" dirty="0" err="1">
                <a:latin typeface="+mn-lt"/>
              </a:rPr>
              <a:t>downcasting</a:t>
            </a:r>
            <a:endParaRPr lang="he-IL" dirty="0">
              <a:latin typeface="+mn-lt"/>
            </a:endParaRPr>
          </a:p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lang="he-IL" b="1" dirty="0">
                <a:latin typeface="+mn-lt"/>
              </a:rPr>
              <a:t>המרות בסגנון </a:t>
            </a:r>
            <a:r>
              <a:rPr lang="en-US" b="1" dirty="0">
                <a:latin typeface="+mn-lt"/>
              </a:rPr>
              <a:t>C++</a:t>
            </a:r>
            <a:endParaRPr lang="he-IL" b="1" dirty="0">
              <a:latin typeface="+mn-lt"/>
            </a:endParaRPr>
          </a:p>
          <a:p>
            <a:pPr marL="342900" indent="-342900" algn="r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המרה סטטית (בזמן קומפילציה): </a:t>
            </a:r>
            <a:r>
              <a:rPr lang="en-US" dirty="0" err="1">
                <a:latin typeface="+mn-lt"/>
              </a:rPr>
              <a:t>static_cast</a:t>
            </a:r>
            <a:endParaRPr lang="he-IL" dirty="0">
              <a:latin typeface="+mn-lt"/>
            </a:endParaRPr>
          </a:p>
          <a:p>
            <a:pPr marL="342900" indent="-342900" algn="r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המרה דינאמית (בזמן ריצה): </a:t>
            </a:r>
            <a:r>
              <a:rPr lang="en-US" dirty="0" err="1">
                <a:latin typeface="+mn-lt"/>
              </a:rPr>
              <a:t>dynamic_cast</a:t>
            </a:r>
            <a:endParaRPr lang="he-IL" dirty="0">
              <a:latin typeface="+mn-lt"/>
            </a:endParaRPr>
          </a:p>
          <a:p>
            <a:pPr marL="342900" indent="-342900" algn="r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המרת קבוע: </a:t>
            </a:r>
            <a:r>
              <a:rPr lang="en-US" dirty="0" err="1">
                <a:latin typeface="+mn-lt"/>
              </a:rPr>
              <a:t>const_cast</a:t>
            </a:r>
            <a:endParaRPr lang="he-IL" dirty="0">
              <a:latin typeface="+mn-lt"/>
            </a:endParaRPr>
          </a:p>
          <a:p>
            <a:pPr marL="342900" indent="-342900" algn="r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המרת "פירוש מחדש": </a:t>
            </a:r>
            <a:r>
              <a:rPr lang="en-US" dirty="0" err="1">
                <a:latin typeface="+mn-lt"/>
              </a:rPr>
              <a:t>reinterpret_cast</a:t>
            </a:r>
            <a:endParaRPr lang="he-IL" dirty="0">
              <a:latin typeface="+mn-lt"/>
            </a:endParaRPr>
          </a:p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lang="he-IL" b="1" dirty="0">
                <a:latin typeface="+mn-lt"/>
              </a:rPr>
              <a:t>מחלקה אבסטרקטית</a:t>
            </a:r>
          </a:p>
          <a:p>
            <a:pPr marL="342900" indent="-342900" algn="r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מכילה לפחות פונקציה וירטואלית "טהורה" אחת</a:t>
            </a:r>
          </a:p>
          <a:p>
            <a:pPr marL="342900" indent="-342900" algn="r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לא ניתן ליצור מופעים שלה</a:t>
            </a:r>
          </a:p>
          <a:p>
            <a:pPr marL="342900" indent="-342900" algn="r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עם פונקציות וירטואליות טהורות בלבד: </a:t>
            </a:r>
            <a:r>
              <a:rPr lang="en-US" dirty="0">
                <a:latin typeface="+mn-lt"/>
              </a:rPr>
              <a:t>interface</a:t>
            </a:r>
            <a:endParaRPr lang="he-IL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05420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4600</TotalTime>
  <Words>3010</Words>
  <Application>Microsoft Office PowerPoint</Application>
  <PresentationFormat>On-screen Show (4:3)</PresentationFormat>
  <Paragraphs>588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4" baseType="lpstr">
      <vt:lpstr>Arial</vt:lpstr>
      <vt:lpstr>Calibri</vt:lpstr>
      <vt:lpstr>Cambria Math</vt:lpstr>
      <vt:lpstr>Consolas</vt:lpstr>
      <vt:lpstr>Office Theme</vt:lpstr>
      <vt:lpstr>פרק 6: ירושה</vt:lpstr>
      <vt:lpstr>מהי ירושה</vt:lpstr>
      <vt:lpstr>מהי ירושה</vt:lpstr>
      <vt:lpstr>מהי ירושה</vt:lpstr>
      <vt:lpstr>מהי ירושה</vt:lpstr>
      <vt:lpstr>המרה למעלה (upcasting)</vt:lpstr>
      <vt:lpstr>המרה למעלה (upcasting)</vt:lpstr>
      <vt:lpstr>המרה למעלה (upcasting)</vt:lpstr>
      <vt:lpstr>איך נראית ירושה בזיכרון</vt:lpstr>
      <vt:lpstr>יחס is-a</vt:lpstr>
      <vt:lpstr>יחס is-a</vt:lpstr>
      <vt:lpstr>יחס is-a</vt:lpstr>
      <vt:lpstr>יחס is-a</vt:lpstr>
      <vt:lpstr>יחס is-a</vt:lpstr>
      <vt:lpstr>סוגי ירושה</vt:lpstr>
      <vt:lpstr>סוגי ירושה</vt:lpstr>
      <vt:lpstr>סוגי ירושה</vt:lpstr>
      <vt:lpstr>ירושה לעומת הרכבה</vt:lpstr>
      <vt:lpstr>ירושה לעומת הרכבה</vt:lpstr>
      <vt:lpstr>הצללה (shadowing)</vt:lpstr>
      <vt:lpstr>הצללה (shadowing)</vt:lpstr>
      <vt:lpstr>הצללה (shadowing)</vt:lpstr>
      <vt:lpstr>פולימורפיזם</vt:lpstr>
      <vt:lpstr>פולימורפיזם</vt:lpstr>
      <vt:lpstr>פולימורפיזם</vt:lpstr>
      <vt:lpstr>פולימורפיזם</vt:lpstr>
      <vt:lpstr>פולימורפיזם</vt:lpstr>
      <vt:lpstr>פולימורפיזם</vt:lpstr>
      <vt:lpstr>פולימורפיזם</vt:lpstr>
      <vt:lpstr>פולימורפיזם</vt:lpstr>
      <vt:lpstr>פולימורפיזם</vt:lpstr>
      <vt:lpstr>פולימורפיזם</vt:lpstr>
      <vt:lpstr>פולימורפיזם</vt:lpstr>
      <vt:lpstr>פולימורפיזם</vt:lpstr>
      <vt:lpstr>פולימורפיזם</vt:lpstr>
      <vt:lpstr>פולימורפיזם</vt:lpstr>
      <vt:lpstr>פולימורפיזם</vt:lpstr>
      <vt:lpstr>פולימורפיזם</vt:lpstr>
      <vt:lpstr>פולימורפיזם</vt:lpstr>
      <vt:lpstr>פולימורפיזם</vt:lpstr>
      <vt:lpstr>המרה למטה (downcasting)</vt:lpstr>
      <vt:lpstr>המרה למטה (downcasting)</vt:lpstr>
      <vt:lpstr>המרה למטה (downcasting)</vt:lpstr>
      <vt:lpstr>המרה למטה (downcasting)</vt:lpstr>
      <vt:lpstr>הדיסטרקטור הווירטואלי</vt:lpstr>
      <vt:lpstr>הדיסטרקטור הווירטואלי</vt:lpstr>
      <vt:lpstr>מחלקה אבסטרקטית</vt:lpstr>
      <vt:lpstr>סיכום</vt:lpstr>
      <vt:lpstr>סיכום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Tal R.</dc:creator>
  <cp:lastModifiedBy>Tal R.</cp:lastModifiedBy>
  <cp:revision>141</cp:revision>
  <dcterms:created xsi:type="dcterms:W3CDTF">2023-11-25T13:14:24Z</dcterms:created>
  <dcterms:modified xsi:type="dcterms:W3CDTF">2025-11-23T12:07:51Z</dcterms:modified>
</cp:coreProperties>
</file>