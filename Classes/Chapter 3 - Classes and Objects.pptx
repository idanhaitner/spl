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handoutMasterIdLst>
    <p:handoutMasterId r:id="rId50"/>
  </p:handoutMasterIdLst>
  <p:sldIdLst>
    <p:sldId id="541" r:id="rId2"/>
    <p:sldId id="313" r:id="rId3"/>
    <p:sldId id="600" r:id="rId4"/>
    <p:sldId id="602" r:id="rId5"/>
    <p:sldId id="601" r:id="rId6"/>
    <p:sldId id="603" r:id="rId7"/>
    <p:sldId id="599" r:id="rId8"/>
    <p:sldId id="605" r:id="rId9"/>
    <p:sldId id="607" r:id="rId10"/>
    <p:sldId id="606" r:id="rId11"/>
    <p:sldId id="314" r:id="rId12"/>
    <p:sldId id="584" r:id="rId13"/>
    <p:sldId id="596" r:id="rId14"/>
    <p:sldId id="598" r:id="rId15"/>
    <p:sldId id="597" r:id="rId16"/>
    <p:sldId id="610" r:id="rId17"/>
    <p:sldId id="640" r:id="rId18"/>
    <p:sldId id="639" r:id="rId19"/>
    <p:sldId id="611" r:id="rId20"/>
    <p:sldId id="637" r:id="rId21"/>
    <p:sldId id="638" r:id="rId22"/>
    <p:sldId id="641" r:id="rId23"/>
    <p:sldId id="642" r:id="rId24"/>
    <p:sldId id="643" r:id="rId25"/>
    <p:sldId id="608" r:id="rId26"/>
    <p:sldId id="612" r:id="rId27"/>
    <p:sldId id="629" r:id="rId28"/>
    <p:sldId id="646" r:id="rId29"/>
    <p:sldId id="633" r:id="rId30"/>
    <p:sldId id="635" r:id="rId31"/>
    <p:sldId id="648" r:id="rId32"/>
    <p:sldId id="632" r:id="rId33"/>
    <p:sldId id="644" r:id="rId34"/>
    <p:sldId id="645" r:id="rId35"/>
    <p:sldId id="636" r:id="rId36"/>
    <p:sldId id="649" r:id="rId37"/>
    <p:sldId id="650" r:id="rId38"/>
    <p:sldId id="628" r:id="rId39"/>
    <p:sldId id="624" r:id="rId40"/>
    <p:sldId id="617" r:id="rId41"/>
    <p:sldId id="651" r:id="rId42"/>
    <p:sldId id="716" r:id="rId43"/>
    <p:sldId id="652" r:id="rId44"/>
    <p:sldId id="717" r:id="rId45"/>
    <p:sldId id="718" r:id="rId46"/>
    <p:sldId id="719" r:id="rId47"/>
    <p:sldId id="720" r:id="rId4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5D9926-C778-4ADC-893B-5C9282A1F149}" v="5265" dt="2025-11-15T21:50:19.3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30" autoAdjust="0"/>
    <p:restoredTop sz="94660"/>
  </p:normalViewPr>
  <p:slideViewPr>
    <p:cSldViewPr>
      <p:cViewPr varScale="1">
        <p:scale>
          <a:sx n="60" d="100"/>
          <a:sy n="60" d="100"/>
        </p:scale>
        <p:origin x="1314" y="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5" d="100"/>
          <a:sy n="65" d="100"/>
        </p:scale>
        <p:origin x="4052" y="64"/>
      </p:cViewPr>
      <p:guideLst/>
    </p:cSldViewPr>
  </p:notesViewPr>
  <p:gridSpacing cx="90001" cy="90001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l R." userId="03e9e69c0e8a7741" providerId="LiveId" clId="{7E8451C7-0DB5-4F3D-8DC4-447DBD27B8B8}"/>
    <pc:docChg chg="undo redo custSel addSld delSld modSld sldOrd">
      <pc:chgData name="Tal R." userId="03e9e69c0e8a7741" providerId="LiveId" clId="{7E8451C7-0DB5-4F3D-8DC4-447DBD27B8B8}" dt="2025-11-12T11:09:48.776" v="1945" actId="20577"/>
      <pc:docMkLst>
        <pc:docMk/>
      </pc:docMkLst>
      <pc:sldChg chg="modSp">
        <pc:chgData name="Tal R." userId="03e9e69c0e8a7741" providerId="LiveId" clId="{7E8451C7-0DB5-4F3D-8DC4-447DBD27B8B8}" dt="2025-11-12T08:11:38.536" v="447" actId="20577"/>
        <pc:sldMkLst>
          <pc:docMk/>
          <pc:sldMk cId="1543306459" sldId="313"/>
        </pc:sldMkLst>
        <pc:spChg chg="mod">
          <ac:chgData name="Tal R." userId="03e9e69c0e8a7741" providerId="LiveId" clId="{7E8451C7-0DB5-4F3D-8DC4-447DBD27B8B8}" dt="2025-11-12T08:11:38.536" v="447" actId="20577"/>
          <ac:spMkLst>
            <pc:docMk/>
            <pc:sldMk cId="1543306459" sldId="313"/>
            <ac:spMk id="6" creationId="{E3BAF7CA-BA55-B798-208E-F2A1754B3B2C}"/>
          </ac:spMkLst>
        </pc:spChg>
      </pc:sldChg>
      <pc:sldChg chg="modSp">
        <pc:chgData name="Tal R." userId="03e9e69c0e8a7741" providerId="LiveId" clId="{7E8451C7-0DB5-4F3D-8DC4-447DBD27B8B8}" dt="2025-11-12T08:12:05.289" v="448" actId="404"/>
        <pc:sldMkLst>
          <pc:docMk/>
          <pc:sldMk cId="662041353" sldId="600"/>
        </pc:sldMkLst>
        <pc:spChg chg="mod">
          <ac:chgData name="Tal R." userId="03e9e69c0e8a7741" providerId="LiveId" clId="{7E8451C7-0DB5-4F3D-8DC4-447DBD27B8B8}" dt="2025-11-12T08:12:05.289" v="448" actId="404"/>
          <ac:spMkLst>
            <pc:docMk/>
            <pc:sldMk cId="662041353" sldId="600"/>
            <ac:spMk id="6" creationId="{9A194330-64D2-9209-0AC6-4F493F9480C5}"/>
          </ac:spMkLst>
        </pc:spChg>
      </pc:sldChg>
      <pc:sldChg chg="modSp">
        <pc:chgData name="Tal R." userId="03e9e69c0e8a7741" providerId="LiveId" clId="{7E8451C7-0DB5-4F3D-8DC4-447DBD27B8B8}" dt="2025-11-12T08:12:42.590" v="449" actId="20577"/>
        <pc:sldMkLst>
          <pc:docMk/>
          <pc:sldMk cId="3854860563" sldId="602"/>
        </pc:sldMkLst>
        <pc:spChg chg="mod">
          <ac:chgData name="Tal R." userId="03e9e69c0e8a7741" providerId="LiveId" clId="{7E8451C7-0DB5-4F3D-8DC4-447DBD27B8B8}" dt="2025-11-12T08:12:42.590" v="449" actId="20577"/>
          <ac:spMkLst>
            <pc:docMk/>
            <pc:sldMk cId="3854860563" sldId="602"/>
            <ac:spMk id="6" creationId="{D5421B55-A0C7-D6A7-8FA1-DF7A2C92A202}"/>
          </ac:spMkLst>
        </pc:spChg>
      </pc:sldChg>
      <pc:sldChg chg="modSp mod modAnim">
        <pc:chgData name="Tal R." userId="03e9e69c0e8a7741" providerId="LiveId" clId="{7E8451C7-0DB5-4F3D-8DC4-447DBD27B8B8}" dt="2025-11-12T08:13:13.645" v="452" actId="27636"/>
        <pc:sldMkLst>
          <pc:docMk/>
          <pc:sldMk cId="4188802296" sldId="603"/>
        </pc:sldMkLst>
        <pc:spChg chg="mod">
          <ac:chgData name="Tal R." userId="03e9e69c0e8a7741" providerId="LiveId" clId="{7E8451C7-0DB5-4F3D-8DC4-447DBD27B8B8}" dt="2025-11-12T08:13:13.645" v="452" actId="27636"/>
          <ac:spMkLst>
            <pc:docMk/>
            <pc:sldMk cId="4188802296" sldId="603"/>
            <ac:spMk id="6" creationId="{93DDB48D-A62A-8C55-2426-960975C1735F}"/>
          </ac:spMkLst>
        </pc:spChg>
      </pc:sldChg>
      <pc:sldChg chg="modSp">
        <pc:chgData name="Tal R." userId="03e9e69c0e8a7741" providerId="LiveId" clId="{7E8451C7-0DB5-4F3D-8DC4-447DBD27B8B8}" dt="2025-11-12T08:13:43.890" v="453" actId="20577"/>
        <pc:sldMkLst>
          <pc:docMk/>
          <pc:sldMk cId="2567423859" sldId="607"/>
        </pc:sldMkLst>
        <pc:spChg chg="mod">
          <ac:chgData name="Tal R." userId="03e9e69c0e8a7741" providerId="LiveId" clId="{7E8451C7-0DB5-4F3D-8DC4-447DBD27B8B8}" dt="2025-11-12T08:13:43.890" v="453" actId="20577"/>
          <ac:spMkLst>
            <pc:docMk/>
            <pc:sldMk cId="2567423859" sldId="607"/>
            <ac:spMk id="6" creationId="{6FB8ADC0-48AF-DD58-D811-724EE8F7E4C4}"/>
          </ac:spMkLst>
        </pc:spChg>
      </pc:sldChg>
      <pc:sldChg chg="modSp">
        <pc:chgData name="Tal R." userId="03e9e69c0e8a7741" providerId="LiveId" clId="{7E8451C7-0DB5-4F3D-8DC4-447DBD27B8B8}" dt="2025-11-12T08:32:01.074" v="676" actId="20577"/>
        <pc:sldMkLst>
          <pc:docMk/>
          <pc:sldMk cId="2429497265" sldId="608"/>
        </pc:sldMkLst>
        <pc:spChg chg="mod">
          <ac:chgData name="Tal R." userId="03e9e69c0e8a7741" providerId="LiveId" clId="{7E8451C7-0DB5-4F3D-8DC4-447DBD27B8B8}" dt="2025-11-12T08:32:01.074" v="676" actId="20577"/>
          <ac:spMkLst>
            <pc:docMk/>
            <pc:sldMk cId="2429497265" sldId="608"/>
            <ac:spMk id="6" creationId="{0462CA69-16FE-E777-40A6-0FA6D52C04EA}"/>
          </ac:spMkLst>
        </pc:spChg>
      </pc:sldChg>
      <pc:sldChg chg="modSp mod">
        <pc:chgData name="Tal R." userId="03e9e69c0e8a7741" providerId="LiveId" clId="{7E8451C7-0DB5-4F3D-8DC4-447DBD27B8B8}" dt="2025-11-12T08:15:08.016" v="465" actId="20577"/>
        <pc:sldMkLst>
          <pc:docMk/>
          <pc:sldMk cId="2824361753" sldId="610"/>
        </pc:sldMkLst>
        <pc:spChg chg="mod">
          <ac:chgData name="Tal R." userId="03e9e69c0e8a7741" providerId="LiveId" clId="{7E8451C7-0DB5-4F3D-8DC4-447DBD27B8B8}" dt="2025-11-12T08:15:08.016" v="465" actId="20577"/>
          <ac:spMkLst>
            <pc:docMk/>
            <pc:sldMk cId="2824361753" sldId="610"/>
            <ac:spMk id="3" creationId="{6D68B1C9-9327-065E-557C-E3D6C74DC6E8}"/>
          </ac:spMkLst>
        </pc:spChg>
        <pc:spChg chg="mod">
          <ac:chgData name="Tal R." userId="03e9e69c0e8a7741" providerId="LiveId" clId="{7E8451C7-0DB5-4F3D-8DC4-447DBD27B8B8}" dt="2025-11-12T08:14:47.892" v="454" actId="20577"/>
          <ac:spMkLst>
            <pc:docMk/>
            <pc:sldMk cId="2824361753" sldId="610"/>
            <ac:spMk id="6" creationId="{252DB8DE-9564-99A5-8FA2-6397F3105CC2}"/>
          </ac:spMkLst>
        </pc:spChg>
      </pc:sldChg>
      <pc:sldChg chg="modSp modTransition modAnim">
        <pc:chgData name="Tal R." userId="03e9e69c0e8a7741" providerId="LiveId" clId="{7E8451C7-0DB5-4F3D-8DC4-447DBD27B8B8}" dt="2025-11-12T08:30:13.410" v="669"/>
        <pc:sldMkLst>
          <pc:docMk/>
          <pc:sldMk cId="810320917" sldId="611"/>
        </pc:sldMkLst>
        <pc:spChg chg="mod">
          <ac:chgData name="Tal R." userId="03e9e69c0e8a7741" providerId="LiveId" clId="{7E8451C7-0DB5-4F3D-8DC4-447DBD27B8B8}" dt="2025-11-12T08:15:27.986" v="468" actId="20577"/>
          <ac:spMkLst>
            <pc:docMk/>
            <pc:sldMk cId="810320917" sldId="611"/>
            <ac:spMk id="6" creationId="{074E58DA-DFC5-920B-B5E8-AFF7C864F0EF}"/>
          </ac:spMkLst>
        </pc:spChg>
      </pc:sldChg>
      <pc:sldChg chg="modSp addAnim delAnim modAnim">
        <pc:chgData name="Tal R." userId="03e9e69c0e8a7741" providerId="LiveId" clId="{7E8451C7-0DB5-4F3D-8DC4-447DBD27B8B8}" dt="2025-11-12T11:07:40.885" v="1919"/>
        <pc:sldMkLst>
          <pc:docMk/>
          <pc:sldMk cId="3805654390" sldId="612"/>
        </pc:sldMkLst>
        <pc:spChg chg="mod">
          <ac:chgData name="Tal R." userId="03e9e69c0e8a7741" providerId="LiveId" clId="{7E8451C7-0DB5-4F3D-8DC4-447DBD27B8B8}" dt="2025-11-12T08:32:05.381" v="677" actId="20577"/>
          <ac:spMkLst>
            <pc:docMk/>
            <pc:sldMk cId="3805654390" sldId="612"/>
            <ac:spMk id="6" creationId="{712A3D22-4C9E-F90A-5105-E1B59539B6A9}"/>
          </ac:spMkLst>
        </pc:spChg>
      </pc:sldChg>
      <pc:sldChg chg="addSp delSp modSp mod addAnim delAnim modAnim">
        <pc:chgData name="Tal R." userId="03e9e69c0e8a7741" providerId="LiveId" clId="{7E8451C7-0DB5-4F3D-8DC4-447DBD27B8B8}" dt="2025-11-12T09:46:53.532" v="1520"/>
        <pc:sldMkLst>
          <pc:docMk/>
          <pc:sldMk cId="1052212007" sldId="629"/>
        </pc:sldMkLst>
        <pc:spChg chg="add mod">
          <ac:chgData name="Tal R." userId="03e9e69c0e8a7741" providerId="LiveId" clId="{7E8451C7-0DB5-4F3D-8DC4-447DBD27B8B8}" dt="2025-11-12T09:41:42.877" v="1422" actId="1036"/>
          <ac:spMkLst>
            <pc:docMk/>
            <pc:sldMk cId="1052212007" sldId="629"/>
            <ac:spMk id="5" creationId="{51B688E1-5B10-D08C-0BD6-F393926C9843}"/>
          </ac:spMkLst>
        </pc:spChg>
        <pc:spChg chg="mod">
          <ac:chgData name="Tal R." userId="03e9e69c0e8a7741" providerId="LiveId" clId="{7E8451C7-0DB5-4F3D-8DC4-447DBD27B8B8}" dt="2025-11-12T09:41:31.836" v="1413" actId="6549"/>
          <ac:spMkLst>
            <pc:docMk/>
            <pc:sldMk cId="1052212007" sldId="629"/>
            <ac:spMk id="6" creationId="{5B133E5C-4D68-27D3-57DF-1925F679C555}"/>
          </ac:spMkLst>
        </pc:spChg>
        <pc:spChg chg="add mod">
          <ac:chgData name="Tal R." userId="03e9e69c0e8a7741" providerId="LiveId" clId="{7E8451C7-0DB5-4F3D-8DC4-447DBD27B8B8}" dt="2025-11-12T09:41:42.877" v="1422" actId="1036"/>
          <ac:spMkLst>
            <pc:docMk/>
            <pc:sldMk cId="1052212007" sldId="629"/>
            <ac:spMk id="8" creationId="{2D851E74-ADB1-A822-FEE2-06CED0135C47}"/>
          </ac:spMkLst>
        </pc:spChg>
        <pc:spChg chg="add mod">
          <ac:chgData name="Tal R." userId="03e9e69c0e8a7741" providerId="LiveId" clId="{7E8451C7-0DB5-4F3D-8DC4-447DBD27B8B8}" dt="2025-11-12T09:41:42.877" v="1422" actId="1036"/>
          <ac:spMkLst>
            <pc:docMk/>
            <pc:sldMk cId="1052212007" sldId="629"/>
            <ac:spMk id="12" creationId="{94F6B4FB-530C-375C-0ED4-F334747C97D0}"/>
          </ac:spMkLst>
        </pc:spChg>
        <pc:spChg chg="add mod">
          <ac:chgData name="Tal R." userId="03e9e69c0e8a7741" providerId="LiveId" clId="{7E8451C7-0DB5-4F3D-8DC4-447DBD27B8B8}" dt="2025-11-12T09:42:21.422" v="1446" actId="1036"/>
          <ac:spMkLst>
            <pc:docMk/>
            <pc:sldMk cId="1052212007" sldId="629"/>
            <ac:spMk id="21" creationId="{8EBCD4F9-B0EF-471F-DB1E-BD9E7CC54FAF}"/>
          </ac:spMkLst>
        </pc:spChg>
        <pc:spChg chg="add mod">
          <ac:chgData name="Tal R." userId="03e9e69c0e8a7741" providerId="LiveId" clId="{7E8451C7-0DB5-4F3D-8DC4-447DBD27B8B8}" dt="2025-11-12T09:41:42.877" v="1422" actId="1036"/>
          <ac:spMkLst>
            <pc:docMk/>
            <pc:sldMk cId="1052212007" sldId="629"/>
            <ac:spMk id="31" creationId="{6082CC96-29C3-4FBD-63F7-0FE1E06C8A85}"/>
          </ac:spMkLst>
        </pc:spChg>
        <pc:spChg chg="add mod">
          <ac:chgData name="Tal R." userId="03e9e69c0e8a7741" providerId="LiveId" clId="{7E8451C7-0DB5-4F3D-8DC4-447DBD27B8B8}" dt="2025-11-12T09:41:42.877" v="1422" actId="1036"/>
          <ac:spMkLst>
            <pc:docMk/>
            <pc:sldMk cId="1052212007" sldId="629"/>
            <ac:spMk id="32" creationId="{D172D8E1-05DE-FA3D-4232-01C79DF5DB37}"/>
          </ac:spMkLst>
        </pc:spChg>
        <pc:spChg chg="add mod">
          <ac:chgData name="Tal R." userId="03e9e69c0e8a7741" providerId="LiveId" clId="{7E8451C7-0DB5-4F3D-8DC4-447DBD27B8B8}" dt="2025-11-12T09:44:03.533" v="1487" actId="20577"/>
          <ac:spMkLst>
            <pc:docMk/>
            <pc:sldMk cId="1052212007" sldId="629"/>
            <ac:spMk id="36" creationId="{16693FE0-5F67-F1AF-A1DC-527714646886}"/>
          </ac:spMkLst>
        </pc:spChg>
        <pc:spChg chg="add mod">
          <ac:chgData name="Tal R." userId="03e9e69c0e8a7741" providerId="LiveId" clId="{7E8451C7-0DB5-4F3D-8DC4-447DBD27B8B8}" dt="2025-11-12T09:43:18.680" v="1456" actId="1076"/>
          <ac:spMkLst>
            <pc:docMk/>
            <pc:sldMk cId="1052212007" sldId="629"/>
            <ac:spMk id="39" creationId="{8A7F7E15-8237-BC32-62C7-D31FAEA82933}"/>
          </ac:spMkLst>
        </pc:spChg>
        <pc:spChg chg="add mod">
          <ac:chgData name="Tal R." userId="03e9e69c0e8a7741" providerId="LiveId" clId="{7E8451C7-0DB5-4F3D-8DC4-447DBD27B8B8}" dt="2025-11-12T09:44:36.736" v="1502"/>
          <ac:spMkLst>
            <pc:docMk/>
            <pc:sldMk cId="1052212007" sldId="629"/>
            <ac:spMk id="40" creationId="{EC457E2B-00F1-22DD-E75F-355B635180A6}"/>
          </ac:spMkLst>
        </pc:spChg>
        <pc:cxnChg chg="add mod">
          <ac:chgData name="Tal R." userId="03e9e69c0e8a7741" providerId="LiveId" clId="{7E8451C7-0DB5-4F3D-8DC4-447DBD27B8B8}" dt="2025-11-12T09:41:42.877" v="1422" actId="1036"/>
          <ac:cxnSpMkLst>
            <pc:docMk/>
            <pc:sldMk cId="1052212007" sldId="629"/>
            <ac:cxnSpMk id="9" creationId="{6EA83787-29AA-0859-D51F-36C3A9E6F955}"/>
          </ac:cxnSpMkLst>
        </pc:cxnChg>
        <pc:cxnChg chg="add mod">
          <ac:chgData name="Tal R." userId="03e9e69c0e8a7741" providerId="LiveId" clId="{7E8451C7-0DB5-4F3D-8DC4-447DBD27B8B8}" dt="2025-11-12T09:42:05.238" v="1434" actId="14100"/>
          <ac:cxnSpMkLst>
            <pc:docMk/>
            <pc:sldMk cId="1052212007" sldId="629"/>
            <ac:cxnSpMk id="23" creationId="{5D0C8AB5-5969-4B69-5327-68F8A55CEE19}"/>
          </ac:cxnSpMkLst>
        </pc:cxnChg>
        <pc:cxnChg chg="add mod">
          <ac:chgData name="Tal R." userId="03e9e69c0e8a7741" providerId="LiveId" clId="{7E8451C7-0DB5-4F3D-8DC4-447DBD27B8B8}" dt="2025-11-12T09:42:29.246" v="1448" actId="1036"/>
          <ac:cxnSpMkLst>
            <pc:docMk/>
            <pc:sldMk cId="1052212007" sldId="629"/>
            <ac:cxnSpMk id="27" creationId="{41ABF79A-E291-118F-6CFE-6BAAC4DF2E36}"/>
          </ac:cxnSpMkLst>
        </pc:cxnChg>
      </pc:sldChg>
      <pc:sldChg chg="addSp delSp modSp add mod ord modTransition delAnim modAnim">
        <pc:chgData name="Tal R." userId="03e9e69c0e8a7741" providerId="LiveId" clId="{7E8451C7-0DB5-4F3D-8DC4-447DBD27B8B8}" dt="2025-11-12T09:52:20.171" v="1676" actId="20577"/>
        <pc:sldMkLst>
          <pc:docMk/>
          <pc:sldMk cId="3015001227" sldId="632"/>
        </pc:sldMkLst>
        <pc:spChg chg="mod">
          <ac:chgData name="Tal R." userId="03e9e69c0e8a7741" providerId="LiveId" clId="{7E8451C7-0DB5-4F3D-8DC4-447DBD27B8B8}" dt="2025-11-12T09:52:20.171" v="1676" actId="20577"/>
          <ac:spMkLst>
            <pc:docMk/>
            <pc:sldMk cId="3015001227" sldId="632"/>
            <ac:spMk id="6" creationId="{03A48D61-7CD2-6146-9CF5-D6B04332CB67}"/>
          </ac:spMkLst>
        </pc:spChg>
      </pc:sldChg>
      <pc:sldChg chg="modSp add mod modTransition modAnim">
        <pc:chgData name="Tal R." userId="03e9e69c0e8a7741" providerId="LiveId" clId="{7E8451C7-0DB5-4F3D-8DC4-447DBD27B8B8}" dt="2025-11-12T09:20:11.479" v="1121" actId="403"/>
        <pc:sldMkLst>
          <pc:docMk/>
          <pc:sldMk cId="310896464" sldId="633"/>
        </pc:sldMkLst>
        <pc:spChg chg="mod">
          <ac:chgData name="Tal R." userId="03e9e69c0e8a7741" providerId="LiveId" clId="{7E8451C7-0DB5-4F3D-8DC4-447DBD27B8B8}" dt="2025-11-12T09:20:11.479" v="1121" actId="403"/>
          <ac:spMkLst>
            <pc:docMk/>
            <pc:sldMk cId="310896464" sldId="633"/>
            <ac:spMk id="6" creationId="{02A514EE-AF5B-6765-DCFF-E8C4161BA38B}"/>
          </ac:spMkLst>
        </pc:spChg>
      </pc:sldChg>
      <pc:sldChg chg="modSp add ord modTransition modAnim">
        <pc:chgData name="Tal R." userId="03e9e69c0e8a7741" providerId="LiveId" clId="{7E8451C7-0DB5-4F3D-8DC4-447DBD27B8B8}" dt="2025-11-12T09:50:10.773" v="1599"/>
        <pc:sldMkLst>
          <pc:docMk/>
          <pc:sldMk cId="789613051" sldId="635"/>
        </pc:sldMkLst>
        <pc:spChg chg="mod">
          <ac:chgData name="Tal R." userId="03e9e69c0e8a7741" providerId="LiveId" clId="{7E8451C7-0DB5-4F3D-8DC4-447DBD27B8B8}" dt="2025-11-12T08:11:24.478" v="444" actId="20577"/>
          <ac:spMkLst>
            <pc:docMk/>
            <pc:sldMk cId="789613051" sldId="635"/>
            <ac:spMk id="6" creationId="{9D0BC1DB-AF4D-A0EA-A21B-848275D1F2F2}"/>
          </ac:spMkLst>
        </pc:spChg>
      </pc:sldChg>
      <pc:sldChg chg="modSp add mod">
        <pc:chgData name="Tal R." userId="03e9e69c0e8a7741" providerId="LiveId" clId="{7E8451C7-0DB5-4F3D-8DC4-447DBD27B8B8}" dt="2025-11-12T09:54:08.806" v="1753"/>
        <pc:sldMkLst>
          <pc:docMk/>
          <pc:sldMk cId="3207846138" sldId="636"/>
        </pc:sldMkLst>
        <pc:spChg chg="mod">
          <ac:chgData name="Tal R." userId="03e9e69c0e8a7741" providerId="LiveId" clId="{7E8451C7-0DB5-4F3D-8DC4-447DBD27B8B8}" dt="2025-11-12T09:54:08.806" v="1753"/>
          <ac:spMkLst>
            <pc:docMk/>
            <pc:sldMk cId="3207846138" sldId="636"/>
            <ac:spMk id="6" creationId="{78CEDDD8-79B0-C20F-8F8A-336744237311}"/>
          </ac:spMkLst>
        </pc:spChg>
      </pc:sldChg>
      <pc:sldChg chg="modSp add modTransition modAnim">
        <pc:chgData name="Tal R." userId="03e9e69c0e8a7741" providerId="LiveId" clId="{7E8451C7-0DB5-4F3D-8DC4-447DBD27B8B8}" dt="2025-11-12T08:31:52.878" v="675" actId="20577"/>
        <pc:sldMkLst>
          <pc:docMk/>
          <pc:sldMk cId="672636711" sldId="637"/>
        </pc:sldMkLst>
        <pc:spChg chg="mod">
          <ac:chgData name="Tal R." userId="03e9e69c0e8a7741" providerId="LiveId" clId="{7E8451C7-0DB5-4F3D-8DC4-447DBD27B8B8}" dt="2025-11-12T08:31:52.878" v="675" actId="20577"/>
          <ac:spMkLst>
            <pc:docMk/>
            <pc:sldMk cId="672636711" sldId="637"/>
            <ac:spMk id="6" creationId="{56D9BE40-673F-3033-798D-35D80668FDE3}"/>
          </ac:spMkLst>
        </pc:spChg>
      </pc:sldChg>
      <pc:sldChg chg="addSp delSp modSp add mod modTransition modAnim">
        <pc:chgData name="Tal R." userId="03e9e69c0e8a7741" providerId="LiveId" clId="{7E8451C7-0DB5-4F3D-8DC4-447DBD27B8B8}" dt="2025-11-12T08:32:35.088" v="681" actId="14100"/>
        <pc:sldMkLst>
          <pc:docMk/>
          <pc:sldMk cId="517822629" sldId="638"/>
        </pc:sldMkLst>
        <pc:spChg chg="mod">
          <ac:chgData name="Tal R." userId="03e9e69c0e8a7741" providerId="LiveId" clId="{7E8451C7-0DB5-4F3D-8DC4-447DBD27B8B8}" dt="2025-11-12T08:23:45.754" v="631" actId="20577"/>
          <ac:spMkLst>
            <pc:docMk/>
            <pc:sldMk cId="517822629" sldId="638"/>
            <ac:spMk id="3" creationId="{F7532172-1F08-5763-BCCD-7EADA58E58EC}"/>
          </ac:spMkLst>
        </pc:spChg>
        <pc:spChg chg="mod">
          <ac:chgData name="Tal R." userId="03e9e69c0e8a7741" providerId="LiveId" clId="{7E8451C7-0DB5-4F3D-8DC4-447DBD27B8B8}" dt="2025-11-12T08:31:30.182" v="673" actId="20577"/>
          <ac:spMkLst>
            <pc:docMk/>
            <pc:sldMk cId="517822629" sldId="638"/>
            <ac:spMk id="6" creationId="{4F1BD5AA-0886-185C-9212-67F004209874}"/>
          </ac:spMkLst>
        </pc:spChg>
        <pc:cxnChg chg="add mod">
          <ac:chgData name="Tal R." userId="03e9e69c0e8a7741" providerId="LiveId" clId="{7E8451C7-0DB5-4F3D-8DC4-447DBD27B8B8}" dt="2025-11-12T08:32:35.088" v="681" actId="14100"/>
          <ac:cxnSpMkLst>
            <pc:docMk/>
            <pc:sldMk cId="517822629" sldId="638"/>
            <ac:cxnSpMk id="13" creationId="{CD84C861-7B1C-925A-356B-DAD672A54EA8}"/>
          </ac:cxnSpMkLst>
        </pc:cxnChg>
      </pc:sldChg>
      <pc:sldChg chg="modSp add ord modTransition modAnim">
        <pc:chgData name="Tal R." userId="03e9e69c0e8a7741" providerId="LiveId" clId="{7E8451C7-0DB5-4F3D-8DC4-447DBD27B8B8}" dt="2025-11-12T08:29:40.331" v="665"/>
        <pc:sldMkLst>
          <pc:docMk/>
          <pc:sldMk cId="3272621788" sldId="639"/>
        </pc:sldMkLst>
        <pc:spChg chg="mod">
          <ac:chgData name="Tal R." userId="03e9e69c0e8a7741" providerId="LiveId" clId="{7E8451C7-0DB5-4F3D-8DC4-447DBD27B8B8}" dt="2025-11-12T08:27:28.983" v="643" actId="400"/>
          <ac:spMkLst>
            <pc:docMk/>
            <pc:sldMk cId="3272621788" sldId="639"/>
            <ac:spMk id="6" creationId="{89AB6D3F-F63A-0797-FE99-C1A3CC5169DB}"/>
          </ac:spMkLst>
        </pc:spChg>
      </pc:sldChg>
      <pc:sldChg chg="modSp add ord modTransition modAnim">
        <pc:chgData name="Tal R." userId="03e9e69c0e8a7741" providerId="LiveId" clId="{7E8451C7-0DB5-4F3D-8DC4-447DBD27B8B8}" dt="2025-11-12T08:29:35.533" v="664"/>
        <pc:sldMkLst>
          <pc:docMk/>
          <pc:sldMk cId="3072377533" sldId="640"/>
        </pc:sldMkLst>
        <pc:spChg chg="mod">
          <ac:chgData name="Tal R." userId="03e9e69c0e8a7741" providerId="LiveId" clId="{7E8451C7-0DB5-4F3D-8DC4-447DBD27B8B8}" dt="2025-11-12T08:29:09.783" v="660" actId="20577"/>
          <ac:spMkLst>
            <pc:docMk/>
            <pc:sldMk cId="3072377533" sldId="640"/>
            <ac:spMk id="6" creationId="{61CFAE9C-94BE-1CC9-9681-EB9930B63E7F}"/>
          </ac:spMkLst>
        </pc:spChg>
      </pc:sldChg>
      <pc:sldChg chg="addSp delSp modSp add mod modTransition delAnim modAnim">
        <pc:chgData name="Tal R." userId="03e9e69c0e8a7741" providerId="LiveId" clId="{7E8451C7-0DB5-4F3D-8DC4-447DBD27B8B8}" dt="2025-11-12T08:41:04.614" v="863" actId="20577"/>
        <pc:sldMkLst>
          <pc:docMk/>
          <pc:sldMk cId="1763946643" sldId="641"/>
        </pc:sldMkLst>
        <pc:spChg chg="mod">
          <ac:chgData name="Tal R." userId="03e9e69c0e8a7741" providerId="LiveId" clId="{7E8451C7-0DB5-4F3D-8DC4-447DBD27B8B8}" dt="2025-11-12T08:41:04.614" v="863" actId="20577"/>
          <ac:spMkLst>
            <pc:docMk/>
            <pc:sldMk cId="1763946643" sldId="641"/>
            <ac:spMk id="6" creationId="{77D71A44-1798-D0D7-55A5-DC943B026FE2}"/>
          </ac:spMkLst>
        </pc:spChg>
      </pc:sldChg>
      <pc:sldChg chg="modSp add mod modAnim">
        <pc:chgData name="Tal R." userId="03e9e69c0e8a7741" providerId="LiveId" clId="{7E8451C7-0DB5-4F3D-8DC4-447DBD27B8B8}" dt="2025-11-12T08:43:25.604" v="907"/>
        <pc:sldMkLst>
          <pc:docMk/>
          <pc:sldMk cId="3963057507" sldId="642"/>
        </pc:sldMkLst>
        <pc:spChg chg="mod">
          <ac:chgData name="Tal R." userId="03e9e69c0e8a7741" providerId="LiveId" clId="{7E8451C7-0DB5-4F3D-8DC4-447DBD27B8B8}" dt="2025-11-12T08:42:09.380" v="881" actId="20577"/>
          <ac:spMkLst>
            <pc:docMk/>
            <pc:sldMk cId="3963057507" sldId="642"/>
            <ac:spMk id="3" creationId="{688675A4-B3AB-277F-5903-D20E4503D252}"/>
          </ac:spMkLst>
        </pc:spChg>
        <pc:spChg chg="mod">
          <ac:chgData name="Tal R." userId="03e9e69c0e8a7741" providerId="LiveId" clId="{7E8451C7-0DB5-4F3D-8DC4-447DBD27B8B8}" dt="2025-11-12T08:42:51.367" v="902" actId="20577"/>
          <ac:spMkLst>
            <pc:docMk/>
            <pc:sldMk cId="3963057507" sldId="642"/>
            <ac:spMk id="6" creationId="{84DB56E9-BA86-28F8-58EF-AFE37C20EBB3}"/>
          </ac:spMkLst>
        </pc:spChg>
      </pc:sldChg>
      <pc:sldChg chg="modSp add mod">
        <pc:chgData name="Tal R." userId="03e9e69c0e8a7741" providerId="LiveId" clId="{7E8451C7-0DB5-4F3D-8DC4-447DBD27B8B8}" dt="2025-11-12T11:03:00.623" v="1918" actId="6549"/>
        <pc:sldMkLst>
          <pc:docMk/>
          <pc:sldMk cId="1561710206" sldId="643"/>
        </pc:sldMkLst>
        <pc:spChg chg="mod">
          <ac:chgData name="Tal R." userId="03e9e69c0e8a7741" providerId="LiveId" clId="{7E8451C7-0DB5-4F3D-8DC4-447DBD27B8B8}" dt="2025-11-12T11:03:00.623" v="1918" actId="6549"/>
          <ac:spMkLst>
            <pc:docMk/>
            <pc:sldMk cId="1561710206" sldId="643"/>
            <ac:spMk id="6" creationId="{44E769D7-4A11-C6D3-D011-F87518C21AE5}"/>
          </ac:spMkLst>
        </pc:spChg>
      </pc:sldChg>
      <pc:sldChg chg="delSp modSp add mod delAnim modAnim">
        <pc:chgData name="Tal R." userId="03e9e69c0e8a7741" providerId="LiveId" clId="{7E8451C7-0DB5-4F3D-8DC4-447DBD27B8B8}" dt="2025-11-12T09:53:37.815" v="1749" actId="20577"/>
        <pc:sldMkLst>
          <pc:docMk/>
          <pc:sldMk cId="3465783622" sldId="644"/>
        </pc:sldMkLst>
        <pc:spChg chg="mod">
          <ac:chgData name="Tal R." userId="03e9e69c0e8a7741" providerId="LiveId" clId="{7E8451C7-0DB5-4F3D-8DC4-447DBD27B8B8}" dt="2025-11-12T09:53:34.685" v="1748" actId="20577"/>
          <ac:spMkLst>
            <pc:docMk/>
            <pc:sldMk cId="3465783622" sldId="644"/>
            <ac:spMk id="6" creationId="{CE6B6D3D-6A09-808A-F15D-E68A1287ECDA}"/>
          </ac:spMkLst>
        </pc:spChg>
      </pc:sldChg>
      <pc:sldChg chg="modSp add mod">
        <pc:chgData name="Tal R." userId="03e9e69c0e8a7741" providerId="LiveId" clId="{7E8451C7-0DB5-4F3D-8DC4-447DBD27B8B8}" dt="2025-11-12T11:09:48.776" v="1945" actId="20577"/>
        <pc:sldMkLst>
          <pc:docMk/>
          <pc:sldMk cId="206179116" sldId="645"/>
        </pc:sldMkLst>
        <pc:spChg chg="mod">
          <ac:chgData name="Tal R." userId="03e9e69c0e8a7741" providerId="LiveId" clId="{7E8451C7-0DB5-4F3D-8DC4-447DBD27B8B8}" dt="2025-11-12T11:09:13.772" v="1940" actId="1035"/>
          <ac:spMkLst>
            <pc:docMk/>
            <pc:sldMk cId="206179116" sldId="645"/>
            <ac:spMk id="2" creationId="{16693195-52F5-7906-169D-4BEEBDB06E74}"/>
          </ac:spMkLst>
        </pc:spChg>
        <pc:spChg chg="mod">
          <ac:chgData name="Tal R." userId="03e9e69c0e8a7741" providerId="LiveId" clId="{7E8451C7-0DB5-4F3D-8DC4-447DBD27B8B8}" dt="2025-11-12T11:09:48.776" v="1945" actId="20577"/>
          <ac:spMkLst>
            <pc:docMk/>
            <pc:sldMk cId="206179116" sldId="645"/>
            <ac:spMk id="6" creationId="{CA528983-42FA-8BB2-8A42-92926E561DDE}"/>
          </ac:spMkLst>
        </pc:spChg>
      </pc:sldChg>
      <pc:sldChg chg="modSp add">
        <pc:chgData name="Tal R." userId="03e9e69c0e8a7741" providerId="LiveId" clId="{7E8451C7-0DB5-4F3D-8DC4-447DBD27B8B8}" dt="2025-11-12T09:47:34.065" v="1532" actId="6549"/>
        <pc:sldMkLst>
          <pc:docMk/>
          <pc:sldMk cId="268556636" sldId="646"/>
        </pc:sldMkLst>
        <pc:spChg chg="mod">
          <ac:chgData name="Tal R." userId="03e9e69c0e8a7741" providerId="LiveId" clId="{7E8451C7-0DB5-4F3D-8DC4-447DBD27B8B8}" dt="2025-11-12T09:47:34.065" v="1532" actId="6549"/>
          <ac:spMkLst>
            <pc:docMk/>
            <pc:sldMk cId="268556636" sldId="646"/>
            <ac:spMk id="6" creationId="{5974D1AA-CE5E-6BEC-F8B2-4420AD24051C}"/>
          </ac:spMkLst>
        </pc:spChg>
      </pc:sldChg>
      <pc:sldChg chg="modSp add mod modTransition">
        <pc:chgData name="Tal R." userId="03e9e69c0e8a7741" providerId="LiveId" clId="{7E8451C7-0DB5-4F3D-8DC4-447DBD27B8B8}" dt="2025-11-12T09:52:49.310" v="1744" actId="20577"/>
        <pc:sldMkLst>
          <pc:docMk/>
          <pc:sldMk cId="1654789148" sldId="648"/>
        </pc:sldMkLst>
        <pc:spChg chg="mod">
          <ac:chgData name="Tal R." userId="03e9e69c0e8a7741" providerId="LiveId" clId="{7E8451C7-0DB5-4F3D-8DC4-447DBD27B8B8}" dt="2025-11-12T09:52:49.310" v="1744" actId="20577"/>
          <ac:spMkLst>
            <pc:docMk/>
            <pc:sldMk cId="1654789148" sldId="648"/>
            <ac:spMk id="6" creationId="{1C9BA714-CE4A-AAD8-254E-46044B347606}"/>
          </ac:spMkLst>
        </pc:spChg>
      </pc:sldChg>
      <pc:sldChg chg="modSp add mod">
        <pc:chgData name="Tal R." userId="03e9e69c0e8a7741" providerId="LiveId" clId="{7E8451C7-0DB5-4F3D-8DC4-447DBD27B8B8}" dt="2025-11-12T09:56:53.170" v="1891" actId="20577"/>
        <pc:sldMkLst>
          <pc:docMk/>
          <pc:sldMk cId="1004090625" sldId="649"/>
        </pc:sldMkLst>
        <pc:spChg chg="mod">
          <ac:chgData name="Tal R." userId="03e9e69c0e8a7741" providerId="LiveId" clId="{7E8451C7-0DB5-4F3D-8DC4-447DBD27B8B8}" dt="2025-11-12T09:56:53.170" v="1891" actId="20577"/>
          <ac:spMkLst>
            <pc:docMk/>
            <pc:sldMk cId="1004090625" sldId="649"/>
            <ac:spMk id="6" creationId="{0D883D57-FAAF-BC67-A307-ED3CFE55F60B}"/>
          </ac:spMkLst>
        </pc:spChg>
      </pc:sldChg>
      <pc:sldChg chg="modSp add mod">
        <pc:chgData name="Tal R." userId="03e9e69c0e8a7741" providerId="LiveId" clId="{7E8451C7-0DB5-4F3D-8DC4-447DBD27B8B8}" dt="2025-11-12T09:57:00.170" v="1897" actId="20577"/>
        <pc:sldMkLst>
          <pc:docMk/>
          <pc:sldMk cId="340420998" sldId="650"/>
        </pc:sldMkLst>
        <pc:spChg chg="mod">
          <ac:chgData name="Tal R." userId="03e9e69c0e8a7741" providerId="LiveId" clId="{7E8451C7-0DB5-4F3D-8DC4-447DBD27B8B8}" dt="2025-11-12T09:57:00.170" v="1897" actId="20577"/>
          <ac:spMkLst>
            <pc:docMk/>
            <pc:sldMk cId="340420998" sldId="650"/>
            <ac:spMk id="6" creationId="{F341677D-4C81-0509-48B9-2D3EFE326F96}"/>
          </ac:spMkLst>
        </pc:spChg>
      </pc:sldChg>
    </pc:docChg>
  </pc:docChgLst>
  <pc:docChgLst>
    <pc:chgData name="Tal R." userId="03e9e69c0e8a7741" providerId="LiveId" clId="{012321CB-D30F-40A1-894C-E46D43B30E68}"/>
    <pc:docChg chg="undo redo custSel addSld delSld modSld sldOrd modMainMaster">
      <pc:chgData name="Tal R." userId="03e9e69c0e8a7741" providerId="LiveId" clId="{012321CB-D30F-40A1-894C-E46D43B30E68}" dt="2025-11-15T21:52:37.815" v="20181" actId="20577"/>
      <pc:docMkLst>
        <pc:docMk/>
      </pc:docMkLst>
      <pc:sldChg chg="delSp modSp add del mod ord modTransition modAnim">
        <pc:chgData name="Tal R." userId="03e9e69c0e8a7741" providerId="LiveId" clId="{012321CB-D30F-40A1-894C-E46D43B30E68}" dt="2025-11-15T14:03:33.068" v="11052" actId="790"/>
        <pc:sldMkLst>
          <pc:docMk/>
          <pc:sldMk cId="1543306459" sldId="313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1543306459" sldId="313"/>
            <ac:spMk id="3" creationId="{0B8B7BE8-971E-6D29-5F4A-683C063ED6F8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1543306459" sldId="313"/>
            <ac:spMk id="6" creationId="{E3BAF7CA-BA55-B798-208E-F2A1754B3B2C}"/>
          </ac:spMkLst>
        </pc:spChg>
      </pc:sldChg>
      <pc:sldChg chg="delSp modSp add del mod modTransition modAnim">
        <pc:chgData name="Tal R." userId="03e9e69c0e8a7741" providerId="LiveId" clId="{012321CB-D30F-40A1-894C-E46D43B30E68}" dt="2025-11-15T14:03:33.068" v="11052" actId="790"/>
        <pc:sldMkLst>
          <pc:docMk/>
          <pc:sldMk cId="435770309" sldId="314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435770309" sldId="314"/>
            <ac:spMk id="3" creationId="{0B8B7BE8-971E-6D29-5F4A-683C063ED6F8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435770309" sldId="314"/>
            <ac:spMk id="6" creationId="{E3BAF7CA-BA55-B798-208E-F2A1754B3B2C}"/>
          </ac:spMkLst>
        </pc:spChg>
      </pc:sldChg>
      <pc:sldChg chg="modSp new mod">
        <pc:chgData name="Tal R." userId="03e9e69c0e8a7741" providerId="LiveId" clId="{012321CB-D30F-40A1-894C-E46D43B30E68}" dt="2025-11-15T21:52:37.815" v="20181" actId="20577"/>
        <pc:sldMkLst>
          <pc:docMk/>
          <pc:sldMk cId="467981463" sldId="541"/>
        </pc:sldMkLst>
        <pc:spChg chg="mod">
          <ac:chgData name="Tal R." userId="03e9e69c0e8a7741" providerId="LiveId" clId="{012321CB-D30F-40A1-894C-E46D43B30E68}" dt="2025-11-15T21:52:37.815" v="20181" actId="20577"/>
          <ac:spMkLst>
            <pc:docMk/>
            <pc:sldMk cId="467981463" sldId="541"/>
            <ac:spMk id="2" creationId="{63C98D00-06F6-E602-6C47-76C2BA233264}"/>
          </ac:spMkLst>
        </pc:spChg>
      </pc:sldChg>
      <pc:sldChg chg="addSp modSp add mod ord modTransition addAnim delAnim modAnim">
        <pc:chgData name="Tal R." userId="03e9e69c0e8a7741" providerId="LiveId" clId="{012321CB-D30F-40A1-894C-E46D43B30E68}" dt="2025-11-15T14:03:33.068" v="11052" actId="790"/>
        <pc:sldMkLst>
          <pc:docMk/>
          <pc:sldMk cId="3517214390" sldId="584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3517214390" sldId="584"/>
            <ac:spMk id="3" creationId="{01BE9D86-C96C-1AA5-8FDD-EADA50B54F12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3517214390" sldId="584"/>
            <ac:spMk id="6" creationId="{27E727AD-F488-8AE1-CCF5-07A1AF50EA49}"/>
          </ac:spMkLst>
        </pc:spChg>
      </pc:sldChg>
      <pc:sldChg chg="modSp add mod addAnim delAnim modAnim">
        <pc:chgData name="Tal R." userId="03e9e69c0e8a7741" providerId="LiveId" clId="{012321CB-D30F-40A1-894C-E46D43B30E68}" dt="2025-11-15T14:03:33.068" v="11052" actId="790"/>
        <pc:sldMkLst>
          <pc:docMk/>
          <pc:sldMk cId="4119052751" sldId="596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4119052751" sldId="596"/>
            <ac:spMk id="3" creationId="{FBBD72AA-7F94-49D2-6E20-0BACC2B81B57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4119052751" sldId="596"/>
            <ac:spMk id="6" creationId="{7E9CA68A-CCCB-A972-B4B7-E2C38ED1A0B8}"/>
          </ac:spMkLst>
        </pc:spChg>
      </pc:sldChg>
      <pc:sldChg chg="addSp modSp add mod modTransition modAnim">
        <pc:chgData name="Tal R." userId="03e9e69c0e8a7741" providerId="LiveId" clId="{012321CB-D30F-40A1-894C-E46D43B30E68}" dt="2025-11-15T14:03:33.068" v="11052" actId="790"/>
        <pc:sldMkLst>
          <pc:docMk/>
          <pc:sldMk cId="3312849921" sldId="597"/>
        </pc:sldMkLst>
        <pc:spChg chg="add mod">
          <ac:chgData name="Tal R." userId="03e9e69c0e8a7741" providerId="LiveId" clId="{012321CB-D30F-40A1-894C-E46D43B30E68}" dt="2025-11-15T14:03:33.068" v="11052" actId="790"/>
          <ac:spMkLst>
            <pc:docMk/>
            <pc:sldMk cId="3312849921" sldId="597"/>
            <ac:spMk id="2" creationId="{9AE69BF7-FCC8-21DB-F847-6DA6FFB04E55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3312849921" sldId="597"/>
            <ac:spMk id="3" creationId="{E0E5C174-95FA-2A47-A56C-C307A0CFC5BB}"/>
          </ac:spMkLst>
        </pc:spChg>
        <pc:spChg chg="add mod">
          <ac:chgData name="Tal R." userId="03e9e69c0e8a7741" providerId="LiveId" clId="{012321CB-D30F-40A1-894C-E46D43B30E68}" dt="2025-11-15T14:03:33.068" v="11052" actId="790"/>
          <ac:spMkLst>
            <pc:docMk/>
            <pc:sldMk cId="3312849921" sldId="597"/>
            <ac:spMk id="5" creationId="{22EDE970-6F67-1FBC-A32F-68FD09B1E59B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3312849921" sldId="597"/>
            <ac:spMk id="6" creationId="{8CE2F510-711F-5A05-FE1A-FCF809B567B1}"/>
          </ac:spMkLst>
        </pc:spChg>
      </pc:sldChg>
      <pc:sldChg chg="addSp delSp modSp add mod modAnim">
        <pc:chgData name="Tal R." userId="03e9e69c0e8a7741" providerId="LiveId" clId="{012321CB-D30F-40A1-894C-E46D43B30E68}" dt="2025-11-15T14:03:33.068" v="11052" actId="790"/>
        <pc:sldMkLst>
          <pc:docMk/>
          <pc:sldMk cId="3170956816" sldId="598"/>
        </pc:sldMkLst>
        <pc:spChg chg="add del mod">
          <ac:chgData name="Tal R." userId="03e9e69c0e8a7741" providerId="LiveId" clId="{012321CB-D30F-40A1-894C-E46D43B30E68}" dt="2025-11-15T14:03:33.068" v="11052" actId="790"/>
          <ac:spMkLst>
            <pc:docMk/>
            <pc:sldMk cId="3170956816" sldId="598"/>
            <ac:spMk id="2" creationId="{7B704FDB-67DC-0B78-0309-CB751C853565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3170956816" sldId="598"/>
            <ac:spMk id="3" creationId="{D99CFA89-769D-E502-D261-003B28036D31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3170956816" sldId="598"/>
            <ac:spMk id="6" creationId="{589A5D58-C695-A15F-1EAA-DF91CB4AB3A2}"/>
          </ac:spMkLst>
        </pc:spChg>
      </pc:sldChg>
      <pc:sldChg chg="modSp add mod modAnim">
        <pc:chgData name="Tal R." userId="03e9e69c0e8a7741" providerId="LiveId" clId="{012321CB-D30F-40A1-894C-E46D43B30E68}" dt="2025-11-15T14:03:33.068" v="11052" actId="790"/>
        <pc:sldMkLst>
          <pc:docMk/>
          <pc:sldMk cId="2663971909" sldId="599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2663971909" sldId="599"/>
            <ac:spMk id="3" creationId="{4D2DC4EA-FDF0-D4CB-6ADA-7C1FF905EEF7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2663971909" sldId="599"/>
            <ac:spMk id="6" creationId="{BC11C9B2-3673-F728-B569-5637F060B59E}"/>
          </ac:spMkLst>
        </pc:spChg>
      </pc:sldChg>
      <pc:sldChg chg="modSp add mod modAnim">
        <pc:chgData name="Tal R." userId="03e9e69c0e8a7741" providerId="LiveId" clId="{012321CB-D30F-40A1-894C-E46D43B30E68}" dt="2025-11-15T14:03:33.068" v="11052" actId="790"/>
        <pc:sldMkLst>
          <pc:docMk/>
          <pc:sldMk cId="662041353" sldId="600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662041353" sldId="600"/>
            <ac:spMk id="3" creationId="{B27F8122-D137-5DC4-730A-3607D47D9E02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662041353" sldId="600"/>
            <ac:spMk id="6" creationId="{9A194330-64D2-9209-0AC6-4F493F9480C5}"/>
          </ac:spMkLst>
        </pc:spChg>
      </pc:sldChg>
      <pc:sldChg chg="modSp add mod modAnim">
        <pc:chgData name="Tal R." userId="03e9e69c0e8a7741" providerId="LiveId" clId="{012321CB-D30F-40A1-894C-E46D43B30E68}" dt="2025-11-15T14:03:33.068" v="11052" actId="790"/>
        <pc:sldMkLst>
          <pc:docMk/>
          <pc:sldMk cId="926670601" sldId="601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926670601" sldId="601"/>
            <ac:spMk id="3" creationId="{0FD012ED-321A-9F55-7A33-E25A6F0AE062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926670601" sldId="601"/>
            <ac:spMk id="6" creationId="{C1C9CA8E-EAB6-9007-185C-23A3115FCAC8}"/>
          </ac:spMkLst>
        </pc:spChg>
      </pc:sldChg>
      <pc:sldChg chg="modSp add mod ord modAnim">
        <pc:chgData name="Tal R." userId="03e9e69c0e8a7741" providerId="LiveId" clId="{012321CB-D30F-40A1-894C-E46D43B30E68}" dt="2025-11-15T14:03:33.068" v="11052" actId="790"/>
        <pc:sldMkLst>
          <pc:docMk/>
          <pc:sldMk cId="3854860563" sldId="602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3854860563" sldId="602"/>
            <ac:spMk id="3" creationId="{15DDE4FA-3988-9CC9-416F-2A7AA3E2B025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3854860563" sldId="602"/>
            <ac:spMk id="6" creationId="{D5421B55-A0C7-D6A7-8FA1-DF7A2C92A202}"/>
          </ac:spMkLst>
        </pc:spChg>
      </pc:sldChg>
      <pc:sldChg chg="modSp mod">
        <pc:chgData name="Tal R." userId="03e9e69c0e8a7741" providerId="LiveId" clId="{012321CB-D30F-40A1-894C-E46D43B30E68}" dt="2025-11-15T14:03:33.068" v="11052" actId="790"/>
        <pc:sldMkLst>
          <pc:docMk/>
          <pc:sldMk cId="4188802296" sldId="603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4188802296" sldId="603"/>
            <ac:spMk id="3" creationId="{E6F0D601-DE8F-45D6-ACED-E87F1BA9D7B9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4188802296" sldId="603"/>
            <ac:spMk id="6" creationId="{93DDB48D-A62A-8C55-2426-960975C1735F}"/>
          </ac:spMkLst>
        </pc:spChg>
      </pc:sldChg>
      <pc:sldChg chg="modSp add mod modAnim">
        <pc:chgData name="Tal R." userId="03e9e69c0e8a7741" providerId="LiveId" clId="{012321CB-D30F-40A1-894C-E46D43B30E68}" dt="2025-11-15T14:03:33.068" v="11052" actId="790"/>
        <pc:sldMkLst>
          <pc:docMk/>
          <pc:sldMk cId="1206388023" sldId="605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1206388023" sldId="605"/>
            <ac:spMk id="3" creationId="{1AC90F49-3ACB-CFDD-EF17-2958DF4257EF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1206388023" sldId="605"/>
            <ac:spMk id="6" creationId="{7A171BCC-0199-4F79-2321-EFF73CD5440C}"/>
          </ac:spMkLst>
        </pc:spChg>
      </pc:sldChg>
      <pc:sldChg chg="modSp add mod ord modAnim">
        <pc:chgData name="Tal R." userId="03e9e69c0e8a7741" providerId="LiveId" clId="{012321CB-D30F-40A1-894C-E46D43B30E68}" dt="2025-11-15T14:03:33.068" v="11052" actId="790"/>
        <pc:sldMkLst>
          <pc:docMk/>
          <pc:sldMk cId="4042193925" sldId="606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4042193925" sldId="606"/>
            <ac:spMk id="3" creationId="{7E03DAA9-9384-5DA8-B8ED-7169E848BB35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4042193925" sldId="606"/>
            <ac:spMk id="6" creationId="{54A7DDB5-C26E-25EF-998C-202E4A44AB3A}"/>
          </ac:spMkLst>
        </pc:spChg>
      </pc:sldChg>
      <pc:sldChg chg="modSp add mod modAnim">
        <pc:chgData name="Tal R." userId="03e9e69c0e8a7741" providerId="LiveId" clId="{012321CB-D30F-40A1-894C-E46D43B30E68}" dt="2025-11-15T14:03:33.068" v="11052" actId="790"/>
        <pc:sldMkLst>
          <pc:docMk/>
          <pc:sldMk cId="2567423859" sldId="607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2567423859" sldId="607"/>
            <ac:spMk id="3" creationId="{A6A1C44C-A1C2-BB40-6BA2-C286103CE2CF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2567423859" sldId="607"/>
            <ac:spMk id="6" creationId="{6FB8ADC0-48AF-DD58-D811-724EE8F7E4C4}"/>
          </ac:spMkLst>
        </pc:spChg>
      </pc:sldChg>
      <pc:sldChg chg="delSp modSp add mod ord modTransition delAnim modAnim">
        <pc:chgData name="Tal R." userId="03e9e69c0e8a7741" providerId="LiveId" clId="{012321CB-D30F-40A1-894C-E46D43B30E68}" dt="2025-11-15T14:03:33.068" v="11052" actId="790"/>
        <pc:sldMkLst>
          <pc:docMk/>
          <pc:sldMk cId="2429497265" sldId="608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2429497265" sldId="608"/>
            <ac:spMk id="3" creationId="{4C2E2EEF-63CC-8E42-E7AC-3621185D6F0F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2429497265" sldId="608"/>
            <ac:spMk id="6" creationId="{0462CA69-16FE-E777-40A6-0FA6D52C04EA}"/>
          </ac:spMkLst>
        </pc:spChg>
      </pc:sldChg>
      <pc:sldChg chg="modSp add mod ord modTransition addAnim delAnim modAnim">
        <pc:chgData name="Tal R." userId="03e9e69c0e8a7741" providerId="LiveId" clId="{012321CB-D30F-40A1-894C-E46D43B30E68}" dt="2025-11-15T14:03:33.068" v="11052" actId="790"/>
        <pc:sldMkLst>
          <pc:docMk/>
          <pc:sldMk cId="2824361753" sldId="610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2824361753" sldId="610"/>
            <ac:spMk id="3" creationId="{6D68B1C9-9327-065E-557C-E3D6C74DC6E8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2824361753" sldId="610"/>
            <ac:spMk id="6" creationId="{252DB8DE-9564-99A5-8FA2-6397F3105CC2}"/>
          </ac:spMkLst>
        </pc:spChg>
      </pc:sldChg>
      <pc:sldChg chg="modSp add mod modTransition modAnim">
        <pc:chgData name="Tal R." userId="03e9e69c0e8a7741" providerId="LiveId" clId="{012321CB-D30F-40A1-894C-E46D43B30E68}" dt="2025-11-15T14:03:33.068" v="11052" actId="790"/>
        <pc:sldMkLst>
          <pc:docMk/>
          <pc:sldMk cId="810320917" sldId="611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810320917" sldId="611"/>
            <ac:spMk id="3" creationId="{0BE2EB0C-C6DC-4991-A01E-AF316FE681F2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810320917" sldId="611"/>
            <ac:spMk id="6" creationId="{074E58DA-DFC5-920B-B5E8-AFF7C864F0EF}"/>
          </ac:spMkLst>
        </pc:spChg>
      </pc:sldChg>
      <pc:sldChg chg="modSp add mod modTransition modAnim">
        <pc:chgData name="Tal R." userId="03e9e69c0e8a7741" providerId="LiveId" clId="{012321CB-D30F-40A1-894C-E46D43B30E68}" dt="2025-11-15T14:03:33.068" v="11052" actId="790"/>
        <pc:sldMkLst>
          <pc:docMk/>
          <pc:sldMk cId="3805654390" sldId="612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3805654390" sldId="612"/>
            <ac:spMk id="3" creationId="{3F19EE62-5B35-538C-7EE7-95CB6EE81416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3805654390" sldId="612"/>
            <ac:spMk id="6" creationId="{712A3D22-4C9E-F90A-5105-E1B59539B6A9}"/>
          </ac:spMkLst>
        </pc:spChg>
      </pc:sldChg>
      <pc:sldChg chg="addSp modSp add mod ord modTransition addAnim delAnim modAnim">
        <pc:chgData name="Tal R." userId="03e9e69c0e8a7741" providerId="LiveId" clId="{012321CB-D30F-40A1-894C-E46D43B30E68}" dt="2025-11-15T14:46:06.615" v="11409" actId="27636"/>
        <pc:sldMkLst>
          <pc:docMk/>
          <pc:sldMk cId="1481241767" sldId="617"/>
        </pc:sldMkLst>
        <pc:spChg chg="add mod">
          <ac:chgData name="Tal R." userId="03e9e69c0e8a7741" providerId="LiveId" clId="{012321CB-D30F-40A1-894C-E46D43B30E68}" dt="2025-11-15T14:03:33.068" v="11052" actId="790"/>
          <ac:spMkLst>
            <pc:docMk/>
            <pc:sldMk cId="1481241767" sldId="617"/>
            <ac:spMk id="2" creationId="{8CDDC6C5-F303-808D-EBF1-275CC7291485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1481241767" sldId="617"/>
            <ac:spMk id="3" creationId="{C49DC9A7-D264-9847-BE64-7E00C1F8F3F4}"/>
          </ac:spMkLst>
        </pc:spChg>
        <pc:spChg chg="mod">
          <ac:chgData name="Tal R." userId="03e9e69c0e8a7741" providerId="LiveId" clId="{012321CB-D30F-40A1-894C-E46D43B30E68}" dt="2025-11-15T14:46:06.615" v="11409" actId="27636"/>
          <ac:spMkLst>
            <pc:docMk/>
            <pc:sldMk cId="1481241767" sldId="617"/>
            <ac:spMk id="6" creationId="{6EF349CE-999A-8B54-56D8-5C41689E3222}"/>
          </ac:spMkLst>
        </pc:spChg>
      </pc:sldChg>
      <pc:sldChg chg="addSp modSp add del mod modTransition modAnim">
        <pc:chgData name="Tal R." userId="03e9e69c0e8a7741" providerId="LiveId" clId="{012321CB-D30F-40A1-894C-E46D43B30E68}" dt="2025-11-15T14:40:05.709" v="11333" actId="47"/>
        <pc:sldMkLst>
          <pc:docMk/>
          <pc:sldMk cId="2552322159" sldId="618"/>
        </pc:sldMkLst>
        <pc:spChg chg="add mod">
          <ac:chgData name="Tal R." userId="03e9e69c0e8a7741" providerId="LiveId" clId="{012321CB-D30F-40A1-894C-E46D43B30E68}" dt="2025-11-15T14:03:33.068" v="11052" actId="790"/>
          <ac:spMkLst>
            <pc:docMk/>
            <pc:sldMk cId="2552322159" sldId="618"/>
            <ac:spMk id="2" creationId="{6018B865-ED3E-F587-F675-12398E2F5090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2552322159" sldId="618"/>
            <ac:spMk id="3" creationId="{88B44AAF-E5A1-26C6-7738-18EC52478164}"/>
          </ac:spMkLst>
        </pc:spChg>
        <pc:spChg chg="mod">
          <ac:chgData name="Tal R." userId="03e9e69c0e8a7741" providerId="LiveId" clId="{012321CB-D30F-40A1-894C-E46D43B30E68}" dt="2025-11-15T14:37:14.755" v="11328"/>
          <ac:spMkLst>
            <pc:docMk/>
            <pc:sldMk cId="2552322159" sldId="618"/>
            <ac:spMk id="6" creationId="{FC21C1F9-4EC1-4B8A-A761-DD55727D519C}"/>
          </ac:spMkLst>
        </pc:spChg>
      </pc:sldChg>
      <pc:sldChg chg="addSp modSp add del mod ord modTransition">
        <pc:chgData name="Tal R." userId="03e9e69c0e8a7741" providerId="LiveId" clId="{012321CB-D30F-40A1-894C-E46D43B30E68}" dt="2025-11-15T14:47:01.937" v="11422" actId="47"/>
        <pc:sldMkLst>
          <pc:docMk/>
          <pc:sldMk cId="2447780546" sldId="619"/>
        </pc:sldMkLst>
        <pc:spChg chg="add mod">
          <ac:chgData name="Tal R." userId="03e9e69c0e8a7741" providerId="LiveId" clId="{012321CB-D30F-40A1-894C-E46D43B30E68}" dt="2025-11-15T14:41:40.636" v="11363" actId="20577"/>
          <ac:spMkLst>
            <pc:docMk/>
            <pc:sldMk cId="2447780546" sldId="619"/>
            <ac:spMk id="2" creationId="{9990532A-6268-6692-8846-4C6912C26347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2447780546" sldId="619"/>
            <ac:spMk id="3" creationId="{C95BF5E3-CA23-BD91-25A1-2F3121F93D93}"/>
          </ac:spMkLst>
        </pc:spChg>
        <pc:spChg chg="mod">
          <ac:chgData name="Tal R." userId="03e9e69c0e8a7741" providerId="LiveId" clId="{012321CB-D30F-40A1-894C-E46D43B30E68}" dt="2025-11-15T14:45:57.023" v="11403" actId="27636"/>
          <ac:spMkLst>
            <pc:docMk/>
            <pc:sldMk cId="2447780546" sldId="619"/>
            <ac:spMk id="6" creationId="{688DC743-7B71-0762-C323-1722A128EF32}"/>
          </ac:spMkLst>
        </pc:spChg>
      </pc:sldChg>
      <pc:sldChg chg="addSp modSp add del mod modTransition addAnim delAnim modAnim">
        <pc:chgData name="Tal R." userId="03e9e69c0e8a7741" providerId="LiveId" clId="{012321CB-D30F-40A1-894C-E46D43B30E68}" dt="2025-11-15T14:42:09.640" v="11365" actId="47"/>
        <pc:sldMkLst>
          <pc:docMk/>
          <pc:sldMk cId="2060026330" sldId="620"/>
        </pc:sldMkLst>
        <pc:spChg chg="add mod">
          <ac:chgData name="Tal R." userId="03e9e69c0e8a7741" providerId="LiveId" clId="{012321CB-D30F-40A1-894C-E46D43B30E68}" dt="2025-11-15T14:03:33.068" v="11052" actId="790"/>
          <ac:spMkLst>
            <pc:docMk/>
            <pc:sldMk cId="2060026330" sldId="620"/>
            <ac:spMk id="2" creationId="{1BE95A97-B659-06D9-AD4E-D09EC377CD20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2060026330" sldId="620"/>
            <ac:spMk id="3" creationId="{82A3367C-C396-CDC4-E95C-A079FA194A95}"/>
          </ac:spMkLst>
        </pc:spChg>
        <pc:spChg chg="mod">
          <ac:chgData name="Tal R." userId="03e9e69c0e8a7741" providerId="LiveId" clId="{012321CB-D30F-40A1-894C-E46D43B30E68}" dt="2025-11-15T14:41:16.017" v="11343"/>
          <ac:spMkLst>
            <pc:docMk/>
            <pc:sldMk cId="2060026330" sldId="620"/>
            <ac:spMk id="6" creationId="{9A1D185F-28A6-107B-3F50-DDACF75B5C8C}"/>
          </ac:spMkLst>
        </pc:spChg>
      </pc:sldChg>
      <pc:sldChg chg="modSp add del mod modTransition">
        <pc:chgData name="Tal R." userId="03e9e69c0e8a7741" providerId="LiveId" clId="{012321CB-D30F-40A1-894C-E46D43B30E68}" dt="2025-11-15T14:41:55.444" v="11364" actId="47"/>
        <pc:sldMkLst>
          <pc:docMk/>
          <pc:sldMk cId="3651249847" sldId="622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3651249847" sldId="622"/>
            <ac:spMk id="2" creationId="{246E036C-64D2-EDF7-7345-C9C1E28EC224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3651249847" sldId="622"/>
            <ac:spMk id="3" creationId="{2D26CC4F-46AB-6C7E-1816-AA3975D50FBB}"/>
          </ac:spMkLst>
        </pc:spChg>
        <pc:spChg chg="mod">
          <ac:chgData name="Tal R." userId="03e9e69c0e8a7741" providerId="LiveId" clId="{012321CB-D30F-40A1-894C-E46D43B30E68}" dt="2025-11-15T14:41:16.017" v="11343"/>
          <ac:spMkLst>
            <pc:docMk/>
            <pc:sldMk cId="3651249847" sldId="622"/>
            <ac:spMk id="6" creationId="{64FF9061-9528-C2A0-F3F7-232F0E77D1C7}"/>
          </ac:spMkLst>
        </pc:spChg>
      </pc:sldChg>
      <pc:sldChg chg="modSp add mod modTransition modAnim">
        <pc:chgData name="Tal R." userId="03e9e69c0e8a7741" providerId="LiveId" clId="{012321CB-D30F-40A1-894C-E46D43B30E68}" dt="2025-11-15T14:39:34.047" v="11332"/>
        <pc:sldMkLst>
          <pc:docMk/>
          <pc:sldMk cId="1605456075" sldId="624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1605456075" sldId="624"/>
            <ac:spMk id="3" creationId="{93B30DF8-8663-FA1A-48C7-743D54C1AB3A}"/>
          </ac:spMkLst>
        </pc:spChg>
        <pc:spChg chg="mod">
          <ac:chgData name="Tal R." userId="03e9e69c0e8a7741" providerId="LiveId" clId="{012321CB-D30F-40A1-894C-E46D43B30E68}" dt="2025-11-15T14:37:10.138" v="11327"/>
          <ac:spMkLst>
            <pc:docMk/>
            <pc:sldMk cId="1605456075" sldId="624"/>
            <ac:spMk id="6" creationId="{CAD1E3D5-4FE2-61BF-C12E-CFE518658E0E}"/>
          </ac:spMkLst>
        </pc:spChg>
      </pc:sldChg>
      <pc:sldChg chg="modSp add del mod">
        <pc:chgData name="Tal R." userId="03e9e69c0e8a7741" providerId="LiveId" clId="{012321CB-D30F-40A1-894C-E46D43B30E68}" dt="2025-11-15T14:40:46.706" v="11342" actId="47"/>
        <pc:sldMkLst>
          <pc:docMk/>
          <pc:sldMk cId="798504012" sldId="625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798504012" sldId="625"/>
            <ac:spMk id="2" creationId="{223C7014-753C-D6ED-A13B-14EAAA93FACF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798504012" sldId="625"/>
            <ac:spMk id="3" creationId="{7829A93E-A092-32F6-9E48-2AB63241E6BE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798504012" sldId="625"/>
            <ac:spMk id="6" creationId="{3F7D048A-FC63-1241-0250-8B501027CBBC}"/>
          </ac:spMkLst>
        </pc:spChg>
      </pc:sldChg>
      <pc:sldChg chg="addSp delSp modSp add del mod modTransition addAnim modAnim">
        <pc:chgData name="Tal R." userId="03e9e69c0e8a7741" providerId="LiveId" clId="{012321CB-D30F-40A1-894C-E46D43B30E68}" dt="2025-11-15T14:52:21.640" v="11653" actId="47"/>
        <pc:sldMkLst>
          <pc:docMk/>
          <pc:sldMk cId="3780495594" sldId="627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3780495594" sldId="627"/>
            <ac:spMk id="3" creationId="{22EF0670-B32B-CC18-0CED-7268532B8699}"/>
          </ac:spMkLst>
        </pc:spChg>
        <pc:spChg chg="add mod">
          <ac:chgData name="Tal R." userId="03e9e69c0e8a7741" providerId="LiveId" clId="{012321CB-D30F-40A1-894C-E46D43B30E68}" dt="2025-11-15T14:43:42.657" v="11376" actId="20577"/>
          <ac:spMkLst>
            <pc:docMk/>
            <pc:sldMk cId="3780495594" sldId="627"/>
            <ac:spMk id="5" creationId="{4D2415DA-5891-458B-6480-141D6DF38BF6}"/>
          </ac:spMkLst>
        </pc:spChg>
        <pc:spChg chg="mod">
          <ac:chgData name="Tal R." userId="03e9e69c0e8a7741" providerId="LiveId" clId="{012321CB-D30F-40A1-894C-E46D43B30E68}" dt="2025-11-15T14:48:23.735" v="11454" actId="21"/>
          <ac:spMkLst>
            <pc:docMk/>
            <pc:sldMk cId="3780495594" sldId="627"/>
            <ac:spMk id="6" creationId="{00B95B90-F820-0800-2700-4DF1D0286678}"/>
          </ac:spMkLst>
        </pc:spChg>
        <pc:spChg chg="add mod">
          <ac:chgData name="Tal R." userId="03e9e69c0e8a7741" providerId="LiveId" clId="{012321CB-D30F-40A1-894C-E46D43B30E68}" dt="2025-11-15T14:03:33.068" v="11052" actId="790"/>
          <ac:spMkLst>
            <pc:docMk/>
            <pc:sldMk cId="3780495594" sldId="627"/>
            <ac:spMk id="7" creationId="{85EFEBCE-0099-5D83-7C9A-3CD6C22294A0}"/>
          </ac:spMkLst>
        </pc:spChg>
      </pc:sldChg>
      <pc:sldChg chg="modSp add mod modAnim">
        <pc:chgData name="Tal R." userId="03e9e69c0e8a7741" providerId="LiveId" clId="{012321CB-D30F-40A1-894C-E46D43B30E68}" dt="2025-11-15T14:42:55.441" v="11370" actId="27636"/>
        <pc:sldMkLst>
          <pc:docMk/>
          <pc:sldMk cId="32320661" sldId="628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32320661" sldId="628"/>
            <ac:spMk id="3" creationId="{9593C2DA-DCE2-65D8-96D8-5A9196CE2F01}"/>
          </ac:spMkLst>
        </pc:spChg>
        <pc:spChg chg="mod">
          <ac:chgData name="Tal R." userId="03e9e69c0e8a7741" providerId="LiveId" clId="{012321CB-D30F-40A1-894C-E46D43B30E68}" dt="2025-11-15T14:42:55.441" v="11370" actId="27636"/>
          <ac:spMkLst>
            <pc:docMk/>
            <pc:sldMk cId="32320661" sldId="628"/>
            <ac:spMk id="6" creationId="{16E6877E-66FC-2378-30A5-DBD0D48A5C91}"/>
          </ac:spMkLst>
        </pc:spChg>
      </pc:sldChg>
      <pc:sldChg chg="modSp add mod">
        <pc:chgData name="Tal R." userId="03e9e69c0e8a7741" providerId="LiveId" clId="{012321CB-D30F-40A1-894C-E46D43B30E68}" dt="2025-11-15T14:03:33.068" v="11052" actId="790"/>
        <pc:sldMkLst>
          <pc:docMk/>
          <pc:sldMk cId="1052212007" sldId="629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1052212007" sldId="629"/>
            <ac:spMk id="3" creationId="{9F880399-4B7E-B109-D65E-F6252DF25A77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1052212007" sldId="629"/>
            <ac:spMk id="5" creationId="{51B688E1-5B10-D08C-0BD6-F393926C9843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1052212007" sldId="629"/>
            <ac:spMk id="6" creationId="{5B133E5C-4D68-27D3-57DF-1925F679C555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1052212007" sldId="629"/>
            <ac:spMk id="8" creationId="{2D851E74-ADB1-A822-FEE2-06CED0135C47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1052212007" sldId="629"/>
            <ac:spMk id="12" creationId="{94F6B4FB-530C-375C-0ED4-F334747C97D0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1052212007" sldId="629"/>
            <ac:spMk id="21" creationId="{8EBCD4F9-B0EF-471F-DB1E-BD9E7CC54FAF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1052212007" sldId="629"/>
            <ac:spMk id="31" creationId="{6082CC96-29C3-4FBD-63F7-0FE1E06C8A85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1052212007" sldId="629"/>
            <ac:spMk id="32" creationId="{D172D8E1-05DE-FA3D-4232-01C79DF5DB37}"/>
          </ac:spMkLst>
        </pc:spChg>
        <pc:spChg chg="mod">
          <ac:chgData name="Tal R." userId="03e9e69c0e8a7741" providerId="LiveId" clId="{012321CB-D30F-40A1-894C-E46D43B30E68}" dt="2025-11-15T14:03:14.554" v="11051" actId="790"/>
          <ac:spMkLst>
            <pc:docMk/>
            <pc:sldMk cId="1052212007" sldId="629"/>
            <ac:spMk id="36" creationId="{16693FE0-5F67-F1AF-A1DC-527714646886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1052212007" sldId="629"/>
            <ac:spMk id="39" creationId="{8A7F7E15-8237-BC32-62C7-D31FAEA82933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1052212007" sldId="629"/>
            <ac:spMk id="40" creationId="{EC457E2B-00F1-22DD-E75F-355B635180A6}"/>
          </ac:spMkLst>
        </pc:spChg>
      </pc:sldChg>
      <pc:sldChg chg="modSp mod">
        <pc:chgData name="Tal R." userId="03e9e69c0e8a7741" providerId="LiveId" clId="{012321CB-D30F-40A1-894C-E46D43B30E68}" dt="2025-11-15T14:08:19.041" v="11134"/>
        <pc:sldMkLst>
          <pc:docMk/>
          <pc:sldMk cId="3015001227" sldId="632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3015001227" sldId="632"/>
            <ac:spMk id="3" creationId="{6403D50B-572A-0A46-2252-4AF502831D77}"/>
          </ac:spMkLst>
        </pc:spChg>
        <pc:spChg chg="mod">
          <ac:chgData name="Tal R." userId="03e9e69c0e8a7741" providerId="LiveId" clId="{012321CB-D30F-40A1-894C-E46D43B30E68}" dt="2025-11-15T14:08:19.041" v="11134"/>
          <ac:spMkLst>
            <pc:docMk/>
            <pc:sldMk cId="3015001227" sldId="632"/>
            <ac:spMk id="6" creationId="{03A48D61-7CD2-6146-9CF5-D6B04332CB67}"/>
          </ac:spMkLst>
        </pc:spChg>
      </pc:sldChg>
      <pc:sldChg chg="modSp mod">
        <pc:chgData name="Tal R." userId="03e9e69c0e8a7741" providerId="LiveId" clId="{012321CB-D30F-40A1-894C-E46D43B30E68}" dt="2025-11-15T14:03:33.068" v="11052" actId="790"/>
        <pc:sldMkLst>
          <pc:docMk/>
          <pc:sldMk cId="310896464" sldId="633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310896464" sldId="633"/>
            <ac:spMk id="3" creationId="{D67B2B16-17DB-6C45-0F0F-E7966D2040DB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310896464" sldId="633"/>
            <ac:spMk id="6" creationId="{02A514EE-AF5B-6765-DCFF-E8C4161BA38B}"/>
          </ac:spMkLst>
        </pc:spChg>
      </pc:sldChg>
      <pc:sldChg chg="modSp mod">
        <pc:chgData name="Tal R." userId="03e9e69c0e8a7741" providerId="LiveId" clId="{012321CB-D30F-40A1-894C-E46D43B30E68}" dt="2025-11-15T14:03:33.068" v="11052" actId="790"/>
        <pc:sldMkLst>
          <pc:docMk/>
          <pc:sldMk cId="789613051" sldId="635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789613051" sldId="635"/>
            <ac:spMk id="3" creationId="{4DACA938-4262-564C-AEE0-44401B93560A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789613051" sldId="635"/>
            <ac:spMk id="6" creationId="{9D0BC1DB-AF4D-A0EA-A21B-848275D1F2F2}"/>
          </ac:spMkLst>
        </pc:spChg>
      </pc:sldChg>
      <pc:sldChg chg="modSp mod modTransition">
        <pc:chgData name="Tal R." userId="03e9e69c0e8a7741" providerId="LiveId" clId="{012321CB-D30F-40A1-894C-E46D43B30E68}" dt="2025-11-15T14:26:20.015" v="11171"/>
        <pc:sldMkLst>
          <pc:docMk/>
          <pc:sldMk cId="3207846138" sldId="636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3207846138" sldId="636"/>
            <ac:spMk id="3" creationId="{59BA5A06-8A25-4183-70DA-B55339309E91}"/>
          </ac:spMkLst>
        </pc:spChg>
        <pc:spChg chg="mod">
          <ac:chgData name="Tal R." userId="03e9e69c0e8a7741" providerId="LiveId" clId="{012321CB-D30F-40A1-894C-E46D43B30E68}" dt="2025-11-15T14:09:11.832" v="11150" actId="27636"/>
          <ac:spMkLst>
            <pc:docMk/>
            <pc:sldMk cId="3207846138" sldId="636"/>
            <ac:spMk id="6" creationId="{78CEDDD8-79B0-C20F-8F8A-336744237311}"/>
          </ac:spMkLst>
        </pc:spChg>
      </pc:sldChg>
      <pc:sldChg chg="modSp mod">
        <pc:chgData name="Tal R." userId="03e9e69c0e8a7741" providerId="LiveId" clId="{012321CB-D30F-40A1-894C-E46D43B30E68}" dt="2025-11-15T14:03:33.068" v="11052" actId="790"/>
        <pc:sldMkLst>
          <pc:docMk/>
          <pc:sldMk cId="672636711" sldId="637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672636711" sldId="637"/>
            <ac:spMk id="3" creationId="{6F8B93B3-AFD4-94C6-22B5-CF2C36451A93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672636711" sldId="637"/>
            <ac:spMk id="6" creationId="{56D9BE40-673F-3033-798D-35D80668FDE3}"/>
          </ac:spMkLst>
        </pc:spChg>
      </pc:sldChg>
      <pc:sldChg chg="modSp mod">
        <pc:chgData name="Tal R." userId="03e9e69c0e8a7741" providerId="LiveId" clId="{012321CB-D30F-40A1-894C-E46D43B30E68}" dt="2025-11-15T14:03:33.068" v="11052" actId="790"/>
        <pc:sldMkLst>
          <pc:docMk/>
          <pc:sldMk cId="517822629" sldId="638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517822629" sldId="638"/>
            <ac:spMk id="3" creationId="{F7532172-1F08-5763-BCCD-7EADA58E58EC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517822629" sldId="638"/>
            <ac:spMk id="6" creationId="{4F1BD5AA-0886-185C-9212-67F004209874}"/>
          </ac:spMkLst>
        </pc:spChg>
      </pc:sldChg>
      <pc:sldChg chg="modSp mod">
        <pc:chgData name="Tal R." userId="03e9e69c0e8a7741" providerId="LiveId" clId="{012321CB-D30F-40A1-894C-E46D43B30E68}" dt="2025-11-15T14:03:33.068" v="11052" actId="790"/>
        <pc:sldMkLst>
          <pc:docMk/>
          <pc:sldMk cId="3272621788" sldId="639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3272621788" sldId="639"/>
            <ac:spMk id="3" creationId="{5A4FE577-60B1-5A6E-F091-58278C9B4765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3272621788" sldId="639"/>
            <ac:spMk id="6" creationId="{89AB6D3F-F63A-0797-FE99-C1A3CC5169DB}"/>
          </ac:spMkLst>
        </pc:spChg>
      </pc:sldChg>
      <pc:sldChg chg="modSp mod">
        <pc:chgData name="Tal R." userId="03e9e69c0e8a7741" providerId="LiveId" clId="{012321CB-D30F-40A1-894C-E46D43B30E68}" dt="2025-11-15T14:03:33.068" v="11052" actId="790"/>
        <pc:sldMkLst>
          <pc:docMk/>
          <pc:sldMk cId="3072377533" sldId="640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3072377533" sldId="640"/>
            <ac:spMk id="3" creationId="{928F8F4C-A767-9561-A0FE-184D2DFE7BD8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3072377533" sldId="640"/>
            <ac:spMk id="6" creationId="{61CFAE9C-94BE-1CC9-9681-EB9930B63E7F}"/>
          </ac:spMkLst>
        </pc:spChg>
      </pc:sldChg>
      <pc:sldChg chg="modSp mod">
        <pc:chgData name="Tal R." userId="03e9e69c0e8a7741" providerId="LiveId" clId="{012321CB-D30F-40A1-894C-E46D43B30E68}" dt="2025-11-15T14:03:33.068" v="11052" actId="790"/>
        <pc:sldMkLst>
          <pc:docMk/>
          <pc:sldMk cId="1763946643" sldId="641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1763946643" sldId="641"/>
            <ac:spMk id="3" creationId="{EEABEDB8-34CB-1E35-AF50-29C65790539A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1763946643" sldId="641"/>
            <ac:spMk id="6" creationId="{77D71A44-1798-D0D7-55A5-DC943B026FE2}"/>
          </ac:spMkLst>
        </pc:spChg>
      </pc:sldChg>
      <pc:sldChg chg="modSp mod">
        <pc:chgData name="Tal R." userId="03e9e69c0e8a7741" providerId="LiveId" clId="{012321CB-D30F-40A1-894C-E46D43B30E68}" dt="2025-11-15T14:03:33.068" v="11052" actId="790"/>
        <pc:sldMkLst>
          <pc:docMk/>
          <pc:sldMk cId="3963057507" sldId="642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3963057507" sldId="642"/>
            <ac:spMk id="3" creationId="{688675A4-B3AB-277F-5903-D20E4503D252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3963057507" sldId="642"/>
            <ac:spMk id="6" creationId="{84DB56E9-BA86-28F8-58EF-AFE37C20EBB3}"/>
          </ac:spMkLst>
        </pc:spChg>
      </pc:sldChg>
      <pc:sldChg chg="modSp mod">
        <pc:chgData name="Tal R." userId="03e9e69c0e8a7741" providerId="LiveId" clId="{012321CB-D30F-40A1-894C-E46D43B30E68}" dt="2025-11-15T14:03:33.068" v="11052" actId="790"/>
        <pc:sldMkLst>
          <pc:docMk/>
          <pc:sldMk cId="1561710206" sldId="643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1561710206" sldId="643"/>
            <ac:spMk id="3" creationId="{B64F4C78-FAD5-5FEF-05CF-AD84D8685B54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1561710206" sldId="643"/>
            <ac:spMk id="6" creationId="{44E769D7-4A11-C6D3-D011-F87518C21AE5}"/>
          </ac:spMkLst>
        </pc:spChg>
      </pc:sldChg>
      <pc:sldChg chg="modSp mod">
        <pc:chgData name="Tal R." userId="03e9e69c0e8a7741" providerId="LiveId" clId="{012321CB-D30F-40A1-894C-E46D43B30E68}" dt="2025-11-15T14:08:19.041" v="11134"/>
        <pc:sldMkLst>
          <pc:docMk/>
          <pc:sldMk cId="3465783622" sldId="644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3465783622" sldId="644"/>
            <ac:spMk id="3" creationId="{CC6FBAC8-52F3-F03B-343F-B75E39AB7F53}"/>
          </ac:spMkLst>
        </pc:spChg>
        <pc:spChg chg="mod">
          <ac:chgData name="Tal R." userId="03e9e69c0e8a7741" providerId="LiveId" clId="{012321CB-D30F-40A1-894C-E46D43B30E68}" dt="2025-11-15T14:08:19.041" v="11134"/>
          <ac:spMkLst>
            <pc:docMk/>
            <pc:sldMk cId="3465783622" sldId="644"/>
            <ac:spMk id="6" creationId="{CE6B6D3D-6A09-808A-F15D-E68A1287ECDA}"/>
          </ac:spMkLst>
        </pc:spChg>
      </pc:sldChg>
      <pc:sldChg chg="modSp mod">
        <pc:chgData name="Tal R." userId="03e9e69c0e8a7741" providerId="LiveId" clId="{012321CB-D30F-40A1-894C-E46D43B30E68}" dt="2025-11-15T14:08:19.041" v="11134"/>
        <pc:sldMkLst>
          <pc:docMk/>
          <pc:sldMk cId="206179116" sldId="645"/>
        </pc:sldMkLst>
        <pc:spChg chg="mod">
          <ac:chgData name="Tal R." userId="03e9e69c0e8a7741" providerId="LiveId" clId="{012321CB-D30F-40A1-894C-E46D43B30E68}" dt="2025-11-15T14:03:34.557" v="11053" actId="790"/>
          <ac:spMkLst>
            <pc:docMk/>
            <pc:sldMk cId="206179116" sldId="645"/>
            <ac:spMk id="2" creationId="{16693195-52F5-7906-169D-4BEEBDB06E74}"/>
          </ac:spMkLst>
        </pc:spChg>
        <pc:spChg chg="mod">
          <ac:chgData name="Tal R." userId="03e9e69c0e8a7741" providerId="LiveId" clId="{012321CB-D30F-40A1-894C-E46D43B30E68}" dt="2025-11-15T14:03:34.557" v="11053" actId="790"/>
          <ac:spMkLst>
            <pc:docMk/>
            <pc:sldMk cId="206179116" sldId="645"/>
            <ac:spMk id="3" creationId="{645F94AA-BC97-2304-2224-961AE5FD36DB}"/>
          </ac:spMkLst>
        </pc:spChg>
        <pc:spChg chg="mod">
          <ac:chgData name="Tal R." userId="03e9e69c0e8a7741" providerId="LiveId" clId="{012321CB-D30F-40A1-894C-E46D43B30E68}" dt="2025-11-15T14:08:19.041" v="11134"/>
          <ac:spMkLst>
            <pc:docMk/>
            <pc:sldMk cId="206179116" sldId="645"/>
            <ac:spMk id="6" creationId="{CA528983-42FA-8BB2-8A42-92926E561DDE}"/>
          </ac:spMkLst>
        </pc:spChg>
      </pc:sldChg>
      <pc:sldChg chg="modSp mod">
        <pc:chgData name="Tal R." userId="03e9e69c0e8a7741" providerId="LiveId" clId="{012321CB-D30F-40A1-894C-E46D43B30E68}" dt="2025-11-15T14:03:33.068" v="11052" actId="790"/>
        <pc:sldMkLst>
          <pc:docMk/>
          <pc:sldMk cId="268556636" sldId="646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268556636" sldId="646"/>
            <ac:spMk id="3" creationId="{15BF018C-D302-2B40-8739-097A2B76291F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268556636" sldId="646"/>
            <ac:spMk id="6" creationId="{5974D1AA-CE5E-6BEC-F8B2-4420AD24051C}"/>
          </ac:spMkLst>
        </pc:spChg>
      </pc:sldChg>
      <pc:sldChg chg="modSp mod">
        <pc:chgData name="Tal R." userId="03e9e69c0e8a7741" providerId="LiveId" clId="{012321CB-D30F-40A1-894C-E46D43B30E68}" dt="2025-11-15T14:08:19.041" v="11134"/>
        <pc:sldMkLst>
          <pc:docMk/>
          <pc:sldMk cId="1654789148" sldId="648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1654789148" sldId="648"/>
            <ac:spMk id="3" creationId="{F7ACA861-EE06-38E9-DE66-53F9C40A585B}"/>
          </ac:spMkLst>
        </pc:spChg>
        <pc:spChg chg="mod">
          <ac:chgData name="Tal R." userId="03e9e69c0e8a7741" providerId="LiveId" clId="{012321CB-D30F-40A1-894C-E46D43B30E68}" dt="2025-11-15T14:08:19.041" v="11134"/>
          <ac:spMkLst>
            <pc:docMk/>
            <pc:sldMk cId="1654789148" sldId="648"/>
            <ac:spMk id="6" creationId="{1C9BA714-CE4A-AAD8-254E-46044B347606}"/>
          </ac:spMkLst>
        </pc:spChg>
      </pc:sldChg>
      <pc:sldChg chg="modSp mod">
        <pc:chgData name="Tal R." userId="03e9e69c0e8a7741" providerId="LiveId" clId="{012321CB-D30F-40A1-894C-E46D43B30E68}" dt="2025-11-15T14:08:56.833" v="11144" actId="403"/>
        <pc:sldMkLst>
          <pc:docMk/>
          <pc:sldMk cId="1004090625" sldId="649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1004090625" sldId="649"/>
            <ac:spMk id="3" creationId="{5DF3122A-2435-B8AB-27C5-7C1A462DF882}"/>
          </ac:spMkLst>
        </pc:spChg>
        <pc:spChg chg="mod">
          <ac:chgData name="Tal R." userId="03e9e69c0e8a7741" providerId="LiveId" clId="{012321CB-D30F-40A1-894C-E46D43B30E68}" dt="2025-11-15T14:08:56.833" v="11144" actId="403"/>
          <ac:spMkLst>
            <pc:docMk/>
            <pc:sldMk cId="1004090625" sldId="649"/>
            <ac:spMk id="6" creationId="{0D883D57-FAAF-BC67-A307-ED3CFE55F60B}"/>
          </ac:spMkLst>
        </pc:spChg>
      </pc:sldChg>
      <pc:sldChg chg="modSp mod">
        <pc:chgData name="Tal R." userId="03e9e69c0e8a7741" providerId="LiveId" clId="{012321CB-D30F-40A1-894C-E46D43B30E68}" dt="2025-11-15T14:09:01.858" v="11146" actId="404"/>
        <pc:sldMkLst>
          <pc:docMk/>
          <pc:sldMk cId="340420998" sldId="650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340420998" sldId="650"/>
            <ac:spMk id="3" creationId="{0DD171D9-69B8-1F76-F8EC-EF02A08066A4}"/>
          </ac:spMkLst>
        </pc:spChg>
        <pc:spChg chg="mod">
          <ac:chgData name="Tal R." userId="03e9e69c0e8a7741" providerId="LiveId" clId="{012321CB-D30F-40A1-894C-E46D43B30E68}" dt="2025-11-15T14:09:01.858" v="11146" actId="404"/>
          <ac:spMkLst>
            <pc:docMk/>
            <pc:sldMk cId="340420998" sldId="650"/>
            <ac:spMk id="6" creationId="{F341677D-4C81-0509-48B9-2D3EFE326F96}"/>
          </ac:spMkLst>
        </pc:spChg>
      </pc:sldChg>
      <pc:sldChg chg="add del">
        <pc:chgData name="Tal R." userId="03e9e69c0e8a7741" providerId="LiveId" clId="{012321CB-D30F-40A1-894C-E46D43B30E68}" dt="2025-11-15T14:47:04.432" v="11423" actId="47"/>
        <pc:sldMkLst>
          <pc:docMk/>
          <pc:sldMk cId="146195689" sldId="651"/>
        </pc:sldMkLst>
      </pc:sldChg>
      <pc:sldChg chg="modSp add del mod">
        <pc:chgData name="Tal R." userId="03e9e69c0e8a7741" providerId="LiveId" clId="{012321CB-D30F-40A1-894C-E46D43B30E68}" dt="2025-11-15T14:46:45.002" v="11420" actId="47"/>
        <pc:sldMkLst>
          <pc:docMk/>
          <pc:sldMk cId="325562362" sldId="651"/>
        </pc:sldMkLst>
        <pc:spChg chg="mod">
          <ac:chgData name="Tal R." userId="03e9e69c0e8a7741" providerId="LiveId" clId="{012321CB-D30F-40A1-894C-E46D43B30E68}" dt="2025-11-15T14:46:28.544" v="11419" actId="20577"/>
          <ac:spMkLst>
            <pc:docMk/>
            <pc:sldMk cId="325562362" sldId="651"/>
            <ac:spMk id="2" creationId="{AA1E8EEE-DCC2-6319-7C27-B0AC78FF7D70}"/>
          </ac:spMkLst>
        </pc:spChg>
      </pc:sldChg>
      <pc:sldChg chg="addSp delSp modSp add del mod ord modTransition addAnim delAnim modAnim">
        <pc:chgData name="Tal R." userId="03e9e69c0e8a7741" providerId="LiveId" clId="{012321CB-D30F-40A1-894C-E46D43B30E68}" dt="2025-11-15T14:53:27.488" v="11678" actId="20577"/>
        <pc:sldMkLst>
          <pc:docMk/>
          <pc:sldMk cId="1077028701" sldId="651"/>
        </pc:sldMkLst>
        <pc:spChg chg="add mod">
          <ac:chgData name="Tal R." userId="03e9e69c0e8a7741" providerId="LiveId" clId="{012321CB-D30F-40A1-894C-E46D43B30E68}" dt="2025-11-15T14:52:19.108" v="11652" actId="1036"/>
          <ac:spMkLst>
            <pc:docMk/>
            <pc:sldMk cId="1077028701" sldId="651"/>
            <ac:spMk id="2" creationId="{2B3DA0DE-C57E-0459-A2F2-0D55AA77502B}"/>
          </ac:spMkLst>
        </pc:spChg>
        <pc:spChg chg="add del mod">
          <ac:chgData name="Tal R." userId="03e9e69c0e8a7741" providerId="LiveId" clId="{012321CB-D30F-40A1-894C-E46D43B30E68}" dt="2025-11-15T14:49:05.810" v="11465" actId="478"/>
          <ac:spMkLst>
            <pc:docMk/>
            <pc:sldMk cId="1077028701" sldId="651"/>
            <ac:spMk id="5" creationId="{6BBB2369-D9BE-940E-EDA8-A46F64D3548B}"/>
          </ac:spMkLst>
        </pc:spChg>
        <pc:spChg chg="mod">
          <ac:chgData name="Tal R." userId="03e9e69c0e8a7741" providerId="LiveId" clId="{012321CB-D30F-40A1-894C-E46D43B30E68}" dt="2025-11-15T14:53:27.488" v="11678" actId="20577"/>
          <ac:spMkLst>
            <pc:docMk/>
            <pc:sldMk cId="1077028701" sldId="651"/>
            <ac:spMk id="6" creationId="{FD5DC53A-4F0D-3DFF-E04C-C8F683C13F54}"/>
          </ac:spMkLst>
        </pc:spChg>
        <pc:spChg chg="add mod">
          <ac:chgData name="Tal R." userId="03e9e69c0e8a7741" providerId="LiveId" clId="{012321CB-D30F-40A1-894C-E46D43B30E68}" dt="2025-11-15T14:49:20.223" v="11478"/>
          <ac:spMkLst>
            <pc:docMk/>
            <pc:sldMk cId="1077028701" sldId="651"/>
            <ac:spMk id="7" creationId="{6D4A8590-ADBD-E1B1-B22C-9843B422F7BD}"/>
          </ac:spMkLst>
        </pc:spChg>
      </pc:sldChg>
      <pc:sldChg chg="addSp delSp modSp add del mod delAnim">
        <pc:chgData name="Tal R." userId="03e9e69c0e8a7741" providerId="LiveId" clId="{012321CB-D30F-40A1-894C-E46D43B30E68}" dt="2025-11-15T14:53:07.795" v="11658" actId="47"/>
        <pc:sldMkLst>
          <pc:docMk/>
          <pc:sldMk cId="1581865371" sldId="652"/>
        </pc:sldMkLst>
        <pc:spChg chg="mod">
          <ac:chgData name="Tal R." userId="03e9e69c0e8a7741" providerId="LiveId" clId="{012321CB-D30F-40A1-894C-E46D43B30E68}" dt="2025-11-15T14:47:45.044" v="11435" actId="20577"/>
          <ac:spMkLst>
            <pc:docMk/>
            <pc:sldMk cId="1581865371" sldId="652"/>
            <ac:spMk id="2" creationId="{77F52513-2669-DE5C-C411-8FB55880F7EC}"/>
          </ac:spMkLst>
        </pc:spChg>
        <pc:spChg chg="add del mod">
          <ac:chgData name="Tal R." userId="03e9e69c0e8a7741" providerId="LiveId" clId="{012321CB-D30F-40A1-894C-E46D43B30E68}" dt="2025-11-15T14:47:29.441" v="11429" actId="478"/>
          <ac:spMkLst>
            <pc:docMk/>
            <pc:sldMk cId="1581865371" sldId="652"/>
            <ac:spMk id="5" creationId="{4931173B-226A-1F94-E73A-CE85DBDC7855}"/>
          </ac:spMkLst>
        </pc:spChg>
        <pc:spChg chg="del">
          <ac:chgData name="Tal R." userId="03e9e69c0e8a7741" providerId="LiveId" clId="{012321CB-D30F-40A1-894C-E46D43B30E68}" dt="2025-11-15T14:47:26.566" v="11428" actId="478"/>
          <ac:spMkLst>
            <pc:docMk/>
            <pc:sldMk cId="1581865371" sldId="652"/>
            <ac:spMk id="6" creationId="{D61E9DFE-F813-986F-6144-35FE6D6BAD51}"/>
          </ac:spMkLst>
        </pc:spChg>
        <pc:spChg chg="add mod ord">
          <ac:chgData name="Tal R." userId="03e9e69c0e8a7741" providerId="LiveId" clId="{012321CB-D30F-40A1-894C-E46D43B30E68}" dt="2025-11-15T14:48:11.625" v="11451" actId="6549"/>
          <ac:spMkLst>
            <pc:docMk/>
            <pc:sldMk cId="1581865371" sldId="652"/>
            <ac:spMk id="7" creationId="{A859ABC5-83ED-342D-6684-702F9DC26C3C}"/>
          </ac:spMkLst>
        </pc:spChg>
      </pc:sldChg>
      <pc:sldChg chg="addSp delSp modSp add del mod addAnim delAnim modAnim">
        <pc:chgData name="Tal R." userId="03e9e69c0e8a7741" providerId="LiveId" clId="{012321CB-D30F-40A1-894C-E46D43B30E68}" dt="2025-11-15T21:48:24.359" v="20178" actId="47"/>
        <pc:sldMkLst>
          <pc:docMk/>
          <pc:sldMk cId="3538105225" sldId="652"/>
        </pc:sldMkLst>
        <pc:spChg chg="del">
          <ac:chgData name="Tal R." userId="03e9e69c0e8a7741" providerId="LiveId" clId="{012321CB-D30F-40A1-894C-E46D43B30E68}" dt="2025-11-15T15:07:32.048" v="11708" actId="478"/>
          <ac:spMkLst>
            <pc:docMk/>
            <pc:sldMk cId="3538105225" sldId="652"/>
            <ac:spMk id="2" creationId="{387FD239-0377-C034-32E4-6FE38A751E37}"/>
          </ac:spMkLst>
        </pc:spChg>
        <pc:spChg chg="mod">
          <ac:chgData name="Tal R." userId="03e9e69c0e8a7741" providerId="LiveId" clId="{012321CB-D30F-40A1-894C-E46D43B30E68}" dt="2025-11-15T16:53:21.061" v="12393" actId="6549"/>
          <ac:spMkLst>
            <pc:docMk/>
            <pc:sldMk cId="3538105225" sldId="652"/>
            <ac:spMk id="3" creationId="{4BD28BEE-B4E1-2F91-038A-561DABD50744}"/>
          </ac:spMkLst>
        </pc:spChg>
        <pc:spChg chg="add mod">
          <ac:chgData name="Tal R." userId="03e9e69c0e8a7741" providerId="LiveId" clId="{012321CB-D30F-40A1-894C-E46D43B30E68}" dt="2025-11-15T20:51:17.832" v="18599" actId="403"/>
          <ac:spMkLst>
            <pc:docMk/>
            <pc:sldMk cId="3538105225" sldId="652"/>
            <ac:spMk id="4" creationId="{DABF59AB-9469-CFD6-21C5-7A88FAD1731C}"/>
          </ac:spMkLst>
        </pc:spChg>
        <pc:spChg chg="del mod">
          <ac:chgData name="Tal R." userId="03e9e69c0e8a7741" providerId="LiveId" clId="{012321CB-D30F-40A1-894C-E46D43B30E68}" dt="2025-11-15T15:07:29.522" v="11707"/>
          <ac:spMkLst>
            <pc:docMk/>
            <pc:sldMk cId="3538105225" sldId="652"/>
            <ac:spMk id="6" creationId="{8721D8E7-E2F2-FE94-53DD-E74726CE089A}"/>
          </ac:spMkLst>
        </pc:spChg>
        <pc:spChg chg="del">
          <ac:chgData name="Tal R." userId="03e9e69c0e8a7741" providerId="LiveId" clId="{012321CB-D30F-40A1-894C-E46D43B30E68}" dt="2025-11-15T15:07:17.754" v="11699" actId="478"/>
          <ac:spMkLst>
            <pc:docMk/>
            <pc:sldMk cId="3538105225" sldId="652"/>
            <ac:spMk id="7" creationId="{F5E425FA-483A-70B1-74E9-34C8CCA8F681}"/>
          </ac:spMkLst>
        </pc:spChg>
      </pc:sldChg>
      <pc:sldChg chg="add del">
        <pc:chgData name="Tal R." userId="03e9e69c0e8a7741" providerId="LiveId" clId="{012321CB-D30F-40A1-894C-E46D43B30E68}" dt="2025-11-15T16:52:27.974" v="12387" actId="47"/>
        <pc:sldMkLst>
          <pc:docMk/>
          <pc:sldMk cId="531999318" sldId="653"/>
        </pc:sldMkLst>
      </pc:sldChg>
      <pc:sldChg chg="modSp add del mod modTransition addAnim delAnim modAnim">
        <pc:chgData name="Tal R." userId="03e9e69c0e8a7741" providerId="LiveId" clId="{012321CB-D30F-40A1-894C-E46D43B30E68}" dt="2025-11-15T21:48:24.359" v="20178" actId="47"/>
        <pc:sldMkLst>
          <pc:docMk/>
          <pc:sldMk cId="1589496025" sldId="654"/>
        </pc:sldMkLst>
        <pc:spChg chg="mod">
          <ac:chgData name="Tal R." userId="03e9e69c0e8a7741" providerId="LiveId" clId="{012321CB-D30F-40A1-894C-E46D43B30E68}" dt="2025-11-15T16:53:24.378" v="12395" actId="6549"/>
          <ac:spMkLst>
            <pc:docMk/>
            <pc:sldMk cId="1589496025" sldId="654"/>
            <ac:spMk id="3" creationId="{E1FE3439-5A1E-5015-7BA4-9265AA26CD1D}"/>
          </ac:spMkLst>
        </pc:spChg>
        <pc:spChg chg="mod">
          <ac:chgData name="Tal R." userId="03e9e69c0e8a7741" providerId="LiveId" clId="{012321CB-D30F-40A1-894C-E46D43B30E68}" dt="2025-11-15T20:57:00.301" v="18713" actId="207"/>
          <ac:spMkLst>
            <pc:docMk/>
            <pc:sldMk cId="1589496025" sldId="654"/>
            <ac:spMk id="4" creationId="{FCF25E58-E842-072A-B8BB-B04CF492BD08}"/>
          </ac:spMkLst>
        </pc:spChg>
      </pc:sldChg>
      <pc:sldChg chg="add del">
        <pc:chgData name="Tal R." userId="03e9e69c0e8a7741" providerId="LiveId" clId="{012321CB-D30F-40A1-894C-E46D43B30E68}" dt="2025-11-15T20:40:34.262" v="18454"/>
        <pc:sldMkLst>
          <pc:docMk/>
          <pc:sldMk cId="1782487478" sldId="654"/>
        </pc:sldMkLst>
      </pc:sldChg>
      <pc:sldChg chg="addSp modSp add del mod addAnim delAnim modAnim">
        <pc:chgData name="Tal R." userId="03e9e69c0e8a7741" providerId="LiveId" clId="{012321CB-D30F-40A1-894C-E46D43B30E68}" dt="2025-11-15T21:48:24.359" v="20178" actId="47"/>
        <pc:sldMkLst>
          <pc:docMk/>
          <pc:sldMk cId="839763717" sldId="655"/>
        </pc:sldMkLst>
        <pc:spChg chg="mod">
          <ac:chgData name="Tal R." userId="03e9e69c0e8a7741" providerId="LiveId" clId="{012321CB-D30F-40A1-894C-E46D43B30E68}" dt="2025-11-15T16:55:43.946" v="12476" actId="20577"/>
          <ac:spMkLst>
            <pc:docMk/>
            <pc:sldMk cId="839763717" sldId="655"/>
            <ac:spMk id="4" creationId="{B0853EFD-9017-CE16-CA21-16202A81D271}"/>
          </ac:spMkLst>
        </pc:spChg>
        <pc:graphicFrameChg chg="add mod modGraphic">
          <ac:chgData name="Tal R." userId="03e9e69c0e8a7741" providerId="LiveId" clId="{012321CB-D30F-40A1-894C-E46D43B30E68}" dt="2025-11-15T20:52:41.529" v="18663" actId="1036"/>
          <ac:graphicFrameMkLst>
            <pc:docMk/>
            <pc:sldMk cId="839763717" sldId="655"/>
            <ac:graphicFrameMk id="2" creationId="{923062DD-DD8C-0D6B-EB79-3AC0C5D3AF7A}"/>
          </ac:graphicFrameMkLst>
        </pc:graphicFrameChg>
        <pc:picChg chg="add mod">
          <ac:chgData name="Tal R." userId="03e9e69c0e8a7741" providerId="LiveId" clId="{012321CB-D30F-40A1-894C-E46D43B30E68}" dt="2025-11-15T16:59:41.116" v="12518" actId="14100"/>
          <ac:picMkLst>
            <pc:docMk/>
            <pc:sldMk cId="839763717" sldId="655"/>
            <ac:picMk id="1026" creationId="{9466D718-B94D-8921-0EAE-417505C2A221}"/>
          </ac:picMkLst>
        </pc:picChg>
        <pc:picChg chg="add mod">
          <ac:chgData name="Tal R." userId="03e9e69c0e8a7741" providerId="LiveId" clId="{012321CB-D30F-40A1-894C-E46D43B30E68}" dt="2025-11-15T20:52:41.529" v="18663" actId="1036"/>
          <ac:picMkLst>
            <pc:docMk/>
            <pc:sldMk cId="839763717" sldId="655"/>
            <ac:picMk id="1028" creationId="{41AE8C82-DFD3-7413-62E4-87781F1D32F2}"/>
          </ac:picMkLst>
        </pc:picChg>
        <pc:cxnChg chg="add mod">
          <ac:chgData name="Tal R." userId="03e9e69c0e8a7741" providerId="LiveId" clId="{012321CB-D30F-40A1-894C-E46D43B30E68}" dt="2025-11-15T20:52:41.529" v="18663" actId="1036"/>
          <ac:cxnSpMkLst>
            <pc:docMk/>
            <pc:sldMk cId="839763717" sldId="655"/>
            <ac:cxnSpMk id="6" creationId="{A8FFFE54-724C-6F19-6F6B-9A7A22FEB606}"/>
          </ac:cxnSpMkLst>
        </pc:cxnChg>
      </pc:sldChg>
      <pc:sldChg chg="addSp modSp add del mod modAnim">
        <pc:chgData name="Tal R." userId="03e9e69c0e8a7741" providerId="LiveId" clId="{012321CB-D30F-40A1-894C-E46D43B30E68}" dt="2025-11-15T21:48:24.359" v="20178" actId="47"/>
        <pc:sldMkLst>
          <pc:docMk/>
          <pc:sldMk cId="1585000389" sldId="656"/>
        </pc:sldMkLst>
        <pc:spChg chg="mod">
          <ac:chgData name="Tal R." userId="03e9e69c0e8a7741" providerId="LiveId" clId="{012321CB-D30F-40A1-894C-E46D43B30E68}" dt="2025-11-15T20:55:15.402" v="18708" actId="20577"/>
          <ac:spMkLst>
            <pc:docMk/>
            <pc:sldMk cId="1585000389" sldId="656"/>
            <ac:spMk id="4" creationId="{31274604-A683-2C5C-0B73-DCA659535A70}"/>
          </ac:spMkLst>
        </pc:spChg>
        <pc:graphicFrameChg chg="mod">
          <ac:chgData name="Tal R." userId="03e9e69c0e8a7741" providerId="LiveId" clId="{012321CB-D30F-40A1-894C-E46D43B30E68}" dt="2025-11-15T20:52:46.252" v="18666" actId="1036"/>
          <ac:graphicFrameMkLst>
            <pc:docMk/>
            <pc:sldMk cId="1585000389" sldId="656"/>
            <ac:graphicFrameMk id="2" creationId="{BD3364AD-2F79-15F5-1A7A-4A5EC108B864}"/>
          </ac:graphicFrameMkLst>
        </pc:graphicFrameChg>
        <pc:picChg chg="mod">
          <ac:chgData name="Tal R." userId="03e9e69c0e8a7741" providerId="LiveId" clId="{012321CB-D30F-40A1-894C-E46D43B30E68}" dt="2025-11-15T20:52:46.252" v="18666" actId="1036"/>
          <ac:picMkLst>
            <pc:docMk/>
            <pc:sldMk cId="1585000389" sldId="656"/>
            <ac:picMk id="1028" creationId="{730B92BF-6B43-293E-6EB2-356FBC00B53F}"/>
          </ac:picMkLst>
        </pc:picChg>
        <pc:cxnChg chg="add mod">
          <ac:chgData name="Tal R." userId="03e9e69c0e8a7741" providerId="LiveId" clId="{012321CB-D30F-40A1-894C-E46D43B30E68}" dt="2025-11-15T20:53:21.659" v="18678" actId="1036"/>
          <ac:cxnSpMkLst>
            <pc:docMk/>
            <pc:sldMk cId="1585000389" sldId="656"/>
            <ac:cxnSpMk id="5" creationId="{B5E93F9D-5329-564A-0E88-DFEA0E37B9B1}"/>
          </ac:cxnSpMkLst>
        </pc:cxnChg>
        <pc:cxnChg chg="mod">
          <ac:chgData name="Tal R." userId="03e9e69c0e8a7741" providerId="LiveId" clId="{012321CB-D30F-40A1-894C-E46D43B30E68}" dt="2025-11-15T20:52:46.252" v="18666" actId="1036"/>
          <ac:cxnSpMkLst>
            <pc:docMk/>
            <pc:sldMk cId="1585000389" sldId="656"/>
            <ac:cxnSpMk id="6" creationId="{39C3CCD8-D04B-5F08-93B4-76B14EF8240E}"/>
          </ac:cxnSpMkLst>
        </pc:cxnChg>
        <pc:cxnChg chg="add mod">
          <ac:chgData name="Tal R." userId="03e9e69c0e8a7741" providerId="LiveId" clId="{012321CB-D30F-40A1-894C-E46D43B30E68}" dt="2025-11-15T20:52:46.252" v="18666" actId="1036"/>
          <ac:cxnSpMkLst>
            <pc:docMk/>
            <pc:sldMk cId="1585000389" sldId="656"/>
            <ac:cxnSpMk id="7" creationId="{C24FCDF1-4976-494E-22DF-02C39F373FF6}"/>
          </ac:cxnSpMkLst>
        </pc:cxnChg>
        <pc:cxnChg chg="add mod">
          <ac:chgData name="Tal R." userId="03e9e69c0e8a7741" providerId="LiveId" clId="{012321CB-D30F-40A1-894C-E46D43B30E68}" dt="2025-11-15T20:52:46.252" v="18666" actId="1036"/>
          <ac:cxnSpMkLst>
            <pc:docMk/>
            <pc:sldMk cId="1585000389" sldId="656"/>
            <ac:cxnSpMk id="8" creationId="{643E0B9D-C6B9-2846-FA5E-52A6F5486F26}"/>
          </ac:cxnSpMkLst>
        </pc:cxnChg>
        <pc:cxnChg chg="add mod">
          <ac:chgData name="Tal R." userId="03e9e69c0e8a7741" providerId="LiveId" clId="{012321CB-D30F-40A1-894C-E46D43B30E68}" dt="2025-11-15T20:53:21.659" v="18678" actId="1036"/>
          <ac:cxnSpMkLst>
            <pc:docMk/>
            <pc:sldMk cId="1585000389" sldId="656"/>
            <ac:cxnSpMk id="9" creationId="{4405EE43-1D81-FB14-8B21-F0983DA474B1}"/>
          </ac:cxnSpMkLst>
        </pc:cxnChg>
        <pc:cxnChg chg="add mod">
          <ac:chgData name="Tal R." userId="03e9e69c0e8a7741" providerId="LiveId" clId="{012321CB-D30F-40A1-894C-E46D43B30E68}" dt="2025-11-15T20:54:23.725" v="18687" actId="1076"/>
          <ac:cxnSpMkLst>
            <pc:docMk/>
            <pc:sldMk cId="1585000389" sldId="656"/>
            <ac:cxnSpMk id="10" creationId="{9F908C9B-E328-ECDF-4DF7-9728BE99D0AA}"/>
          </ac:cxnSpMkLst>
        </pc:cxnChg>
      </pc:sldChg>
      <pc:sldChg chg="modSp add del mod modAnim">
        <pc:chgData name="Tal R." userId="03e9e69c0e8a7741" providerId="LiveId" clId="{012321CB-D30F-40A1-894C-E46D43B30E68}" dt="2025-11-15T21:48:24.359" v="20178" actId="47"/>
        <pc:sldMkLst>
          <pc:docMk/>
          <pc:sldMk cId="1518524420" sldId="657"/>
        </pc:sldMkLst>
        <pc:spChg chg="mod">
          <ac:chgData name="Tal R." userId="03e9e69c0e8a7741" providerId="LiveId" clId="{012321CB-D30F-40A1-894C-E46D43B30E68}" dt="2025-11-15T17:12:23.649" v="12849" actId="1036"/>
          <ac:spMkLst>
            <pc:docMk/>
            <pc:sldMk cId="1518524420" sldId="657"/>
            <ac:spMk id="4" creationId="{1D07DEBD-DB48-6686-642F-7845E2ECF7F0}"/>
          </ac:spMkLst>
        </pc:spChg>
        <pc:graphicFrameChg chg="mod">
          <ac:chgData name="Tal R." userId="03e9e69c0e8a7741" providerId="LiveId" clId="{012321CB-D30F-40A1-894C-E46D43B30E68}" dt="2025-11-15T20:52:53.269" v="18672" actId="1036"/>
          <ac:graphicFrameMkLst>
            <pc:docMk/>
            <pc:sldMk cId="1518524420" sldId="657"/>
            <ac:graphicFrameMk id="2" creationId="{F43A8AD9-F628-99E7-B4C6-9805661F2DBC}"/>
          </ac:graphicFrameMkLst>
        </pc:graphicFrameChg>
        <pc:picChg chg="mod">
          <ac:chgData name="Tal R." userId="03e9e69c0e8a7741" providerId="LiveId" clId="{012321CB-D30F-40A1-894C-E46D43B30E68}" dt="2025-11-15T20:52:53.269" v="18672" actId="1036"/>
          <ac:picMkLst>
            <pc:docMk/>
            <pc:sldMk cId="1518524420" sldId="657"/>
            <ac:picMk id="1028" creationId="{E4DF2FD4-8255-E855-9B79-545D07AAC681}"/>
          </ac:picMkLst>
        </pc:picChg>
        <pc:cxnChg chg="mod">
          <ac:chgData name="Tal R." userId="03e9e69c0e8a7741" providerId="LiveId" clId="{012321CB-D30F-40A1-894C-E46D43B30E68}" dt="2025-11-15T20:52:53.269" v="18672" actId="1036"/>
          <ac:cxnSpMkLst>
            <pc:docMk/>
            <pc:sldMk cId="1518524420" sldId="657"/>
            <ac:cxnSpMk id="6" creationId="{4F488142-B0A6-B577-4B55-9729EE406F4A}"/>
          </ac:cxnSpMkLst>
        </pc:cxnChg>
        <pc:cxnChg chg="mod">
          <ac:chgData name="Tal R." userId="03e9e69c0e8a7741" providerId="LiveId" clId="{012321CB-D30F-40A1-894C-E46D43B30E68}" dt="2025-11-15T20:52:53.269" v="18672" actId="1036"/>
          <ac:cxnSpMkLst>
            <pc:docMk/>
            <pc:sldMk cId="1518524420" sldId="657"/>
            <ac:cxnSpMk id="7" creationId="{4D978A1D-952D-CDF3-1251-628F30E2BB91}"/>
          </ac:cxnSpMkLst>
        </pc:cxnChg>
        <pc:cxnChg chg="mod">
          <ac:chgData name="Tal R." userId="03e9e69c0e8a7741" providerId="LiveId" clId="{012321CB-D30F-40A1-894C-E46D43B30E68}" dt="2025-11-15T20:52:53.269" v="18672" actId="1036"/>
          <ac:cxnSpMkLst>
            <pc:docMk/>
            <pc:sldMk cId="1518524420" sldId="657"/>
            <ac:cxnSpMk id="8" creationId="{84EA5ABB-F4CE-1684-00A8-07825BAD328C}"/>
          </ac:cxnSpMkLst>
        </pc:cxnChg>
      </pc:sldChg>
      <pc:sldChg chg="modSp add del mod addAnim delAnim modAnim">
        <pc:chgData name="Tal R." userId="03e9e69c0e8a7741" providerId="LiveId" clId="{012321CB-D30F-40A1-894C-E46D43B30E68}" dt="2025-11-15T21:48:24.359" v="20178" actId="47"/>
        <pc:sldMkLst>
          <pc:docMk/>
          <pc:sldMk cId="797623534" sldId="658"/>
        </pc:sldMkLst>
        <pc:spChg chg="mod">
          <ac:chgData name="Tal R." userId="03e9e69c0e8a7741" providerId="LiveId" clId="{012321CB-D30F-40A1-894C-E46D43B30E68}" dt="2025-11-15T17:12:46.248" v="12857" actId="1036"/>
          <ac:spMkLst>
            <pc:docMk/>
            <pc:sldMk cId="797623534" sldId="658"/>
            <ac:spMk id="4" creationId="{A0127FA3-2C3C-8E48-8D70-DCBB6DA76A61}"/>
          </ac:spMkLst>
        </pc:spChg>
      </pc:sldChg>
      <pc:sldChg chg="add del">
        <pc:chgData name="Tal R." userId="03e9e69c0e8a7741" providerId="LiveId" clId="{012321CB-D30F-40A1-894C-E46D43B30E68}" dt="2025-11-15T17:07:44.763" v="12789" actId="2696"/>
        <pc:sldMkLst>
          <pc:docMk/>
          <pc:sldMk cId="2782329819" sldId="658"/>
        </pc:sldMkLst>
      </pc:sldChg>
      <pc:sldChg chg="modSp add del mod modTransition addAnim delAnim modAnim">
        <pc:chgData name="Tal R." userId="03e9e69c0e8a7741" providerId="LiveId" clId="{012321CB-D30F-40A1-894C-E46D43B30E68}" dt="2025-11-15T21:48:24.359" v="20178" actId="47"/>
        <pc:sldMkLst>
          <pc:docMk/>
          <pc:sldMk cId="4096497406" sldId="659"/>
        </pc:sldMkLst>
        <pc:spChg chg="mod">
          <ac:chgData name="Tal R." userId="03e9e69c0e8a7741" providerId="LiveId" clId="{012321CB-D30F-40A1-894C-E46D43B30E68}" dt="2025-11-15T17:15:41.676" v="12877" actId="20577"/>
          <ac:spMkLst>
            <pc:docMk/>
            <pc:sldMk cId="4096497406" sldId="659"/>
            <ac:spMk id="3" creationId="{B3253B8C-74FD-1D53-7C1F-12DC57E77F77}"/>
          </ac:spMkLst>
        </pc:spChg>
        <pc:spChg chg="mod">
          <ac:chgData name="Tal R." userId="03e9e69c0e8a7741" providerId="LiveId" clId="{012321CB-D30F-40A1-894C-E46D43B30E68}" dt="2025-11-15T17:18:31.134" v="13111"/>
          <ac:spMkLst>
            <pc:docMk/>
            <pc:sldMk cId="4096497406" sldId="659"/>
            <ac:spMk id="4" creationId="{3073719B-4BE0-0D66-8DCE-7FBEDE63ABFD}"/>
          </ac:spMkLst>
        </pc:spChg>
      </pc:sldChg>
      <pc:sldChg chg="add del">
        <pc:chgData name="Tal R." userId="03e9e69c0e8a7741" providerId="LiveId" clId="{012321CB-D30F-40A1-894C-E46D43B30E68}" dt="2025-11-15T17:07:54.138" v="12795"/>
        <pc:sldMkLst>
          <pc:docMk/>
          <pc:sldMk cId="4264438617" sldId="659"/>
        </pc:sldMkLst>
      </pc:sldChg>
      <pc:sldChg chg="add del">
        <pc:chgData name="Tal R." userId="03e9e69c0e8a7741" providerId="LiveId" clId="{012321CB-D30F-40A1-894C-E46D43B30E68}" dt="2025-11-15T17:20:14.198" v="13116" actId="47"/>
        <pc:sldMkLst>
          <pc:docMk/>
          <pc:sldMk cId="2835753616" sldId="660"/>
        </pc:sldMkLst>
      </pc:sldChg>
      <pc:sldChg chg="addSp modSp add del mod modAnim">
        <pc:chgData name="Tal R." userId="03e9e69c0e8a7741" providerId="LiveId" clId="{012321CB-D30F-40A1-894C-E46D43B30E68}" dt="2025-11-15T21:48:24.359" v="20178" actId="47"/>
        <pc:sldMkLst>
          <pc:docMk/>
          <pc:sldMk cId="3331232083" sldId="661"/>
        </pc:sldMkLst>
        <pc:spChg chg="mod">
          <ac:chgData name="Tal R." userId="03e9e69c0e8a7741" providerId="LiveId" clId="{012321CB-D30F-40A1-894C-E46D43B30E68}" dt="2025-11-15T20:45:26.465" v="18555"/>
          <ac:spMkLst>
            <pc:docMk/>
            <pc:sldMk cId="3331232083" sldId="661"/>
            <ac:spMk id="3" creationId="{1A799772-D6ED-76E1-9EB7-761B79044CB0}"/>
          </ac:spMkLst>
        </pc:spChg>
        <pc:spChg chg="mod">
          <ac:chgData name="Tal R." userId="03e9e69c0e8a7741" providerId="LiveId" clId="{012321CB-D30F-40A1-894C-E46D43B30E68}" dt="2025-11-15T17:23:07.970" v="13202" actId="20577"/>
          <ac:spMkLst>
            <pc:docMk/>
            <pc:sldMk cId="3331232083" sldId="661"/>
            <ac:spMk id="4" creationId="{6A7C2A94-3A18-7DA5-0FAB-753127DB2690}"/>
          </ac:spMkLst>
        </pc:spChg>
        <pc:graphicFrameChg chg="mod">
          <ac:chgData name="Tal R." userId="03e9e69c0e8a7741" providerId="LiveId" clId="{012321CB-D30F-40A1-894C-E46D43B30E68}" dt="2025-11-15T17:21:26.877" v="13154" actId="1035"/>
          <ac:graphicFrameMkLst>
            <pc:docMk/>
            <pc:sldMk cId="3331232083" sldId="661"/>
            <ac:graphicFrameMk id="2" creationId="{A1D5916B-D997-80D8-97AB-336AC919288F}"/>
          </ac:graphicFrameMkLst>
        </pc:graphicFrameChg>
        <pc:graphicFrameChg chg="add mod">
          <ac:chgData name="Tal R." userId="03e9e69c0e8a7741" providerId="LiveId" clId="{012321CB-D30F-40A1-894C-E46D43B30E68}" dt="2025-11-15T17:21:26.877" v="13154" actId="1035"/>
          <ac:graphicFrameMkLst>
            <pc:docMk/>
            <pc:sldMk cId="3331232083" sldId="661"/>
            <ac:graphicFrameMk id="5" creationId="{7FEB54AC-7F5E-4810-0678-BC163B24D9F2}"/>
          </ac:graphicFrameMkLst>
        </pc:graphicFrameChg>
        <pc:cxnChg chg="mod">
          <ac:chgData name="Tal R." userId="03e9e69c0e8a7741" providerId="LiveId" clId="{012321CB-D30F-40A1-894C-E46D43B30E68}" dt="2025-11-15T17:21:26.877" v="13154" actId="1035"/>
          <ac:cxnSpMkLst>
            <pc:docMk/>
            <pc:sldMk cId="3331232083" sldId="661"/>
            <ac:cxnSpMk id="6" creationId="{4B6EE98B-9C5E-E15A-0E4D-EAB11EB46B2C}"/>
          </ac:cxnSpMkLst>
        </pc:cxnChg>
        <pc:cxnChg chg="add mod">
          <ac:chgData name="Tal R." userId="03e9e69c0e8a7741" providerId="LiveId" clId="{012321CB-D30F-40A1-894C-E46D43B30E68}" dt="2025-11-15T18:45:51.783" v="16215" actId="108"/>
          <ac:cxnSpMkLst>
            <pc:docMk/>
            <pc:sldMk cId="3331232083" sldId="661"/>
            <ac:cxnSpMk id="7" creationId="{3D5AC4CC-A6CA-9855-54F5-7B29C4A9E693}"/>
          </ac:cxnSpMkLst>
        </pc:cxnChg>
      </pc:sldChg>
      <pc:sldChg chg="modSp add del mod">
        <pc:chgData name="Tal R." userId="03e9e69c0e8a7741" providerId="LiveId" clId="{012321CB-D30F-40A1-894C-E46D43B30E68}" dt="2025-11-15T17:20:29.375" v="13120" actId="47"/>
        <pc:sldMkLst>
          <pc:docMk/>
          <pc:sldMk cId="102354168" sldId="662"/>
        </pc:sldMkLst>
        <pc:graphicFrameChg chg="mod">
          <ac:chgData name="Tal R." userId="03e9e69c0e8a7741" providerId="LiveId" clId="{012321CB-D30F-40A1-894C-E46D43B30E68}" dt="2025-11-15T17:20:27.628" v="13119" actId="1076"/>
          <ac:graphicFrameMkLst>
            <pc:docMk/>
            <pc:sldMk cId="102354168" sldId="662"/>
            <ac:graphicFrameMk id="5" creationId="{B404FB23-0951-E13C-97A6-0AC56EA2347F}"/>
          </ac:graphicFrameMkLst>
        </pc:graphicFrameChg>
      </pc:sldChg>
      <pc:sldChg chg="modSp add del mod modTransition modAnim">
        <pc:chgData name="Tal R." userId="03e9e69c0e8a7741" providerId="LiveId" clId="{012321CB-D30F-40A1-894C-E46D43B30E68}" dt="2025-11-15T21:48:24.359" v="20178" actId="47"/>
        <pc:sldMkLst>
          <pc:docMk/>
          <pc:sldMk cId="665523651" sldId="662"/>
        </pc:sldMkLst>
        <pc:spChg chg="mod">
          <ac:chgData name="Tal R." userId="03e9e69c0e8a7741" providerId="LiveId" clId="{012321CB-D30F-40A1-894C-E46D43B30E68}" dt="2025-11-15T20:45:28.777" v="18556"/>
          <ac:spMkLst>
            <pc:docMk/>
            <pc:sldMk cId="665523651" sldId="662"/>
            <ac:spMk id="3" creationId="{A69EB63C-674C-2C0D-955A-60D985105C1E}"/>
          </ac:spMkLst>
        </pc:spChg>
        <pc:spChg chg="mod">
          <ac:chgData name="Tal R." userId="03e9e69c0e8a7741" providerId="LiveId" clId="{012321CB-D30F-40A1-894C-E46D43B30E68}" dt="2025-11-15T21:24:48.858" v="19191" actId="115"/>
          <ac:spMkLst>
            <pc:docMk/>
            <pc:sldMk cId="665523651" sldId="662"/>
            <ac:spMk id="4" creationId="{E5B43EA9-2FB2-06F6-B6E7-94CB453838A7}"/>
          </ac:spMkLst>
        </pc:spChg>
        <pc:graphicFrameChg chg="mod">
          <ac:chgData name="Tal R." userId="03e9e69c0e8a7741" providerId="LiveId" clId="{012321CB-D30F-40A1-894C-E46D43B30E68}" dt="2025-11-15T17:21:36.552" v="13161" actId="1035"/>
          <ac:graphicFrameMkLst>
            <pc:docMk/>
            <pc:sldMk cId="665523651" sldId="662"/>
            <ac:graphicFrameMk id="2" creationId="{3AD20021-C845-CF63-00D6-431D7BD24234}"/>
          </ac:graphicFrameMkLst>
        </pc:graphicFrameChg>
        <pc:graphicFrameChg chg="mod">
          <ac:chgData name="Tal R." userId="03e9e69c0e8a7741" providerId="LiveId" clId="{012321CB-D30F-40A1-894C-E46D43B30E68}" dt="2025-11-15T17:21:51.887" v="13172" actId="1035"/>
          <ac:graphicFrameMkLst>
            <pc:docMk/>
            <pc:sldMk cId="665523651" sldId="662"/>
            <ac:graphicFrameMk id="5" creationId="{7994FF22-731F-79A8-442D-6BA34996BF11}"/>
          </ac:graphicFrameMkLst>
        </pc:graphicFrameChg>
        <pc:cxnChg chg="mod">
          <ac:chgData name="Tal R." userId="03e9e69c0e8a7741" providerId="LiveId" clId="{012321CB-D30F-40A1-894C-E46D43B30E68}" dt="2025-11-15T18:45:48.909" v="16213" actId="108"/>
          <ac:cxnSpMkLst>
            <pc:docMk/>
            <pc:sldMk cId="665523651" sldId="662"/>
            <ac:cxnSpMk id="6" creationId="{0F21902C-0F39-010A-AD45-6465DF6BB30A}"/>
          </ac:cxnSpMkLst>
        </pc:cxnChg>
        <pc:cxnChg chg="mod">
          <ac:chgData name="Tal R." userId="03e9e69c0e8a7741" providerId="LiveId" clId="{012321CB-D30F-40A1-894C-E46D43B30E68}" dt="2025-11-15T20:47:47.418" v="18569" actId="14100"/>
          <ac:cxnSpMkLst>
            <pc:docMk/>
            <pc:sldMk cId="665523651" sldId="662"/>
            <ac:cxnSpMk id="7" creationId="{DA4A5BDD-7BE3-B096-88F1-C1131C33A848}"/>
          </ac:cxnSpMkLst>
        </pc:cxnChg>
      </pc:sldChg>
      <pc:sldChg chg="addSp modSp add del mod modTransition">
        <pc:chgData name="Tal R." userId="03e9e69c0e8a7741" providerId="LiveId" clId="{012321CB-D30F-40A1-894C-E46D43B30E68}" dt="2025-11-15T21:48:24.359" v="20178" actId="47"/>
        <pc:sldMkLst>
          <pc:docMk/>
          <pc:sldMk cId="3018030128" sldId="663"/>
        </pc:sldMkLst>
        <pc:spChg chg="mod">
          <ac:chgData name="Tal R." userId="03e9e69c0e8a7741" providerId="LiveId" clId="{012321CB-D30F-40A1-894C-E46D43B30E68}" dt="2025-11-15T20:45:31.790" v="18557"/>
          <ac:spMkLst>
            <pc:docMk/>
            <pc:sldMk cId="3018030128" sldId="663"/>
            <ac:spMk id="3" creationId="{BD01E96C-3892-ABF9-40E4-8A035B055572}"/>
          </ac:spMkLst>
        </pc:spChg>
        <pc:spChg chg="mod">
          <ac:chgData name="Tal R." userId="03e9e69c0e8a7741" providerId="LiveId" clId="{012321CB-D30F-40A1-894C-E46D43B30E68}" dt="2025-11-15T17:26:27.588" v="13316" actId="20577"/>
          <ac:spMkLst>
            <pc:docMk/>
            <pc:sldMk cId="3018030128" sldId="663"/>
            <ac:spMk id="4" creationId="{CA52D2B9-0833-94C6-358A-EBAF5EE23312}"/>
          </ac:spMkLst>
        </pc:spChg>
        <pc:graphicFrameChg chg="mod">
          <ac:chgData name="Tal R." userId="03e9e69c0e8a7741" providerId="LiveId" clId="{012321CB-D30F-40A1-894C-E46D43B30E68}" dt="2025-11-15T17:21:45.795" v="13168" actId="1035"/>
          <ac:graphicFrameMkLst>
            <pc:docMk/>
            <pc:sldMk cId="3018030128" sldId="663"/>
            <ac:graphicFrameMk id="2" creationId="{9A52DA7D-8740-CD6C-E621-86097F5F60FF}"/>
          </ac:graphicFrameMkLst>
        </pc:graphicFrameChg>
        <pc:graphicFrameChg chg="mod">
          <ac:chgData name="Tal R." userId="03e9e69c0e8a7741" providerId="LiveId" clId="{012321CB-D30F-40A1-894C-E46D43B30E68}" dt="2025-11-15T17:21:56.177" v="13176" actId="1035"/>
          <ac:graphicFrameMkLst>
            <pc:docMk/>
            <pc:sldMk cId="3018030128" sldId="663"/>
            <ac:graphicFrameMk id="5" creationId="{E71C1F1D-AE33-E16C-264E-27EADAC648B3}"/>
          </ac:graphicFrameMkLst>
        </pc:graphicFrameChg>
        <pc:cxnChg chg="mod">
          <ac:chgData name="Tal R." userId="03e9e69c0e8a7741" providerId="LiveId" clId="{012321CB-D30F-40A1-894C-E46D43B30E68}" dt="2025-11-15T18:45:44.873" v="16211" actId="108"/>
          <ac:cxnSpMkLst>
            <pc:docMk/>
            <pc:sldMk cId="3018030128" sldId="663"/>
            <ac:cxnSpMk id="6" creationId="{2E9EF68D-853B-854C-BDDB-F34EB0B981CD}"/>
          </ac:cxnSpMkLst>
        </pc:cxnChg>
        <pc:cxnChg chg="mod">
          <ac:chgData name="Tal R." userId="03e9e69c0e8a7741" providerId="LiveId" clId="{012321CB-D30F-40A1-894C-E46D43B30E68}" dt="2025-11-15T20:47:54.260" v="18570" actId="14100"/>
          <ac:cxnSpMkLst>
            <pc:docMk/>
            <pc:sldMk cId="3018030128" sldId="663"/>
            <ac:cxnSpMk id="7" creationId="{F0631A83-191C-4AED-4335-27214E6FFE1B}"/>
          </ac:cxnSpMkLst>
        </pc:cxnChg>
        <pc:cxnChg chg="add mod">
          <ac:chgData name="Tal R." userId="03e9e69c0e8a7741" providerId="LiveId" clId="{012321CB-D30F-40A1-894C-E46D43B30E68}" dt="2025-11-15T17:23:55.586" v="13254" actId="1076"/>
          <ac:cxnSpMkLst>
            <pc:docMk/>
            <pc:sldMk cId="3018030128" sldId="663"/>
            <ac:cxnSpMk id="8" creationId="{37457CB3-1E59-F6E1-1871-3C2083648BA5}"/>
          </ac:cxnSpMkLst>
        </pc:cxnChg>
        <pc:cxnChg chg="add mod">
          <ac:chgData name="Tal R." userId="03e9e69c0e8a7741" providerId="LiveId" clId="{012321CB-D30F-40A1-894C-E46D43B30E68}" dt="2025-11-15T17:23:55.586" v="13254" actId="1076"/>
          <ac:cxnSpMkLst>
            <pc:docMk/>
            <pc:sldMk cId="3018030128" sldId="663"/>
            <ac:cxnSpMk id="9" creationId="{3EAFA0B4-7DC2-5AF8-72FE-DE446B8CA143}"/>
          </ac:cxnSpMkLst>
        </pc:cxnChg>
        <pc:cxnChg chg="add mod">
          <ac:chgData name="Tal R." userId="03e9e69c0e8a7741" providerId="LiveId" clId="{012321CB-D30F-40A1-894C-E46D43B30E68}" dt="2025-11-15T17:24:17.500" v="13261" actId="14100"/>
          <ac:cxnSpMkLst>
            <pc:docMk/>
            <pc:sldMk cId="3018030128" sldId="663"/>
            <ac:cxnSpMk id="10" creationId="{C8C36481-719D-E3A7-4BC6-0586E0AE2B04}"/>
          </ac:cxnSpMkLst>
        </pc:cxnChg>
        <pc:cxnChg chg="add mod">
          <ac:chgData name="Tal R." userId="03e9e69c0e8a7741" providerId="LiveId" clId="{012321CB-D30F-40A1-894C-E46D43B30E68}" dt="2025-11-15T17:24:13.657" v="13260" actId="14100"/>
          <ac:cxnSpMkLst>
            <pc:docMk/>
            <pc:sldMk cId="3018030128" sldId="663"/>
            <ac:cxnSpMk id="11" creationId="{0D72EEAB-A7D7-F7AD-710D-FA80D15B2E3C}"/>
          </ac:cxnSpMkLst>
        </pc:cxnChg>
      </pc:sldChg>
      <pc:sldChg chg="addSp delSp modSp add del mod">
        <pc:chgData name="Tal R." userId="03e9e69c0e8a7741" providerId="LiveId" clId="{012321CB-D30F-40A1-894C-E46D43B30E68}" dt="2025-11-15T21:48:24.359" v="20178" actId="47"/>
        <pc:sldMkLst>
          <pc:docMk/>
          <pc:sldMk cId="1455784037" sldId="664"/>
        </pc:sldMkLst>
        <pc:spChg chg="mod">
          <ac:chgData name="Tal R." userId="03e9e69c0e8a7741" providerId="LiveId" clId="{012321CB-D30F-40A1-894C-E46D43B30E68}" dt="2025-11-15T20:45:34.095" v="18558"/>
          <ac:spMkLst>
            <pc:docMk/>
            <pc:sldMk cId="1455784037" sldId="664"/>
            <ac:spMk id="3" creationId="{68064853-3286-C90B-B2D2-93A1F7C1E922}"/>
          </ac:spMkLst>
        </pc:spChg>
        <pc:spChg chg="mod">
          <ac:chgData name="Tal R." userId="03e9e69c0e8a7741" providerId="LiveId" clId="{012321CB-D30F-40A1-894C-E46D43B30E68}" dt="2025-11-15T17:25:03.902" v="13273" actId="20577"/>
          <ac:spMkLst>
            <pc:docMk/>
            <pc:sldMk cId="1455784037" sldId="664"/>
            <ac:spMk id="4" creationId="{25DB087C-61D3-1EA4-EBAF-BB0C797A7ED8}"/>
          </ac:spMkLst>
        </pc:spChg>
        <pc:spChg chg="add mod">
          <ac:chgData name="Tal R." userId="03e9e69c0e8a7741" providerId="LiveId" clId="{012321CB-D30F-40A1-894C-E46D43B30E68}" dt="2025-11-15T17:26:38.472" v="13322" actId="1035"/>
          <ac:spMkLst>
            <pc:docMk/>
            <pc:sldMk cId="1455784037" sldId="664"/>
            <ac:spMk id="12" creationId="{19BF5A03-358B-DFCB-CC9D-42BC3EB6A83C}"/>
          </ac:spMkLst>
        </pc:spChg>
        <pc:graphicFrameChg chg="del">
          <ac:chgData name="Tal R." userId="03e9e69c0e8a7741" providerId="LiveId" clId="{012321CB-D30F-40A1-894C-E46D43B30E68}" dt="2025-11-15T17:24:47.171" v="13263" actId="478"/>
          <ac:graphicFrameMkLst>
            <pc:docMk/>
            <pc:sldMk cId="1455784037" sldId="664"/>
            <ac:graphicFrameMk id="5" creationId="{D3B72AD7-AAC6-FE18-ED0A-02E63CCCDD5C}"/>
          </ac:graphicFrameMkLst>
        </pc:graphicFrameChg>
        <pc:picChg chg="del">
          <ac:chgData name="Tal R." userId="03e9e69c0e8a7741" providerId="LiveId" clId="{012321CB-D30F-40A1-894C-E46D43B30E68}" dt="2025-11-15T17:24:47.171" v="13263" actId="478"/>
          <ac:picMkLst>
            <pc:docMk/>
            <pc:sldMk cId="1455784037" sldId="664"/>
            <ac:picMk id="1028" creationId="{66309547-3A75-1A12-64C2-4609EBA44904}"/>
          </ac:picMkLst>
        </pc:picChg>
        <pc:cxnChg chg="mod">
          <ac:chgData name="Tal R." userId="03e9e69c0e8a7741" providerId="LiveId" clId="{012321CB-D30F-40A1-894C-E46D43B30E68}" dt="2025-11-15T18:45:42.700" v="16210" actId="108"/>
          <ac:cxnSpMkLst>
            <pc:docMk/>
            <pc:sldMk cId="1455784037" sldId="664"/>
            <ac:cxnSpMk id="6" creationId="{FFF2151A-E816-264E-8764-924E7947A1C5}"/>
          </ac:cxnSpMkLst>
        </pc:cxnChg>
        <pc:cxnChg chg="del">
          <ac:chgData name="Tal R." userId="03e9e69c0e8a7741" providerId="LiveId" clId="{012321CB-D30F-40A1-894C-E46D43B30E68}" dt="2025-11-15T17:24:47.171" v="13263" actId="478"/>
          <ac:cxnSpMkLst>
            <pc:docMk/>
            <pc:sldMk cId="1455784037" sldId="664"/>
            <ac:cxnSpMk id="7" creationId="{1F1B808F-23BC-94F6-BA15-8A4BF59DF15D}"/>
          </ac:cxnSpMkLst>
        </pc:cxnChg>
        <pc:cxnChg chg="del">
          <ac:chgData name="Tal R." userId="03e9e69c0e8a7741" providerId="LiveId" clId="{012321CB-D30F-40A1-894C-E46D43B30E68}" dt="2025-11-15T17:24:47.171" v="13263" actId="478"/>
          <ac:cxnSpMkLst>
            <pc:docMk/>
            <pc:sldMk cId="1455784037" sldId="664"/>
            <ac:cxnSpMk id="8" creationId="{346292D6-16D4-8CA9-A4E4-7504A7015906}"/>
          </ac:cxnSpMkLst>
        </pc:cxnChg>
        <pc:cxnChg chg="del">
          <ac:chgData name="Tal R." userId="03e9e69c0e8a7741" providerId="LiveId" clId="{012321CB-D30F-40A1-894C-E46D43B30E68}" dt="2025-11-15T17:24:47.171" v="13263" actId="478"/>
          <ac:cxnSpMkLst>
            <pc:docMk/>
            <pc:sldMk cId="1455784037" sldId="664"/>
            <ac:cxnSpMk id="9" creationId="{2FC79CFD-04EB-F7A1-0AEC-D131576E7088}"/>
          </ac:cxnSpMkLst>
        </pc:cxnChg>
        <pc:cxnChg chg="del">
          <ac:chgData name="Tal R." userId="03e9e69c0e8a7741" providerId="LiveId" clId="{012321CB-D30F-40A1-894C-E46D43B30E68}" dt="2025-11-15T17:24:47.171" v="13263" actId="478"/>
          <ac:cxnSpMkLst>
            <pc:docMk/>
            <pc:sldMk cId="1455784037" sldId="664"/>
            <ac:cxnSpMk id="10" creationId="{096C4918-37B0-BD33-3B06-5579E9591257}"/>
          </ac:cxnSpMkLst>
        </pc:cxnChg>
        <pc:cxnChg chg="del">
          <ac:chgData name="Tal R." userId="03e9e69c0e8a7741" providerId="LiveId" clId="{012321CB-D30F-40A1-894C-E46D43B30E68}" dt="2025-11-15T17:24:47.171" v="13263" actId="478"/>
          <ac:cxnSpMkLst>
            <pc:docMk/>
            <pc:sldMk cId="1455784037" sldId="664"/>
            <ac:cxnSpMk id="11" creationId="{414CE9CE-EB1D-42ED-4E88-30C68A0FB692}"/>
          </ac:cxnSpMkLst>
        </pc:cxnChg>
      </pc:sldChg>
      <pc:sldChg chg="modSp add del mod modTransition addAnim delAnim modAnim">
        <pc:chgData name="Tal R." userId="03e9e69c0e8a7741" providerId="LiveId" clId="{012321CB-D30F-40A1-894C-E46D43B30E68}" dt="2025-11-15T21:48:24.359" v="20178" actId="47"/>
        <pc:sldMkLst>
          <pc:docMk/>
          <pc:sldMk cId="2680658619" sldId="665"/>
        </pc:sldMkLst>
        <pc:spChg chg="mod">
          <ac:chgData name="Tal R." userId="03e9e69c0e8a7741" providerId="LiveId" clId="{012321CB-D30F-40A1-894C-E46D43B30E68}" dt="2025-11-15T17:27:16.551" v="13339" actId="20577"/>
          <ac:spMkLst>
            <pc:docMk/>
            <pc:sldMk cId="2680658619" sldId="665"/>
            <ac:spMk id="3" creationId="{6B2B70D3-D1CE-AC55-06AD-7C68085B4E7B}"/>
          </ac:spMkLst>
        </pc:spChg>
        <pc:spChg chg="mod">
          <ac:chgData name="Tal R." userId="03e9e69c0e8a7741" providerId="LiveId" clId="{012321CB-D30F-40A1-894C-E46D43B30E68}" dt="2025-11-15T17:44:17.053" v="13970" actId="1035"/>
          <ac:spMkLst>
            <pc:docMk/>
            <pc:sldMk cId="2680658619" sldId="665"/>
            <ac:spMk id="4" creationId="{3F744928-AD0D-E444-ABD8-DF14931D0A4F}"/>
          </ac:spMkLst>
        </pc:spChg>
      </pc:sldChg>
      <pc:sldChg chg="modSp add del mod modAnim">
        <pc:chgData name="Tal R." userId="03e9e69c0e8a7741" providerId="LiveId" clId="{012321CB-D30F-40A1-894C-E46D43B30E68}" dt="2025-11-15T17:43:56.675" v="13955" actId="47"/>
        <pc:sldMkLst>
          <pc:docMk/>
          <pc:sldMk cId="3478047122" sldId="666"/>
        </pc:sldMkLst>
        <pc:spChg chg="mod">
          <ac:chgData name="Tal R." userId="03e9e69c0e8a7741" providerId="LiveId" clId="{012321CB-D30F-40A1-894C-E46D43B30E68}" dt="2025-11-15T17:41:26.949" v="13931" actId="27636"/>
          <ac:spMkLst>
            <pc:docMk/>
            <pc:sldMk cId="3478047122" sldId="666"/>
            <ac:spMk id="4" creationId="{4050B330-8384-DFF6-E532-3A424342002C}"/>
          </ac:spMkLst>
        </pc:spChg>
      </pc:sldChg>
      <pc:sldChg chg="modSp add del mod ord modAnim">
        <pc:chgData name="Tal R." userId="03e9e69c0e8a7741" providerId="LiveId" clId="{012321CB-D30F-40A1-894C-E46D43B30E68}" dt="2025-11-15T17:40:23.367" v="13921" actId="47"/>
        <pc:sldMkLst>
          <pc:docMk/>
          <pc:sldMk cId="434080917" sldId="667"/>
        </pc:sldMkLst>
        <pc:spChg chg="mod">
          <ac:chgData name="Tal R." userId="03e9e69c0e8a7741" providerId="LiveId" clId="{012321CB-D30F-40A1-894C-E46D43B30E68}" dt="2025-11-15T17:39:40.893" v="13914" actId="20577"/>
          <ac:spMkLst>
            <pc:docMk/>
            <pc:sldMk cId="434080917" sldId="667"/>
            <ac:spMk id="4" creationId="{252B5790-851A-849B-C915-4FA1065F7831}"/>
          </ac:spMkLst>
        </pc:spChg>
      </pc:sldChg>
      <pc:sldChg chg="modSp add del mod addAnim delAnim modAnim">
        <pc:chgData name="Tal R." userId="03e9e69c0e8a7741" providerId="LiveId" clId="{012321CB-D30F-40A1-894C-E46D43B30E68}" dt="2025-11-15T21:48:24.359" v="20178" actId="47"/>
        <pc:sldMkLst>
          <pc:docMk/>
          <pc:sldMk cId="3304098504" sldId="667"/>
        </pc:sldMkLst>
        <pc:spChg chg="mod">
          <ac:chgData name="Tal R." userId="03e9e69c0e8a7741" providerId="LiveId" clId="{012321CB-D30F-40A1-894C-E46D43B30E68}" dt="2025-11-15T17:45:48.177" v="14109" actId="20577"/>
          <ac:spMkLst>
            <pc:docMk/>
            <pc:sldMk cId="3304098504" sldId="667"/>
            <ac:spMk id="4" creationId="{4A32E3D8-1DE3-1243-94AE-CD83AB975AF8}"/>
          </ac:spMkLst>
        </pc:spChg>
      </pc:sldChg>
      <pc:sldChg chg="modSp add del mod addAnim delAnim modAnim">
        <pc:chgData name="Tal R." userId="03e9e69c0e8a7741" providerId="LiveId" clId="{012321CB-D30F-40A1-894C-E46D43B30E68}" dt="2025-11-15T21:48:24.359" v="20178" actId="47"/>
        <pc:sldMkLst>
          <pc:docMk/>
          <pc:sldMk cId="4088190859" sldId="668"/>
        </pc:sldMkLst>
        <pc:spChg chg="mod">
          <ac:chgData name="Tal R." userId="03e9e69c0e8a7741" providerId="LiveId" clId="{012321CB-D30F-40A1-894C-E46D43B30E68}" dt="2025-11-15T17:46:48.858" v="14123" actId="20577"/>
          <ac:spMkLst>
            <pc:docMk/>
            <pc:sldMk cId="4088190859" sldId="668"/>
            <ac:spMk id="3" creationId="{26CD6E2F-0F5C-B1EE-EE47-53555B4145CF}"/>
          </ac:spMkLst>
        </pc:spChg>
        <pc:spChg chg="mod">
          <ac:chgData name="Tal R." userId="03e9e69c0e8a7741" providerId="LiveId" clId="{012321CB-D30F-40A1-894C-E46D43B30E68}" dt="2025-11-15T21:04:02.164" v="18881" actId="113"/>
          <ac:spMkLst>
            <pc:docMk/>
            <pc:sldMk cId="4088190859" sldId="668"/>
            <ac:spMk id="4" creationId="{19C76E43-E1D2-2CB9-7BEC-A5651A6298CA}"/>
          </ac:spMkLst>
        </pc:spChg>
      </pc:sldChg>
      <pc:sldChg chg="addSp delSp modSp add del mod">
        <pc:chgData name="Tal R." userId="03e9e69c0e8a7741" providerId="LiveId" clId="{012321CB-D30F-40A1-894C-E46D43B30E68}" dt="2025-11-15T20:58:57.091" v="18716" actId="2696"/>
        <pc:sldMkLst>
          <pc:docMk/>
          <pc:sldMk cId="1854124386" sldId="669"/>
        </pc:sldMkLst>
        <pc:spChg chg="mod">
          <ac:chgData name="Tal R." userId="03e9e69c0e8a7741" providerId="LiveId" clId="{012321CB-D30F-40A1-894C-E46D43B30E68}" dt="2025-11-15T20:45:52.555" v="18559"/>
          <ac:spMkLst>
            <pc:docMk/>
            <pc:sldMk cId="1854124386" sldId="669"/>
            <ac:spMk id="3" creationId="{99504AB7-3AE5-AAD3-2585-FD53A73F8F09}"/>
          </ac:spMkLst>
        </pc:spChg>
        <pc:spChg chg="mod">
          <ac:chgData name="Tal R." userId="03e9e69c0e8a7741" providerId="LiveId" clId="{012321CB-D30F-40A1-894C-E46D43B30E68}" dt="2025-11-15T19:33:53.153" v="17117" actId="20577"/>
          <ac:spMkLst>
            <pc:docMk/>
            <pc:sldMk cId="1854124386" sldId="669"/>
            <ac:spMk id="4" creationId="{EC67949C-7761-C822-97EF-10D7E1AD3A40}"/>
          </ac:spMkLst>
        </pc:spChg>
        <pc:graphicFrameChg chg="add del">
          <ac:chgData name="Tal R." userId="03e9e69c0e8a7741" providerId="LiveId" clId="{012321CB-D30F-40A1-894C-E46D43B30E68}" dt="2025-11-15T19:27:26.523" v="17050" actId="478"/>
          <ac:graphicFrameMkLst>
            <pc:docMk/>
            <pc:sldMk cId="1854124386" sldId="669"/>
            <ac:graphicFrameMk id="2" creationId="{46539899-128E-820E-18AC-B1045B623483}"/>
          </ac:graphicFrameMkLst>
        </pc:graphicFrameChg>
        <pc:graphicFrameChg chg="add del mod">
          <ac:chgData name="Tal R." userId="03e9e69c0e8a7741" providerId="LiveId" clId="{012321CB-D30F-40A1-894C-E46D43B30E68}" dt="2025-11-15T19:27:38.857" v="17051" actId="478"/>
          <ac:graphicFrameMkLst>
            <pc:docMk/>
            <pc:sldMk cId="1854124386" sldId="669"/>
            <ac:graphicFrameMk id="8" creationId="{3EA8F542-E61D-431E-60D4-DEBCAB8CA90B}"/>
          </ac:graphicFrameMkLst>
        </pc:graphicFrameChg>
        <pc:graphicFrameChg chg="add del mod">
          <ac:chgData name="Tal R." userId="03e9e69c0e8a7741" providerId="LiveId" clId="{012321CB-D30F-40A1-894C-E46D43B30E68}" dt="2025-11-15T19:27:38.857" v="17051" actId="478"/>
          <ac:graphicFrameMkLst>
            <pc:docMk/>
            <pc:sldMk cId="1854124386" sldId="669"/>
            <ac:graphicFrameMk id="11" creationId="{DA8A1FB6-37A5-30FE-1563-D652F336317C}"/>
          </ac:graphicFrameMkLst>
        </pc:graphicFrameChg>
        <pc:picChg chg="add mod">
          <ac:chgData name="Tal R." userId="03e9e69c0e8a7741" providerId="LiveId" clId="{012321CB-D30F-40A1-894C-E46D43B30E68}" dt="2025-11-15T17:48:43.261" v="14149" actId="1076"/>
          <ac:picMkLst>
            <pc:docMk/>
            <pc:sldMk cId="1854124386" sldId="669"/>
            <ac:picMk id="9" creationId="{4340DB33-E0C4-A47B-6D7F-76BA36DC744A}"/>
          </ac:picMkLst>
        </pc:picChg>
        <pc:cxnChg chg="add del mod">
          <ac:chgData name="Tal R." userId="03e9e69c0e8a7741" providerId="LiveId" clId="{012321CB-D30F-40A1-894C-E46D43B30E68}" dt="2025-11-15T19:27:44.368" v="17052" actId="478"/>
          <ac:cxnSpMkLst>
            <pc:docMk/>
            <pc:sldMk cId="1854124386" sldId="669"/>
            <ac:cxnSpMk id="10" creationId="{7522EA0C-EA73-4188-D112-188E34CD1682}"/>
          </ac:cxnSpMkLst>
        </pc:cxnChg>
        <pc:cxnChg chg="add del mod">
          <ac:chgData name="Tal R." userId="03e9e69c0e8a7741" providerId="LiveId" clId="{012321CB-D30F-40A1-894C-E46D43B30E68}" dt="2025-11-15T19:27:44.368" v="17052" actId="478"/>
          <ac:cxnSpMkLst>
            <pc:docMk/>
            <pc:sldMk cId="1854124386" sldId="669"/>
            <ac:cxnSpMk id="12" creationId="{3D8F93AF-789F-0854-C27D-FF11A8C7B06B}"/>
          </ac:cxnSpMkLst>
        </pc:cxnChg>
        <pc:cxnChg chg="add del mod">
          <ac:chgData name="Tal R." userId="03e9e69c0e8a7741" providerId="LiveId" clId="{012321CB-D30F-40A1-894C-E46D43B30E68}" dt="2025-11-15T19:33:56.220" v="17118" actId="478"/>
          <ac:cxnSpMkLst>
            <pc:docMk/>
            <pc:sldMk cId="1854124386" sldId="669"/>
            <ac:cxnSpMk id="13" creationId="{6E7F324F-4B80-C15C-A1B1-FD93FC5D80FF}"/>
          </ac:cxnSpMkLst>
        </pc:cxnChg>
        <pc:cxnChg chg="add del mod">
          <ac:chgData name="Tal R." userId="03e9e69c0e8a7741" providerId="LiveId" clId="{012321CB-D30F-40A1-894C-E46D43B30E68}" dt="2025-11-15T19:33:57.172" v="17119" actId="478"/>
          <ac:cxnSpMkLst>
            <pc:docMk/>
            <pc:sldMk cId="1854124386" sldId="669"/>
            <ac:cxnSpMk id="14" creationId="{EECF226C-2E7D-D374-7763-C284CE5C9A84}"/>
          </ac:cxnSpMkLst>
        </pc:cxnChg>
      </pc:sldChg>
      <pc:sldChg chg="add del">
        <pc:chgData name="Tal R." userId="03e9e69c0e8a7741" providerId="LiveId" clId="{012321CB-D30F-40A1-894C-E46D43B30E68}" dt="2025-11-15T20:59:31.399" v="18718" actId="47"/>
        <pc:sldMkLst>
          <pc:docMk/>
          <pc:sldMk cId="3106825531" sldId="669"/>
        </pc:sldMkLst>
      </pc:sldChg>
      <pc:sldChg chg="addSp modSp add del">
        <pc:chgData name="Tal R." userId="03e9e69c0e8a7741" providerId="LiveId" clId="{012321CB-D30F-40A1-894C-E46D43B30E68}" dt="2025-11-15T17:48:37.203" v="14147" actId="47"/>
        <pc:sldMkLst>
          <pc:docMk/>
          <pc:sldMk cId="22603548" sldId="670"/>
        </pc:sldMkLst>
        <pc:graphicFrameChg chg="add mod">
          <ac:chgData name="Tal R." userId="03e9e69c0e8a7741" providerId="LiveId" clId="{012321CB-D30F-40A1-894C-E46D43B30E68}" dt="2025-11-15T17:48:34.637" v="14146"/>
          <ac:graphicFrameMkLst>
            <pc:docMk/>
            <pc:sldMk cId="22603548" sldId="670"/>
            <ac:graphicFrameMk id="8" creationId="{ED33BD03-DE6E-4B67-7CF2-E5F733E3AA30}"/>
          </ac:graphicFrameMkLst>
        </pc:graphicFrameChg>
        <pc:graphicFrameChg chg="add mod">
          <ac:chgData name="Tal R." userId="03e9e69c0e8a7741" providerId="LiveId" clId="{012321CB-D30F-40A1-894C-E46D43B30E68}" dt="2025-11-15T17:48:34.637" v="14146"/>
          <ac:graphicFrameMkLst>
            <pc:docMk/>
            <pc:sldMk cId="22603548" sldId="670"/>
            <ac:graphicFrameMk id="11" creationId="{128C1D26-5F71-BB23-6309-565E479205CB}"/>
          </ac:graphicFrameMkLst>
        </pc:graphicFrameChg>
        <pc:picChg chg="add mod">
          <ac:chgData name="Tal R." userId="03e9e69c0e8a7741" providerId="LiveId" clId="{012321CB-D30F-40A1-894C-E46D43B30E68}" dt="2025-11-15T17:48:34.637" v="14146"/>
          <ac:picMkLst>
            <pc:docMk/>
            <pc:sldMk cId="22603548" sldId="670"/>
            <ac:picMk id="9" creationId="{F5350407-9E1A-C502-2D7C-4827C361148A}"/>
          </ac:picMkLst>
        </pc:picChg>
        <pc:cxnChg chg="add mod">
          <ac:chgData name="Tal R." userId="03e9e69c0e8a7741" providerId="LiveId" clId="{012321CB-D30F-40A1-894C-E46D43B30E68}" dt="2025-11-15T17:48:34.637" v="14146"/>
          <ac:cxnSpMkLst>
            <pc:docMk/>
            <pc:sldMk cId="22603548" sldId="670"/>
            <ac:cxnSpMk id="10" creationId="{D21841EC-9C8F-11A3-DAFC-C061AACEBA0C}"/>
          </ac:cxnSpMkLst>
        </pc:cxnChg>
        <pc:cxnChg chg="add mod">
          <ac:chgData name="Tal R." userId="03e9e69c0e8a7741" providerId="LiveId" clId="{012321CB-D30F-40A1-894C-E46D43B30E68}" dt="2025-11-15T17:48:34.637" v="14146"/>
          <ac:cxnSpMkLst>
            <pc:docMk/>
            <pc:sldMk cId="22603548" sldId="670"/>
            <ac:cxnSpMk id="12" creationId="{ED58FA28-0583-FBAF-FAE8-72B7AC6B2DAC}"/>
          </ac:cxnSpMkLst>
        </pc:cxnChg>
      </pc:sldChg>
      <pc:sldChg chg="addSp modSp add del mod ord modTransition">
        <pc:chgData name="Tal R." userId="03e9e69c0e8a7741" providerId="LiveId" clId="{012321CB-D30F-40A1-894C-E46D43B30E68}" dt="2025-11-15T21:48:24.359" v="20178" actId="47"/>
        <pc:sldMkLst>
          <pc:docMk/>
          <pc:sldMk cId="3595262520" sldId="670"/>
        </pc:sldMkLst>
        <pc:spChg chg="mod">
          <ac:chgData name="Tal R." userId="03e9e69c0e8a7741" providerId="LiveId" clId="{012321CB-D30F-40A1-894C-E46D43B30E68}" dt="2025-11-15T20:45:59.579" v="18562"/>
          <ac:spMkLst>
            <pc:docMk/>
            <pc:sldMk cId="3595262520" sldId="670"/>
            <ac:spMk id="3" creationId="{AC98D750-7E3E-4B20-657E-96AC43A725B3}"/>
          </ac:spMkLst>
        </pc:spChg>
        <pc:spChg chg="mod">
          <ac:chgData name="Tal R." userId="03e9e69c0e8a7741" providerId="LiveId" clId="{012321CB-D30F-40A1-894C-E46D43B30E68}" dt="2025-11-15T17:51:09.425" v="14205" actId="20577"/>
          <ac:spMkLst>
            <pc:docMk/>
            <pc:sldMk cId="3595262520" sldId="670"/>
            <ac:spMk id="4" creationId="{25379FF0-3960-7B43-3160-1A9ADA8FA0BB}"/>
          </ac:spMkLst>
        </pc:spChg>
        <pc:graphicFrameChg chg="mod">
          <ac:chgData name="Tal R." userId="03e9e69c0e8a7741" providerId="LiveId" clId="{012321CB-D30F-40A1-894C-E46D43B30E68}" dt="2025-11-15T17:49:24.275" v="14152" actId="1076"/>
          <ac:graphicFrameMkLst>
            <pc:docMk/>
            <pc:sldMk cId="3595262520" sldId="670"/>
            <ac:graphicFrameMk id="2" creationId="{DB0C7621-3EDA-A31C-3EEB-379C46228009}"/>
          </ac:graphicFrameMkLst>
        </pc:graphicFrameChg>
        <pc:graphicFrameChg chg="mod">
          <ac:chgData name="Tal R." userId="03e9e69c0e8a7741" providerId="LiveId" clId="{012321CB-D30F-40A1-894C-E46D43B30E68}" dt="2025-11-15T17:49:24.275" v="14152" actId="1076"/>
          <ac:graphicFrameMkLst>
            <pc:docMk/>
            <pc:sldMk cId="3595262520" sldId="670"/>
            <ac:graphicFrameMk id="5" creationId="{29E09267-E678-C328-2C5A-6AD592BD788E}"/>
          </ac:graphicFrameMkLst>
        </pc:graphicFrameChg>
        <pc:graphicFrameChg chg="mod">
          <ac:chgData name="Tal R." userId="03e9e69c0e8a7741" providerId="LiveId" clId="{012321CB-D30F-40A1-894C-E46D43B30E68}" dt="2025-11-15T17:49:24.275" v="14152" actId="1076"/>
          <ac:graphicFrameMkLst>
            <pc:docMk/>
            <pc:sldMk cId="3595262520" sldId="670"/>
            <ac:graphicFrameMk id="8" creationId="{4B22FC31-1FE4-887A-4BDA-9A6C96536058}"/>
          </ac:graphicFrameMkLst>
        </pc:graphicFrameChg>
        <pc:graphicFrameChg chg="mod">
          <ac:chgData name="Tal R." userId="03e9e69c0e8a7741" providerId="LiveId" clId="{012321CB-D30F-40A1-894C-E46D43B30E68}" dt="2025-11-15T17:49:29.949" v="14153" actId="1076"/>
          <ac:graphicFrameMkLst>
            <pc:docMk/>
            <pc:sldMk cId="3595262520" sldId="670"/>
            <ac:graphicFrameMk id="11" creationId="{4FF870F6-4563-59C3-C2D5-ACD575CAD2CE}"/>
          </ac:graphicFrameMkLst>
        </pc:graphicFrameChg>
        <pc:picChg chg="mod">
          <ac:chgData name="Tal R." userId="03e9e69c0e8a7741" providerId="LiveId" clId="{012321CB-D30F-40A1-894C-E46D43B30E68}" dt="2025-11-15T17:49:29.949" v="14153" actId="1076"/>
          <ac:picMkLst>
            <pc:docMk/>
            <pc:sldMk cId="3595262520" sldId="670"/>
            <ac:picMk id="9" creationId="{7EDD5C13-4F5D-0979-AC15-16015AFAED7F}"/>
          </ac:picMkLst>
        </pc:picChg>
        <pc:picChg chg="mod">
          <ac:chgData name="Tal R." userId="03e9e69c0e8a7741" providerId="LiveId" clId="{012321CB-D30F-40A1-894C-E46D43B30E68}" dt="2025-11-15T17:49:24.275" v="14152" actId="1076"/>
          <ac:picMkLst>
            <pc:docMk/>
            <pc:sldMk cId="3595262520" sldId="670"/>
            <ac:picMk id="1028" creationId="{6980C4F5-AD26-2F67-4D21-B835D78A1439}"/>
          </ac:picMkLst>
        </pc:picChg>
        <pc:cxnChg chg="mod">
          <ac:chgData name="Tal R." userId="03e9e69c0e8a7741" providerId="LiveId" clId="{012321CB-D30F-40A1-894C-E46D43B30E68}" dt="2025-11-15T17:49:24.275" v="14152" actId="1076"/>
          <ac:cxnSpMkLst>
            <pc:docMk/>
            <pc:sldMk cId="3595262520" sldId="670"/>
            <ac:cxnSpMk id="6" creationId="{E324A52D-69D2-1457-CDDF-8D208EC7DD78}"/>
          </ac:cxnSpMkLst>
        </pc:cxnChg>
        <pc:cxnChg chg="mod">
          <ac:chgData name="Tal R." userId="03e9e69c0e8a7741" providerId="LiveId" clId="{012321CB-D30F-40A1-894C-E46D43B30E68}" dt="2025-11-15T17:49:24.275" v="14152" actId="1076"/>
          <ac:cxnSpMkLst>
            <pc:docMk/>
            <pc:sldMk cId="3595262520" sldId="670"/>
            <ac:cxnSpMk id="7" creationId="{776D144D-3356-7294-1DB3-243617916EFD}"/>
          </ac:cxnSpMkLst>
        </pc:cxnChg>
        <pc:cxnChg chg="mod">
          <ac:chgData name="Tal R." userId="03e9e69c0e8a7741" providerId="LiveId" clId="{012321CB-D30F-40A1-894C-E46D43B30E68}" dt="2025-11-15T18:45:31.854" v="16206" actId="108"/>
          <ac:cxnSpMkLst>
            <pc:docMk/>
            <pc:sldMk cId="3595262520" sldId="670"/>
            <ac:cxnSpMk id="10" creationId="{0832F1F0-4177-9990-1A7A-714CE6E4FBFC}"/>
          </ac:cxnSpMkLst>
        </pc:cxnChg>
        <pc:cxnChg chg="mod">
          <ac:chgData name="Tal R." userId="03e9e69c0e8a7741" providerId="LiveId" clId="{012321CB-D30F-40A1-894C-E46D43B30E68}" dt="2025-11-15T18:45:30.891" v="16205" actId="108"/>
          <ac:cxnSpMkLst>
            <pc:docMk/>
            <pc:sldMk cId="3595262520" sldId="670"/>
            <ac:cxnSpMk id="12" creationId="{C7029F2B-C025-7E97-B700-7AF5B77A52D3}"/>
          </ac:cxnSpMkLst>
        </pc:cxnChg>
        <pc:cxnChg chg="add mod">
          <ac:chgData name="Tal R." userId="03e9e69c0e8a7741" providerId="LiveId" clId="{012321CB-D30F-40A1-894C-E46D43B30E68}" dt="2025-11-15T17:50:46.609" v="14191" actId="1076"/>
          <ac:cxnSpMkLst>
            <pc:docMk/>
            <pc:sldMk cId="3595262520" sldId="670"/>
            <ac:cxnSpMk id="13" creationId="{1D964580-06CD-C32B-899C-8827D4656491}"/>
          </ac:cxnSpMkLst>
        </pc:cxnChg>
        <pc:cxnChg chg="add mod">
          <ac:chgData name="Tal R." userId="03e9e69c0e8a7741" providerId="LiveId" clId="{012321CB-D30F-40A1-894C-E46D43B30E68}" dt="2025-11-15T17:50:46.609" v="14191" actId="1076"/>
          <ac:cxnSpMkLst>
            <pc:docMk/>
            <pc:sldMk cId="3595262520" sldId="670"/>
            <ac:cxnSpMk id="14" creationId="{D4D984EB-92AD-9697-BAC9-9ECA80EA11C1}"/>
          </ac:cxnSpMkLst>
        </pc:cxnChg>
        <pc:cxnChg chg="add mod">
          <ac:chgData name="Tal R." userId="03e9e69c0e8a7741" providerId="LiveId" clId="{012321CB-D30F-40A1-894C-E46D43B30E68}" dt="2025-11-15T17:50:40.176" v="14190" actId="1076"/>
          <ac:cxnSpMkLst>
            <pc:docMk/>
            <pc:sldMk cId="3595262520" sldId="670"/>
            <ac:cxnSpMk id="15" creationId="{0D1C4B66-9B61-E4D2-2280-8829057AA155}"/>
          </ac:cxnSpMkLst>
        </pc:cxnChg>
        <pc:cxnChg chg="add mod">
          <ac:chgData name="Tal R." userId="03e9e69c0e8a7741" providerId="LiveId" clId="{012321CB-D30F-40A1-894C-E46D43B30E68}" dt="2025-11-15T17:50:40.176" v="14190" actId="1076"/>
          <ac:cxnSpMkLst>
            <pc:docMk/>
            <pc:sldMk cId="3595262520" sldId="670"/>
            <ac:cxnSpMk id="16" creationId="{29BD6321-F5CF-0B3C-549E-B411AFBF0FE9}"/>
          </ac:cxnSpMkLst>
        </pc:cxnChg>
      </pc:sldChg>
      <pc:sldChg chg="addSp delSp modSp add del mod">
        <pc:chgData name="Tal R." userId="03e9e69c0e8a7741" providerId="LiveId" clId="{012321CB-D30F-40A1-894C-E46D43B30E68}" dt="2025-11-15T21:48:24.359" v="20178" actId="47"/>
        <pc:sldMkLst>
          <pc:docMk/>
          <pc:sldMk cId="592810121" sldId="671"/>
        </pc:sldMkLst>
        <pc:spChg chg="mod">
          <ac:chgData name="Tal R." userId="03e9e69c0e8a7741" providerId="LiveId" clId="{012321CB-D30F-40A1-894C-E46D43B30E68}" dt="2025-11-15T20:45:57.279" v="18561"/>
          <ac:spMkLst>
            <pc:docMk/>
            <pc:sldMk cId="592810121" sldId="671"/>
            <ac:spMk id="3" creationId="{E084750B-4559-845A-9EC3-A7997CA43FD8}"/>
          </ac:spMkLst>
        </pc:spChg>
        <pc:spChg chg="mod">
          <ac:chgData name="Tal R." userId="03e9e69c0e8a7741" providerId="LiveId" clId="{012321CB-D30F-40A1-894C-E46D43B30E68}" dt="2025-11-15T21:02:20.146" v="18878" actId="20577"/>
          <ac:spMkLst>
            <pc:docMk/>
            <pc:sldMk cId="592810121" sldId="671"/>
            <ac:spMk id="4" creationId="{2D646124-094B-9919-0F5E-19735E26ECE7}"/>
          </ac:spMkLst>
        </pc:spChg>
        <pc:graphicFrameChg chg="add del mod">
          <ac:chgData name="Tal R." userId="03e9e69c0e8a7741" providerId="LiveId" clId="{012321CB-D30F-40A1-894C-E46D43B30E68}" dt="2025-11-15T21:00:22.740" v="18720" actId="1076"/>
          <ac:graphicFrameMkLst>
            <pc:docMk/>
            <pc:sldMk cId="592810121" sldId="671"/>
            <ac:graphicFrameMk id="2" creationId="{C755317F-D932-511E-F6A3-EF67662E9F3D}"/>
          </ac:graphicFrameMkLst>
        </pc:graphicFrameChg>
        <pc:graphicFrameChg chg="del">
          <ac:chgData name="Tal R." userId="03e9e69c0e8a7741" providerId="LiveId" clId="{012321CB-D30F-40A1-894C-E46D43B30E68}" dt="2025-11-15T19:28:33.810" v="17062" actId="478"/>
          <ac:graphicFrameMkLst>
            <pc:docMk/>
            <pc:sldMk cId="592810121" sldId="671"/>
            <ac:graphicFrameMk id="5" creationId="{CB3A4396-D53F-B12D-4125-CBDB3F35020D}"/>
          </ac:graphicFrameMkLst>
        </pc:graphicFrameChg>
        <pc:graphicFrameChg chg="del">
          <ac:chgData name="Tal R." userId="03e9e69c0e8a7741" providerId="LiveId" clId="{012321CB-D30F-40A1-894C-E46D43B30E68}" dt="2025-11-15T19:28:29.803" v="17060" actId="478"/>
          <ac:graphicFrameMkLst>
            <pc:docMk/>
            <pc:sldMk cId="592810121" sldId="671"/>
            <ac:graphicFrameMk id="8" creationId="{54AE6161-1F32-5CDE-F17B-44BE5A6103BE}"/>
          </ac:graphicFrameMkLst>
        </pc:graphicFrameChg>
        <pc:graphicFrameChg chg="add del mod">
          <ac:chgData name="Tal R." userId="03e9e69c0e8a7741" providerId="LiveId" clId="{012321CB-D30F-40A1-894C-E46D43B30E68}" dt="2025-11-15T21:00:38.010" v="18721" actId="1076"/>
          <ac:graphicFrameMkLst>
            <pc:docMk/>
            <pc:sldMk cId="592810121" sldId="671"/>
            <ac:graphicFrameMk id="11" creationId="{C7B966CF-17C6-275F-89B6-93E2645A6F37}"/>
          </ac:graphicFrameMkLst>
        </pc:graphicFrameChg>
        <pc:picChg chg="add del mod">
          <ac:chgData name="Tal R." userId="03e9e69c0e8a7741" providerId="LiveId" clId="{012321CB-D30F-40A1-894C-E46D43B30E68}" dt="2025-11-15T21:00:38.010" v="18721" actId="1076"/>
          <ac:picMkLst>
            <pc:docMk/>
            <pc:sldMk cId="592810121" sldId="671"/>
            <ac:picMk id="9" creationId="{A8DAD612-DD63-0DD0-B993-BBF1D8BFEB44}"/>
          </ac:picMkLst>
        </pc:picChg>
        <pc:picChg chg="add del mod">
          <ac:chgData name="Tal R." userId="03e9e69c0e8a7741" providerId="LiveId" clId="{012321CB-D30F-40A1-894C-E46D43B30E68}" dt="2025-11-15T21:00:22.740" v="18720" actId="1076"/>
          <ac:picMkLst>
            <pc:docMk/>
            <pc:sldMk cId="592810121" sldId="671"/>
            <ac:picMk id="1028" creationId="{9178ACF8-62A2-6BFA-4F49-8FAA845EAF03}"/>
          </ac:picMkLst>
        </pc:picChg>
        <pc:cxnChg chg="add del mod">
          <ac:chgData name="Tal R." userId="03e9e69c0e8a7741" providerId="LiveId" clId="{012321CB-D30F-40A1-894C-E46D43B30E68}" dt="2025-11-15T21:00:22.740" v="18720" actId="1076"/>
          <ac:cxnSpMkLst>
            <pc:docMk/>
            <pc:sldMk cId="592810121" sldId="671"/>
            <ac:cxnSpMk id="6" creationId="{7503443B-C288-97B3-F710-B5F937DCD2CB}"/>
          </ac:cxnSpMkLst>
        </pc:cxnChg>
        <pc:cxnChg chg="del">
          <ac:chgData name="Tal R." userId="03e9e69c0e8a7741" providerId="LiveId" clId="{012321CB-D30F-40A1-894C-E46D43B30E68}" dt="2025-11-15T19:28:31.983" v="17061" actId="478"/>
          <ac:cxnSpMkLst>
            <pc:docMk/>
            <pc:sldMk cId="592810121" sldId="671"/>
            <ac:cxnSpMk id="7" creationId="{9D1B7160-FC2E-16E9-A917-CC48A7DA890E}"/>
          </ac:cxnSpMkLst>
        </pc:cxnChg>
        <pc:cxnChg chg="del mod">
          <ac:chgData name="Tal R." userId="03e9e69c0e8a7741" providerId="LiveId" clId="{012321CB-D30F-40A1-894C-E46D43B30E68}" dt="2025-11-15T19:28:20.064" v="17057" actId="478"/>
          <ac:cxnSpMkLst>
            <pc:docMk/>
            <pc:sldMk cId="592810121" sldId="671"/>
            <ac:cxnSpMk id="10" creationId="{6F36924E-99B5-EEB8-A253-8C71B277FC00}"/>
          </ac:cxnSpMkLst>
        </pc:cxnChg>
        <pc:cxnChg chg="add del mod">
          <ac:chgData name="Tal R." userId="03e9e69c0e8a7741" providerId="LiveId" clId="{012321CB-D30F-40A1-894C-E46D43B30E68}" dt="2025-11-15T21:00:38.010" v="18721" actId="1076"/>
          <ac:cxnSpMkLst>
            <pc:docMk/>
            <pc:sldMk cId="592810121" sldId="671"/>
            <ac:cxnSpMk id="12" creationId="{07350713-5940-8CF8-E331-5469DB0E1A15}"/>
          </ac:cxnSpMkLst>
        </pc:cxnChg>
      </pc:sldChg>
      <pc:sldChg chg="addSp delSp modSp add del mod modTransition">
        <pc:chgData name="Tal R." userId="03e9e69c0e8a7741" providerId="LiveId" clId="{012321CB-D30F-40A1-894C-E46D43B30E68}" dt="2025-11-15T21:48:24.359" v="20178" actId="47"/>
        <pc:sldMkLst>
          <pc:docMk/>
          <pc:sldMk cId="351416512" sldId="672"/>
        </pc:sldMkLst>
        <pc:spChg chg="mod">
          <ac:chgData name="Tal R." userId="03e9e69c0e8a7741" providerId="LiveId" clId="{012321CB-D30F-40A1-894C-E46D43B30E68}" dt="2025-11-15T20:46:01.632" v="18563"/>
          <ac:spMkLst>
            <pc:docMk/>
            <pc:sldMk cId="351416512" sldId="672"/>
            <ac:spMk id="3" creationId="{CA8EB78E-492B-4EC3-A3AC-FCFDFB8CF234}"/>
          </ac:spMkLst>
        </pc:spChg>
        <pc:spChg chg="mod">
          <ac:chgData name="Tal R." userId="03e9e69c0e8a7741" providerId="LiveId" clId="{012321CB-D30F-40A1-894C-E46D43B30E68}" dt="2025-11-15T17:51:17.094" v="14210" actId="20577"/>
          <ac:spMkLst>
            <pc:docMk/>
            <pc:sldMk cId="351416512" sldId="672"/>
            <ac:spMk id="4" creationId="{39792A77-A26D-FB9F-2CEE-E61765F3120F}"/>
          </ac:spMkLst>
        </pc:spChg>
        <pc:graphicFrameChg chg="del">
          <ac:chgData name="Tal R." userId="03e9e69c0e8a7741" providerId="LiveId" clId="{012321CB-D30F-40A1-894C-E46D43B30E68}" dt="2025-11-15T17:51:35.593" v="14212" actId="478"/>
          <ac:graphicFrameMkLst>
            <pc:docMk/>
            <pc:sldMk cId="351416512" sldId="672"/>
            <ac:graphicFrameMk id="11" creationId="{36DE0F36-8167-4A30-46D3-D1A217AA8A39}"/>
          </ac:graphicFrameMkLst>
        </pc:graphicFrameChg>
        <pc:picChg chg="del">
          <ac:chgData name="Tal R." userId="03e9e69c0e8a7741" providerId="LiveId" clId="{012321CB-D30F-40A1-894C-E46D43B30E68}" dt="2025-11-15T17:51:35.593" v="14212" actId="478"/>
          <ac:picMkLst>
            <pc:docMk/>
            <pc:sldMk cId="351416512" sldId="672"/>
            <ac:picMk id="9" creationId="{2A9A48CE-30C0-D086-4A75-6C768FD914DE}"/>
          </ac:picMkLst>
        </pc:picChg>
        <pc:cxnChg chg="add mod">
          <ac:chgData name="Tal R." userId="03e9e69c0e8a7741" providerId="LiveId" clId="{012321CB-D30F-40A1-894C-E46D43B30E68}" dt="2025-11-15T19:33:36.249" v="17108"/>
          <ac:cxnSpMkLst>
            <pc:docMk/>
            <pc:sldMk cId="351416512" sldId="672"/>
            <ac:cxnSpMk id="9" creationId="{C73E0E83-3BCE-9210-1226-DB58601FA18F}"/>
          </ac:cxnSpMkLst>
        </pc:cxnChg>
        <pc:cxnChg chg="mod">
          <ac:chgData name="Tal R." userId="03e9e69c0e8a7741" providerId="LiveId" clId="{012321CB-D30F-40A1-894C-E46D43B30E68}" dt="2025-11-15T18:45:28.302" v="16204" actId="108"/>
          <ac:cxnSpMkLst>
            <pc:docMk/>
            <pc:sldMk cId="351416512" sldId="672"/>
            <ac:cxnSpMk id="10" creationId="{15D91BD3-A881-7BD0-60EF-7831705A5110}"/>
          </ac:cxnSpMkLst>
        </pc:cxnChg>
        <pc:cxnChg chg="add mod">
          <ac:chgData name="Tal R." userId="03e9e69c0e8a7741" providerId="LiveId" clId="{012321CB-D30F-40A1-894C-E46D43B30E68}" dt="2025-11-15T19:33:36.249" v="17108"/>
          <ac:cxnSpMkLst>
            <pc:docMk/>
            <pc:sldMk cId="351416512" sldId="672"/>
            <ac:cxnSpMk id="11" creationId="{AA2DA1CD-B2C9-0692-4610-4442C577F17F}"/>
          </ac:cxnSpMkLst>
        </pc:cxnChg>
        <pc:cxnChg chg="del">
          <ac:chgData name="Tal R." userId="03e9e69c0e8a7741" providerId="LiveId" clId="{012321CB-D30F-40A1-894C-E46D43B30E68}" dt="2025-11-15T17:51:35.593" v="14212" actId="478"/>
          <ac:cxnSpMkLst>
            <pc:docMk/>
            <pc:sldMk cId="351416512" sldId="672"/>
            <ac:cxnSpMk id="12" creationId="{54CCD152-5989-4000-8FC9-7CB0A8230017}"/>
          </ac:cxnSpMkLst>
        </pc:cxnChg>
      </pc:sldChg>
      <pc:sldChg chg="modSp add del mod addAnim delAnim modAnim">
        <pc:chgData name="Tal R." userId="03e9e69c0e8a7741" providerId="LiveId" clId="{012321CB-D30F-40A1-894C-E46D43B30E68}" dt="2025-11-15T21:48:24.359" v="20178" actId="47"/>
        <pc:sldMkLst>
          <pc:docMk/>
          <pc:sldMk cId="2640577275" sldId="673"/>
        </pc:sldMkLst>
        <pc:spChg chg="mod">
          <ac:chgData name="Tal R." userId="03e9e69c0e8a7741" providerId="LiveId" clId="{012321CB-D30F-40A1-894C-E46D43B30E68}" dt="2025-11-15T18:48:00.748" v="16244" actId="20577"/>
          <ac:spMkLst>
            <pc:docMk/>
            <pc:sldMk cId="2640577275" sldId="673"/>
            <ac:spMk id="3" creationId="{43E17DE6-7A6B-60A9-AA86-2C84117241B4}"/>
          </ac:spMkLst>
        </pc:spChg>
        <pc:spChg chg="mod">
          <ac:chgData name="Tal R." userId="03e9e69c0e8a7741" providerId="LiveId" clId="{012321CB-D30F-40A1-894C-E46D43B30E68}" dt="2025-11-15T18:48:06.982" v="16245" actId="6549"/>
          <ac:spMkLst>
            <pc:docMk/>
            <pc:sldMk cId="2640577275" sldId="673"/>
            <ac:spMk id="4" creationId="{80D56AA0-6183-3D14-81AA-3EB97715854B}"/>
          </ac:spMkLst>
        </pc:spChg>
      </pc:sldChg>
      <pc:sldChg chg="addSp delSp modSp add del mod ord modTransition addAnim delAnim modAnim">
        <pc:chgData name="Tal R." userId="03e9e69c0e8a7741" providerId="LiveId" clId="{012321CB-D30F-40A1-894C-E46D43B30E68}" dt="2025-11-15T21:48:24.359" v="20178" actId="47"/>
        <pc:sldMkLst>
          <pc:docMk/>
          <pc:sldMk cId="3538677805" sldId="674"/>
        </pc:sldMkLst>
        <pc:spChg chg="mod">
          <ac:chgData name="Tal R." userId="03e9e69c0e8a7741" providerId="LiveId" clId="{012321CB-D30F-40A1-894C-E46D43B30E68}" dt="2025-11-15T18:49:14.556" v="16264"/>
          <ac:spMkLst>
            <pc:docMk/>
            <pc:sldMk cId="3538677805" sldId="674"/>
            <ac:spMk id="3" creationId="{9F058C26-0CB1-A774-7BF1-CFCD8A1C191E}"/>
          </ac:spMkLst>
        </pc:spChg>
        <pc:spChg chg="mod">
          <ac:chgData name="Tal R." userId="03e9e69c0e8a7741" providerId="LiveId" clId="{012321CB-D30F-40A1-894C-E46D43B30E68}" dt="2025-11-15T18:48:36.876" v="16257" actId="6549"/>
          <ac:spMkLst>
            <pc:docMk/>
            <pc:sldMk cId="3538677805" sldId="674"/>
            <ac:spMk id="4" creationId="{163AE91E-4618-F978-584C-4379B2B59536}"/>
          </ac:spMkLst>
        </pc:spChg>
        <pc:spChg chg="add del">
          <ac:chgData name="Tal R." userId="03e9e69c0e8a7741" providerId="LiveId" clId="{012321CB-D30F-40A1-894C-E46D43B30E68}" dt="2025-11-15T18:02:53.755" v="14297" actId="478"/>
          <ac:spMkLst>
            <pc:docMk/>
            <pc:sldMk cId="3538677805" sldId="674"/>
            <ac:spMk id="17" creationId="{776F2209-7B9B-368A-940A-B2F893FF8CF2}"/>
          </ac:spMkLst>
        </pc:spChg>
        <pc:spChg chg="add mod">
          <ac:chgData name="Tal R." userId="03e9e69c0e8a7741" providerId="LiveId" clId="{012321CB-D30F-40A1-894C-E46D43B30E68}" dt="2025-11-15T18:01:03.254" v="14279"/>
          <ac:spMkLst>
            <pc:docMk/>
            <pc:sldMk cId="3538677805" sldId="674"/>
            <ac:spMk id="18" creationId="{84178D97-ADA8-C500-2AE3-68719189C72F}"/>
          </ac:spMkLst>
        </pc:spChg>
        <pc:graphicFrameChg chg="mod modGraphic">
          <ac:chgData name="Tal R." userId="03e9e69c0e8a7741" providerId="LiveId" clId="{012321CB-D30F-40A1-894C-E46D43B30E68}" dt="2025-11-15T18:10:00.763" v="14544" actId="113"/>
          <ac:graphicFrameMkLst>
            <pc:docMk/>
            <pc:sldMk cId="3538677805" sldId="674"/>
            <ac:graphicFrameMk id="2" creationId="{3E908A3E-B889-21CB-A930-76E42B8EF303}"/>
          </ac:graphicFrameMkLst>
        </pc:graphicFrameChg>
        <pc:graphicFrameChg chg="del mod">
          <ac:chgData name="Tal R." userId="03e9e69c0e8a7741" providerId="LiveId" clId="{012321CB-D30F-40A1-894C-E46D43B30E68}" dt="2025-11-15T18:03:12.542" v="14300" actId="478"/>
          <ac:graphicFrameMkLst>
            <pc:docMk/>
            <pc:sldMk cId="3538677805" sldId="674"/>
            <ac:graphicFrameMk id="5" creationId="{9F0E01F4-3BAC-9F9A-3CAB-D9D2B18D2F78}"/>
          </ac:graphicFrameMkLst>
        </pc:graphicFrameChg>
        <pc:graphicFrameChg chg="del mod">
          <ac:chgData name="Tal R." userId="03e9e69c0e8a7741" providerId="LiveId" clId="{012321CB-D30F-40A1-894C-E46D43B30E68}" dt="2025-11-15T18:02:42.722" v="14294" actId="478"/>
          <ac:graphicFrameMkLst>
            <pc:docMk/>
            <pc:sldMk cId="3538677805" sldId="674"/>
            <ac:graphicFrameMk id="8" creationId="{C15A496E-962E-EE25-7FED-981BF77C7B76}"/>
          </ac:graphicFrameMkLst>
        </pc:graphicFrameChg>
        <pc:graphicFrameChg chg="add del mod">
          <ac:chgData name="Tal R." userId="03e9e69c0e8a7741" providerId="LiveId" clId="{012321CB-D30F-40A1-894C-E46D43B30E68}" dt="2025-11-15T18:03:04.977" v="14299" actId="478"/>
          <ac:graphicFrameMkLst>
            <pc:docMk/>
            <pc:sldMk cId="3538677805" sldId="674"/>
            <ac:graphicFrameMk id="9" creationId="{ED2F3C26-7FDF-CFB5-1B4E-4F2C773CC050}"/>
          </ac:graphicFrameMkLst>
        </pc:graphicFrameChg>
        <pc:graphicFrameChg chg="add del mod">
          <ac:chgData name="Tal R." userId="03e9e69c0e8a7741" providerId="LiveId" clId="{012321CB-D30F-40A1-894C-E46D43B30E68}" dt="2025-11-15T18:02:57.699" v="14298" actId="478"/>
          <ac:graphicFrameMkLst>
            <pc:docMk/>
            <pc:sldMk cId="3538677805" sldId="674"/>
            <ac:graphicFrameMk id="13" creationId="{DD6E3E05-EA8D-A316-CB23-D8AAC359061C}"/>
          </ac:graphicFrameMkLst>
        </pc:graphicFrameChg>
        <pc:graphicFrameChg chg="add del mod">
          <ac:chgData name="Tal R." userId="03e9e69c0e8a7741" providerId="LiveId" clId="{012321CB-D30F-40A1-894C-E46D43B30E68}" dt="2025-11-15T18:08:43.678" v="14522" actId="478"/>
          <ac:graphicFrameMkLst>
            <pc:docMk/>
            <pc:sldMk cId="3538677805" sldId="674"/>
            <ac:graphicFrameMk id="15" creationId="{A42C5FD2-E8B4-CC7B-89A2-95B1D54283AB}"/>
          </ac:graphicFrameMkLst>
        </pc:graphicFrameChg>
        <pc:graphicFrameChg chg="add mod modGraphic">
          <ac:chgData name="Tal R." userId="03e9e69c0e8a7741" providerId="LiveId" clId="{012321CB-D30F-40A1-894C-E46D43B30E68}" dt="2025-11-15T18:09:59.514" v="14543" actId="113"/>
          <ac:graphicFrameMkLst>
            <pc:docMk/>
            <pc:sldMk cId="3538677805" sldId="674"/>
            <ac:graphicFrameMk id="23" creationId="{16AE28C6-0BD5-6391-122C-E4E14B0F9B56}"/>
          </ac:graphicFrameMkLst>
        </pc:graphicFrameChg>
        <pc:picChg chg="add del mod">
          <ac:chgData name="Tal R." userId="03e9e69c0e8a7741" providerId="LiveId" clId="{012321CB-D30F-40A1-894C-E46D43B30E68}" dt="2025-11-15T18:02:33.507" v="14289" actId="478"/>
          <ac:picMkLst>
            <pc:docMk/>
            <pc:sldMk cId="3538677805" sldId="674"/>
            <ac:picMk id="11" creationId="{C39F2959-746B-413F-03A2-7DF286D33AAF}"/>
          </ac:picMkLst>
        </pc:picChg>
        <pc:picChg chg="add mod">
          <ac:chgData name="Tal R." userId="03e9e69c0e8a7741" providerId="LiveId" clId="{012321CB-D30F-40A1-894C-E46D43B30E68}" dt="2025-11-15T18:09:16.362" v="14535" actId="1036"/>
          <ac:picMkLst>
            <pc:docMk/>
            <pc:sldMk cId="3538677805" sldId="674"/>
            <ac:picMk id="20" creationId="{DCC6C1F8-81B9-9A75-6B08-7B4F0CEEE52E}"/>
          </ac:picMkLst>
        </pc:picChg>
        <pc:picChg chg="add del mod">
          <ac:chgData name="Tal R." userId="03e9e69c0e8a7741" providerId="LiveId" clId="{012321CB-D30F-40A1-894C-E46D43B30E68}" dt="2025-11-15T18:02:45.216" v="14296" actId="478"/>
          <ac:picMkLst>
            <pc:docMk/>
            <pc:sldMk cId="3538677805" sldId="674"/>
            <ac:picMk id="1028" creationId="{38EEBAD9-B359-3F8F-D00B-A32D9A2B77BE}"/>
          </ac:picMkLst>
        </pc:picChg>
        <pc:cxnChg chg="del mod">
          <ac:chgData name="Tal R." userId="03e9e69c0e8a7741" providerId="LiveId" clId="{012321CB-D30F-40A1-894C-E46D43B30E68}" dt="2025-11-15T18:03:14.501" v="14301" actId="478"/>
          <ac:cxnSpMkLst>
            <pc:docMk/>
            <pc:sldMk cId="3538677805" sldId="674"/>
            <ac:cxnSpMk id="6" creationId="{1B799B75-99BC-5000-F3F8-C1D8B360DF3B}"/>
          </ac:cxnSpMkLst>
        </pc:cxnChg>
        <pc:cxnChg chg="mod">
          <ac:chgData name="Tal R." userId="03e9e69c0e8a7741" providerId="LiveId" clId="{012321CB-D30F-40A1-894C-E46D43B30E68}" dt="2025-11-15T18:03:46.529" v="14306" actId="14100"/>
          <ac:cxnSpMkLst>
            <pc:docMk/>
            <pc:sldMk cId="3538677805" sldId="674"/>
            <ac:cxnSpMk id="7" creationId="{C8164470-238D-E26E-4A6F-27A9809C4143}"/>
          </ac:cxnSpMkLst>
        </pc:cxnChg>
        <pc:cxnChg chg="del mod">
          <ac:chgData name="Tal R." userId="03e9e69c0e8a7741" providerId="LiveId" clId="{012321CB-D30F-40A1-894C-E46D43B30E68}" dt="2025-11-15T18:02:40.058" v="14293" actId="478"/>
          <ac:cxnSpMkLst>
            <pc:docMk/>
            <pc:sldMk cId="3538677805" sldId="674"/>
            <ac:cxnSpMk id="10" creationId="{5F6F4B9B-3D11-DB2B-84F5-608C85D005D3}"/>
          </ac:cxnSpMkLst>
        </pc:cxnChg>
        <pc:cxnChg chg="add mod">
          <ac:chgData name="Tal R." userId="03e9e69c0e8a7741" providerId="LiveId" clId="{012321CB-D30F-40A1-894C-E46D43B30E68}" dt="2025-11-15T18:12:15.364" v="14560" actId="962"/>
          <ac:cxnSpMkLst>
            <pc:docMk/>
            <pc:sldMk cId="3538677805" sldId="674"/>
            <ac:cxnSpMk id="12" creationId="{8ABB9680-C146-3CD7-1B24-14CF8F3A89A0}"/>
          </ac:cxnSpMkLst>
        </pc:cxnChg>
        <pc:cxnChg chg="add del mod">
          <ac:chgData name="Tal R." userId="03e9e69c0e8a7741" providerId="LiveId" clId="{012321CB-D30F-40A1-894C-E46D43B30E68}" dt="2025-11-15T18:02:34.494" v="14290" actId="478"/>
          <ac:cxnSpMkLst>
            <pc:docMk/>
            <pc:sldMk cId="3538677805" sldId="674"/>
            <ac:cxnSpMk id="14" creationId="{D4424D76-026E-F277-91C0-BC6FB8CD3A40}"/>
          </ac:cxnSpMkLst>
        </pc:cxnChg>
        <pc:cxnChg chg="add del mod">
          <ac:chgData name="Tal R." userId="03e9e69c0e8a7741" providerId="LiveId" clId="{012321CB-D30F-40A1-894C-E46D43B30E68}" dt="2025-11-15T18:02:32.571" v="14288" actId="478"/>
          <ac:cxnSpMkLst>
            <pc:docMk/>
            <pc:sldMk cId="3538677805" sldId="674"/>
            <ac:cxnSpMk id="16" creationId="{D2D1BF4A-EE2B-F725-5117-468963C13021}"/>
          </ac:cxnSpMkLst>
        </pc:cxnChg>
        <pc:cxnChg chg="add mod">
          <ac:chgData name="Tal R." userId="03e9e69c0e8a7741" providerId="LiveId" clId="{012321CB-D30F-40A1-894C-E46D43B30E68}" dt="2025-11-15T18:11:11.960" v="14548" actId="1076"/>
          <ac:cxnSpMkLst>
            <pc:docMk/>
            <pc:sldMk cId="3538677805" sldId="674"/>
            <ac:cxnSpMk id="24" creationId="{4E8F1516-FE53-631B-EB99-62D683B9D96F}"/>
          </ac:cxnSpMkLst>
        </pc:cxnChg>
        <pc:cxnChg chg="add mod">
          <ac:chgData name="Tal R." userId="03e9e69c0e8a7741" providerId="LiveId" clId="{012321CB-D30F-40A1-894C-E46D43B30E68}" dt="2025-11-15T18:11:16.792" v="14550"/>
          <ac:cxnSpMkLst>
            <pc:docMk/>
            <pc:sldMk cId="3538677805" sldId="674"/>
            <ac:cxnSpMk id="25" creationId="{60691EF6-52E2-604C-78E2-E61D0E5678E3}"/>
          </ac:cxnSpMkLst>
        </pc:cxnChg>
      </pc:sldChg>
      <pc:sldChg chg="add del modAnim">
        <pc:chgData name="Tal R." userId="03e9e69c0e8a7741" providerId="LiveId" clId="{012321CB-D30F-40A1-894C-E46D43B30E68}" dt="2025-11-15T18:11:20.311" v="14552" actId="47"/>
        <pc:sldMkLst>
          <pc:docMk/>
          <pc:sldMk cId="2661817359" sldId="675"/>
        </pc:sldMkLst>
      </pc:sldChg>
      <pc:sldChg chg="delSp modSp add del mod modTransition delAnim modAnim">
        <pc:chgData name="Tal R." userId="03e9e69c0e8a7741" providerId="LiveId" clId="{012321CB-D30F-40A1-894C-E46D43B30E68}" dt="2025-11-15T21:48:24.359" v="20178" actId="47"/>
        <pc:sldMkLst>
          <pc:docMk/>
          <pc:sldMk cId="2848950407" sldId="676"/>
        </pc:sldMkLst>
        <pc:spChg chg="mod">
          <ac:chgData name="Tal R." userId="03e9e69c0e8a7741" providerId="LiveId" clId="{012321CB-D30F-40A1-894C-E46D43B30E68}" dt="2025-11-15T18:49:16.194" v="16265"/>
          <ac:spMkLst>
            <pc:docMk/>
            <pc:sldMk cId="2848950407" sldId="676"/>
            <ac:spMk id="3" creationId="{3AF22169-CDFB-FF1B-4592-8115DDB72349}"/>
          </ac:spMkLst>
        </pc:spChg>
        <pc:spChg chg="mod">
          <ac:chgData name="Tal R." userId="03e9e69c0e8a7741" providerId="LiveId" clId="{012321CB-D30F-40A1-894C-E46D43B30E68}" dt="2025-11-15T18:48:40.349" v="16261" actId="20577"/>
          <ac:spMkLst>
            <pc:docMk/>
            <pc:sldMk cId="2848950407" sldId="676"/>
            <ac:spMk id="4" creationId="{85596A55-5A56-7C84-84B7-E291CF62590E}"/>
          </ac:spMkLst>
        </pc:spChg>
        <pc:cxnChg chg="del">
          <ac:chgData name="Tal R." userId="03e9e69c0e8a7741" providerId="LiveId" clId="{012321CB-D30F-40A1-894C-E46D43B30E68}" dt="2025-11-15T18:11:23.154" v="14553" actId="478"/>
          <ac:cxnSpMkLst>
            <pc:docMk/>
            <pc:sldMk cId="2848950407" sldId="676"/>
            <ac:cxnSpMk id="7" creationId="{1DD9AB6C-0770-9666-3244-ACD708EEB4A0}"/>
          </ac:cxnSpMkLst>
        </pc:cxnChg>
        <pc:cxnChg chg="mod">
          <ac:chgData name="Tal R." userId="03e9e69c0e8a7741" providerId="LiveId" clId="{012321CB-D30F-40A1-894C-E46D43B30E68}" dt="2025-11-15T18:45:20.289" v="16202" actId="108"/>
          <ac:cxnSpMkLst>
            <pc:docMk/>
            <pc:sldMk cId="2848950407" sldId="676"/>
            <ac:cxnSpMk id="12" creationId="{0F9FD82E-A12A-3756-1A6B-79069E60D7FC}"/>
          </ac:cxnSpMkLst>
        </pc:cxnChg>
        <pc:cxnChg chg="mod">
          <ac:chgData name="Tal R." userId="03e9e69c0e8a7741" providerId="LiveId" clId="{012321CB-D30F-40A1-894C-E46D43B30E68}" dt="2025-11-15T18:45:24.337" v="16203" actId="108"/>
          <ac:cxnSpMkLst>
            <pc:docMk/>
            <pc:sldMk cId="2848950407" sldId="676"/>
            <ac:cxnSpMk id="24" creationId="{CE9B33CB-A703-7E3D-9CF9-68FFCDBDC10C}"/>
          </ac:cxnSpMkLst>
        </pc:cxnChg>
      </pc:sldChg>
      <pc:sldChg chg="add del ord">
        <pc:chgData name="Tal R." userId="03e9e69c0e8a7741" providerId="LiveId" clId="{012321CB-D30F-40A1-894C-E46D43B30E68}" dt="2025-11-15T18:14:38.556" v="14569" actId="47"/>
        <pc:sldMkLst>
          <pc:docMk/>
          <pc:sldMk cId="2258952222" sldId="677"/>
        </pc:sldMkLst>
      </pc:sldChg>
      <pc:sldChg chg="modSp add del mod modTransition addAnim delAnim modAnim">
        <pc:chgData name="Tal R." userId="03e9e69c0e8a7741" providerId="LiveId" clId="{012321CB-D30F-40A1-894C-E46D43B30E68}" dt="2025-11-15T21:48:24.359" v="20178" actId="47"/>
        <pc:sldMkLst>
          <pc:docMk/>
          <pc:sldMk cId="1563229308" sldId="678"/>
        </pc:sldMkLst>
        <pc:spChg chg="mod">
          <ac:chgData name="Tal R." userId="03e9e69c0e8a7741" providerId="LiveId" clId="{012321CB-D30F-40A1-894C-E46D43B30E68}" dt="2025-11-15T20:34:52.714" v="18105" actId="20577"/>
          <ac:spMkLst>
            <pc:docMk/>
            <pc:sldMk cId="1563229308" sldId="678"/>
            <ac:spMk id="3" creationId="{3D4278FD-CAD7-ABFA-A6E3-BB8544A3D0E9}"/>
          </ac:spMkLst>
        </pc:spChg>
        <pc:spChg chg="mod">
          <ac:chgData name="Tal R." userId="03e9e69c0e8a7741" providerId="LiveId" clId="{012321CB-D30F-40A1-894C-E46D43B30E68}" dt="2025-11-15T20:27:17.836" v="17855" actId="27636"/>
          <ac:spMkLst>
            <pc:docMk/>
            <pc:sldMk cId="1563229308" sldId="678"/>
            <ac:spMk id="4" creationId="{5A7BC794-AADC-0941-FE74-1411E3CF7B70}"/>
          </ac:spMkLst>
        </pc:spChg>
      </pc:sldChg>
      <pc:sldChg chg="modSp add del mod modAnim">
        <pc:chgData name="Tal R." userId="03e9e69c0e8a7741" providerId="LiveId" clId="{012321CB-D30F-40A1-894C-E46D43B30E68}" dt="2025-11-15T20:34:29.070" v="18101" actId="47"/>
        <pc:sldMkLst>
          <pc:docMk/>
          <pc:sldMk cId="974093286" sldId="679"/>
        </pc:sldMkLst>
        <pc:spChg chg="mod">
          <ac:chgData name="Tal R." userId="03e9e69c0e8a7741" providerId="LiveId" clId="{012321CB-D30F-40A1-894C-E46D43B30E68}" dt="2025-11-15T19:51:42.770" v="17146" actId="20577"/>
          <ac:spMkLst>
            <pc:docMk/>
            <pc:sldMk cId="974093286" sldId="679"/>
            <ac:spMk id="4" creationId="{ACEFAA59-5A19-DA58-A501-253DD508AE02}"/>
          </ac:spMkLst>
        </pc:spChg>
      </pc:sldChg>
      <pc:sldChg chg="modSp add del mod">
        <pc:chgData name="Tal R." userId="03e9e69c0e8a7741" providerId="LiveId" clId="{012321CB-D30F-40A1-894C-E46D43B30E68}" dt="2025-11-15T21:48:24.359" v="20178" actId="47"/>
        <pc:sldMkLst>
          <pc:docMk/>
          <pc:sldMk cId="12930481" sldId="680"/>
        </pc:sldMkLst>
        <pc:spChg chg="mod">
          <ac:chgData name="Tal R." userId="03e9e69c0e8a7741" providerId="LiveId" clId="{012321CB-D30F-40A1-894C-E46D43B30E68}" dt="2025-11-15T20:34:56.989" v="18107" actId="20577"/>
          <ac:spMkLst>
            <pc:docMk/>
            <pc:sldMk cId="12930481" sldId="680"/>
            <ac:spMk id="3" creationId="{0B5F67AD-DA83-E43C-F44D-7307BC790B93}"/>
          </ac:spMkLst>
        </pc:spChg>
        <pc:spChg chg="mod">
          <ac:chgData name="Tal R." userId="03e9e69c0e8a7741" providerId="LiveId" clId="{012321CB-D30F-40A1-894C-E46D43B30E68}" dt="2025-11-15T20:34:08.682" v="18100" actId="948"/>
          <ac:spMkLst>
            <pc:docMk/>
            <pc:sldMk cId="12930481" sldId="680"/>
            <ac:spMk id="4" creationId="{FEE22FEB-DF8A-96AC-5D0D-26C22D9D20A8}"/>
          </ac:spMkLst>
        </pc:spChg>
      </pc:sldChg>
      <pc:sldChg chg="new del">
        <pc:chgData name="Tal R." userId="03e9e69c0e8a7741" providerId="LiveId" clId="{012321CB-D30F-40A1-894C-E46D43B30E68}" dt="2025-11-15T18:24:17.274" v="15079" actId="680"/>
        <pc:sldMkLst>
          <pc:docMk/>
          <pc:sldMk cId="1191952854" sldId="681"/>
        </pc:sldMkLst>
      </pc:sldChg>
      <pc:sldChg chg="modSp add del mod">
        <pc:chgData name="Tal R." userId="03e9e69c0e8a7741" providerId="LiveId" clId="{012321CB-D30F-40A1-894C-E46D43B30E68}" dt="2025-11-15T21:48:24.359" v="20178" actId="47"/>
        <pc:sldMkLst>
          <pc:docMk/>
          <pc:sldMk cId="1394217136" sldId="681"/>
        </pc:sldMkLst>
        <pc:spChg chg="mod">
          <ac:chgData name="Tal R." userId="03e9e69c0e8a7741" providerId="LiveId" clId="{012321CB-D30F-40A1-894C-E46D43B30E68}" dt="2025-11-15T19:55:44.474" v="17319" actId="20577"/>
          <ac:spMkLst>
            <pc:docMk/>
            <pc:sldMk cId="1394217136" sldId="681"/>
            <ac:spMk id="3" creationId="{547494A8-FFA4-9ABB-8603-BF2AD29846EC}"/>
          </ac:spMkLst>
        </pc:spChg>
        <pc:spChg chg="mod">
          <ac:chgData name="Tal R." userId="03e9e69c0e8a7741" providerId="LiveId" clId="{012321CB-D30F-40A1-894C-E46D43B30E68}" dt="2025-11-15T19:55:32.653" v="17295" actId="20577"/>
          <ac:spMkLst>
            <pc:docMk/>
            <pc:sldMk cId="1394217136" sldId="681"/>
            <ac:spMk id="4" creationId="{CEF3E02D-4120-C337-ED54-BB3FB4EC4494}"/>
          </ac:spMkLst>
        </pc:spChg>
      </pc:sldChg>
      <pc:sldChg chg="add del">
        <pc:chgData name="Tal R." userId="03e9e69c0e8a7741" providerId="LiveId" clId="{012321CB-D30F-40A1-894C-E46D43B30E68}" dt="2025-11-15T18:32:53.118" v="15566" actId="2890"/>
        <pc:sldMkLst>
          <pc:docMk/>
          <pc:sldMk cId="2856881413" sldId="681"/>
        </pc:sldMkLst>
      </pc:sldChg>
      <pc:sldChg chg="modSp add del mod">
        <pc:chgData name="Tal R." userId="03e9e69c0e8a7741" providerId="LiveId" clId="{012321CB-D30F-40A1-894C-E46D43B30E68}" dt="2025-11-15T18:48:50.935" v="16262" actId="2696"/>
        <pc:sldMkLst>
          <pc:docMk/>
          <pc:sldMk cId="3978963360" sldId="681"/>
        </pc:sldMkLst>
        <pc:spChg chg="mod">
          <ac:chgData name="Tal R." userId="03e9e69c0e8a7741" providerId="LiveId" clId="{012321CB-D30F-40A1-894C-E46D43B30E68}" dt="2025-11-15T18:33:14.041" v="15582" actId="20577"/>
          <ac:spMkLst>
            <pc:docMk/>
            <pc:sldMk cId="3978963360" sldId="681"/>
            <ac:spMk id="3" creationId="{547494A8-FFA4-9ABB-8603-BF2AD29846EC}"/>
          </ac:spMkLst>
        </pc:spChg>
        <pc:spChg chg="mod">
          <ac:chgData name="Tal R." userId="03e9e69c0e8a7741" providerId="LiveId" clId="{012321CB-D30F-40A1-894C-E46D43B30E68}" dt="2025-11-15T18:39:58.433" v="15981" actId="20577"/>
          <ac:spMkLst>
            <pc:docMk/>
            <pc:sldMk cId="3978963360" sldId="681"/>
            <ac:spMk id="4" creationId="{CEF3E02D-4120-C337-ED54-BB3FB4EC4494}"/>
          </ac:spMkLst>
        </pc:spChg>
      </pc:sldChg>
      <pc:sldChg chg="modSp add del mod addAnim delAnim modAnim">
        <pc:chgData name="Tal R." userId="03e9e69c0e8a7741" providerId="LiveId" clId="{012321CB-D30F-40A1-894C-E46D43B30E68}" dt="2025-11-15T21:48:24.359" v="20178" actId="47"/>
        <pc:sldMkLst>
          <pc:docMk/>
          <pc:sldMk cId="334460853" sldId="682"/>
        </pc:sldMkLst>
        <pc:spChg chg="mod">
          <ac:chgData name="Tal R." userId="03e9e69c0e8a7741" providerId="LiveId" clId="{012321CB-D30F-40A1-894C-E46D43B30E68}" dt="2025-11-15T20:21:38.732" v="17728" actId="948"/>
          <ac:spMkLst>
            <pc:docMk/>
            <pc:sldMk cId="334460853" sldId="682"/>
            <ac:spMk id="4" creationId="{827D0DC4-42AA-8658-0889-9BF6E7A1E6E4}"/>
          </ac:spMkLst>
        </pc:spChg>
      </pc:sldChg>
      <pc:sldChg chg="modSp add del mod">
        <pc:chgData name="Tal R." userId="03e9e69c0e8a7741" providerId="LiveId" clId="{012321CB-D30F-40A1-894C-E46D43B30E68}" dt="2025-11-15T21:48:24.359" v="20178" actId="47"/>
        <pc:sldMkLst>
          <pc:docMk/>
          <pc:sldMk cId="2696371396" sldId="683"/>
        </pc:sldMkLst>
        <pc:spChg chg="mod">
          <ac:chgData name="Tal R." userId="03e9e69c0e8a7741" providerId="LiveId" clId="{012321CB-D30F-40A1-894C-E46D43B30E68}" dt="2025-11-15T19:54:24.555" v="17192" actId="20577"/>
          <ac:spMkLst>
            <pc:docMk/>
            <pc:sldMk cId="2696371396" sldId="683"/>
            <ac:spMk id="3" creationId="{40EEBF09-2633-59F7-8253-6D3967986A93}"/>
          </ac:spMkLst>
        </pc:spChg>
        <pc:spChg chg="mod">
          <ac:chgData name="Tal R." userId="03e9e69c0e8a7741" providerId="LiveId" clId="{012321CB-D30F-40A1-894C-E46D43B30E68}" dt="2025-11-15T19:54:31.525" v="17194" actId="6549"/>
          <ac:spMkLst>
            <pc:docMk/>
            <pc:sldMk cId="2696371396" sldId="683"/>
            <ac:spMk id="4" creationId="{5F77FC5E-F95C-A18D-0B0D-B1378D5AF577}"/>
          </ac:spMkLst>
        </pc:spChg>
      </pc:sldChg>
      <pc:sldChg chg="addSp delSp modSp add del mod setBg addAnim delAnim">
        <pc:chgData name="Tal R." userId="03e9e69c0e8a7741" providerId="LiveId" clId="{012321CB-D30F-40A1-894C-E46D43B30E68}" dt="2025-11-15T21:48:24.359" v="20178" actId="47"/>
        <pc:sldMkLst>
          <pc:docMk/>
          <pc:sldMk cId="2034568164" sldId="684"/>
        </pc:sldMkLst>
        <pc:spChg chg="mod">
          <ac:chgData name="Tal R." userId="03e9e69c0e8a7741" providerId="LiveId" clId="{012321CB-D30F-40A1-894C-E46D43B30E68}" dt="2025-11-15T19:54:35.928" v="17195"/>
          <ac:spMkLst>
            <pc:docMk/>
            <pc:sldMk cId="2034568164" sldId="684"/>
            <ac:spMk id="3" creationId="{A0465A13-F329-6EB3-7AF8-ECFACBB93E68}"/>
          </ac:spMkLst>
        </pc:spChg>
        <pc:spChg chg="mod">
          <ac:chgData name="Tal R." userId="03e9e69c0e8a7741" providerId="LiveId" clId="{012321CB-D30F-40A1-894C-E46D43B30E68}" dt="2025-11-15T19:54:48.260" v="17210" actId="20577"/>
          <ac:spMkLst>
            <pc:docMk/>
            <pc:sldMk cId="2034568164" sldId="684"/>
            <ac:spMk id="4" creationId="{ABD76BD6-D327-5C2A-4D22-EB08E34C216C}"/>
          </ac:spMkLst>
        </pc:spChg>
        <pc:graphicFrameChg chg="add del">
          <ac:chgData name="Tal R." userId="03e9e69c0e8a7741" providerId="LiveId" clId="{012321CB-D30F-40A1-894C-E46D43B30E68}" dt="2025-11-15T18:43:59.901" v="16191" actId="478"/>
          <ac:graphicFrameMkLst>
            <pc:docMk/>
            <pc:sldMk cId="2034568164" sldId="684"/>
            <ac:graphicFrameMk id="23" creationId="{1B98FAA3-E4D5-6E08-3D80-2D90FAEF8DF5}"/>
          </ac:graphicFrameMkLst>
        </pc:graphicFrameChg>
        <pc:cxnChg chg="mod">
          <ac:chgData name="Tal R." userId="03e9e69c0e8a7741" providerId="LiveId" clId="{012321CB-D30F-40A1-894C-E46D43B30E68}" dt="2025-11-15T18:45:17.480" v="16201" actId="108"/>
          <ac:cxnSpMkLst>
            <pc:docMk/>
            <pc:sldMk cId="2034568164" sldId="684"/>
            <ac:cxnSpMk id="7" creationId="{39233791-EFC3-0962-A7E3-9F29B1B08839}"/>
          </ac:cxnSpMkLst>
        </pc:cxnChg>
        <pc:cxnChg chg="mod">
          <ac:chgData name="Tal R." userId="03e9e69c0e8a7741" providerId="LiveId" clId="{012321CB-D30F-40A1-894C-E46D43B30E68}" dt="2025-11-15T18:45:16.286" v="16200" actId="108"/>
          <ac:cxnSpMkLst>
            <pc:docMk/>
            <pc:sldMk cId="2034568164" sldId="684"/>
            <ac:cxnSpMk id="12" creationId="{C84F6CD0-4327-5681-EEC4-B7E160F9051C}"/>
          </ac:cxnSpMkLst>
        </pc:cxnChg>
        <pc:cxnChg chg="del mod">
          <ac:chgData name="Tal R." userId="03e9e69c0e8a7741" providerId="LiveId" clId="{012321CB-D30F-40A1-894C-E46D43B30E68}" dt="2025-11-15T18:43:54.800" v="16189" actId="478"/>
          <ac:cxnSpMkLst>
            <pc:docMk/>
            <pc:sldMk cId="2034568164" sldId="684"/>
            <ac:cxnSpMk id="24" creationId="{1F3474C2-C863-4C79-9EC9-D10892BC1949}"/>
          </ac:cxnSpMkLst>
        </pc:cxnChg>
      </pc:sldChg>
      <pc:sldChg chg="modSp add del mod modTransition setBg modAnim">
        <pc:chgData name="Tal R." userId="03e9e69c0e8a7741" providerId="LiveId" clId="{012321CB-D30F-40A1-894C-E46D43B30E68}" dt="2025-11-15T21:48:24.359" v="20178" actId="47"/>
        <pc:sldMkLst>
          <pc:docMk/>
          <pc:sldMk cId="1279093214" sldId="685"/>
        </pc:sldMkLst>
        <pc:spChg chg="mod">
          <ac:chgData name="Tal R." userId="03e9e69c0e8a7741" providerId="LiveId" clId="{012321CB-D30F-40A1-894C-E46D43B30E68}" dt="2025-11-15T19:54:40.201" v="17196"/>
          <ac:spMkLst>
            <pc:docMk/>
            <pc:sldMk cId="1279093214" sldId="685"/>
            <ac:spMk id="3" creationId="{DAFEB9C8-7EEF-BFA6-8B75-0C47BA4A6553}"/>
          </ac:spMkLst>
        </pc:spChg>
        <pc:spChg chg="mod">
          <ac:chgData name="Tal R." userId="03e9e69c0e8a7741" providerId="LiveId" clId="{012321CB-D30F-40A1-894C-E46D43B30E68}" dt="2025-11-15T19:54:56.177" v="17220" actId="20577"/>
          <ac:spMkLst>
            <pc:docMk/>
            <pc:sldMk cId="1279093214" sldId="685"/>
            <ac:spMk id="4" creationId="{8D317D7C-6FAA-BFF1-956D-A9FDF702E699}"/>
          </ac:spMkLst>
        </pc:spChg>
        <pc:cxnChg chg="mod">
          <ac:chgData name="Tal R." userId="03e9e69c0e8a7741" providerId="LiveId" clId="{012321CB-D30F-40A1-894C-E46D43B30E68}" dt="2025-11-15T18:45:03.306" v="16197" actId="108"/>
          <ac:cxnSpMkLst>
            <pc:docMk/>
            <pc:sldMk cId="1279093214" sldId="685"/>
            <ac:cxnSpMk id="7" creationId="{3EAA1BED-8D67-F3C9-8F1B-BE432AC60C79}"/>
          </ac:cxnSpMkLst>
        </pc:cxnChg>
        <pc:cxnChg chg="mod ord">
          <ac:chgData name="Tal R." userId="03e9e69c0e8a7741" providerId="LiveId" clId="{012321CB-D30F-40A1-894C-E46D43B30E68}" dt="2025-11-15T18:44:54.336" v="16196" actId="14861"/>
          <ac:cxnSpMkLst>
            <pc:docMk/>
            <pc:sldMk cId="1279093214" sldId="685"/>
            <ac:cxnSpMk id="12" creationId="{88CD5C23-F1C0-F417-78EE-5859589723AF}"/>
          </ac:cxnSpMkLst>
        </pc:cxnChg>
      </pc:sldChg>
      <pc:sldChg chg="addSp delSp modSp add del mod setBg addAnim delAnim modAnim">
        <pc:chgData name="Tal R." userId="03e9e69c0e8a7741" providerId="LiveId" clId="{012321CB-D30F-40A1-894C-E46D43B30E68}" dt="2025-11-15T21:48:24.359" v="20178" actId="47"/>
        <pc:sldMkLst>
          <pc:docMk/>
          <pc:sldMk cId="508965010" sldId="686"/>
        </pc:sldMkLst>
        <pc:spChg chg="mod">
          <ac:chgData name="Tal R." userId="03e9e69c0e8a7741" providerId="LiveId" clId="{012321CB-D30F-40A1-894C-E46D43B30E68}" dt="2025-11-15T19:55:48.357" v="17320"/>
          <ac:spMkLst>
            <pc:docMk/>
            <pc:sldMk cId="508965010" sldId="686"/>
            <ac:spMk id="3" creationId="{98BF32E4-578B-3F17-EE43-33230BE3E505}"/>
          </ac:spMkLst>
        </pc:spChg>
        <pc:spChg chg="mod">
          <ac:chgData name="Tal R." userId="03e9e69c0e8a7741" providerId="LiveId" clId="{012321CB-D30F-40A1-894C-E46D43B30E68}" dt="2025-11-15T19:04:25.726" v="16618" actId="20577"/>
          <ac:spMkLst>
            <pc:docMk/>
            <pc:sldMk cId="508965010" sldId="686"/>
            <ac:spMk id="4" creationId="{88747C29-9BD2-A029-2720-D2913C1BD4FA}"/>
          </ac:spMkLst>
        </pc:spChg>
        <pc:graphicFrameChg chg="mod modGraphic">
          <ac:chgData name="Tal R." userId="03e9e69c0e8a7741" providerId="LiveId" clId="{012321CB-D30F-40A1-894C-E46D43B30E68}" dt="2025-11-15T19:03:39.259" v="16563" actId="1076"/>
          <ac:graphicFrameMkLst>
            <pc:docMk/>
            <pc:sldMk cId="508965010" sldId="686"/>
            <ac:graphicFrameMk id="2" creationId="{24AD2F65-A6FF-35CF-88C0-21D306E6E5D9}"/>
          </ac:graphicFrameMkLst>
        </pc:graphicFrameChg>
        <pc:graphicFrameChg chg="add del mod">
          <ac:chgData name="Tal R." userId="03e9e69c0e8a7741" providerId="LiveId" clId="{012321CB-D30F-40A1-894C-E46D43B30E68}" dt="2025-11-15T18:57:29.360" v="16443" actId="478"/>
          <ac:graphicFrameMkLst>
            <pc:docMk/>
            <pc:sldMk cId="508965010" sldId="686"/>
            <ac:graphicFrameMk id="17" creationId="{229F6DC8-CD2B-C958-9994-A807E53E0BA3}"/>
          </ac:graphicFrameMkLst>
        </pc:graphicFrameChg>
        <pc:graphicFrameChg chg="add del mod modVis modGraphic">
          <ac:chgData name="Tal R." userId="03e9e69c0e8a7741" providerId="LiveId" clId="{012321CB-D30F-40A1-894C-E46D43B30E68}" dt="2025-11-15T19:03:20.222" v="16557" actId="478"/>
          <ac:graphicFrameMkLst>
            <pc:docMk/>
            <pc:sldMk cId="508965010" sldId="686"/>
            <ac:graphicFrameMk id="22" creationId="{E5E3B2D5-6EC5-F3C0-F8C6-6CC9B6842037}"/>
          </ac:graphicFrameMkLst>
        </pc:graphicFrameChg>
        <pc:graphicFrameChg chg="del mod ord modVis modGraphic">
          <ac:chgData name="Tal R." userId="03e9e69c0e8a7741" providerId="LiveId" clId="{012321CB-D30F-40A1-894C-E46D43B30E68}" dt="2025-11-15T19:03:21.774" v="16558" actId="478"/>
          <ac:graphicFrameMkLst>
            <pc:docMk/>
            <pc:sldMk cId="508965010" sldId="686"/>
            <ac:graphicFrameMk id="23" creationId="{BC896CB0-67D1-27E8-137C-D62887F89A4F}"/>
          </ac:graphicFrameMkLst>
        </pc:graphicFrameChg>
        <pc:graphicFrameChg chg="add mod modGraphic">
          <ac:chgData name="Tal R." userId="03e9e69c0e8a7741" providerId="LiveId" clId="{012321CB-D30F-40A1-894C-E46D43B30E68}" dt="2025-11-15T19:03:27.549" v="16559" actId="1076"/>
          <ac:graphicFrameMkLst>
            <pc:docMk/>
            <pc:sldMk cId="508965010" sldId="686"/>
            <ac:graphicFrameMk id="30" creationId="{555D0551-E6B0-E016-7965-7C45D96AAAF4}"/>
          </ac:graphicFrameMkLst>
        </pc:graphicFrameChg>
        <pc:graphicFrameChg chg="add mod">
          <ac:chgData name="Tal R." userId="03e9e69c0e8a7741" providerId="LiveId" clId="{012321CB-D30F-40A1-894C-E46D43B30E68}" dt="2025-11-15T19:03:51.036" v="16565" actId="1076"/>
          <ac:graphicFrameMkLst>
            <pc:docMk/>
            <pc:sldMk cId="508965010" sldId="686"/>
            <ac:graphicFrameMk id="31" creationId="{10A626FE-099D-609A-F8F4-917FC1188A2B}"/>
          </ac:graphicFrameMkLst>
        </pc:graphicFrameChg>
        <pc:picChg chg="add mod">
          <ac:chgData name="Tal R." userId="03e9e69c0e8a7741" providerId="LiveId" clId="{012321CB-D30F-40A1-894C-E46D43B30E68}" dt="2025-11-15T18:54:33.530" v="16372" actId="571"/>
          <ac:picMkLst>
            <pc:docMk/>
            <pc:sldMk cId="508965010" sldId="686"/>
            <ac:picMk id="6" creationId="{84D48732-17FB-D71C-4EA0-A2D54CB6AC2F}"/>
          </ac:picMkLst>
        </pc:picChg>
        <pc:picChg chg="add del mod">
          <ac:chgData name="Tal R." userId="03e9e69c0e8a7741" providerId="LiveId" clId="{012321CB-D30F-40A1-894C-E46D43B30E68}" dt="2025-11-15T18:57:29.360" v="16443" actId="478"/>
          <ac:picMkLst>
            <pc:docMk/>
            <pc:sldMk cId="508965010" sldId="686"/>
            <ac:picMk id="16" creationId="{5DD768E3-543F-924E-5AEF-11877F7691C2}"/>
          </ac:picMkLst>
        </pc:picChg>
        <pc:picChg chg="mod">
          <ac:chgData name="Tal R." userId="03e9e69c0e8a7741" providerId="LiveId" clId="{012321CB-D30F-40A1-894C-E46D43B30E68}" dt="2025-11-15T18:58:41.907" v="16454" actId="1076"/>
          <ac:picMkLst>
            <pc:docMk/>
            <pc:sldMk cId="508965010" sldId="686"/>
            <ac:picMk id="20" creationId="{21B0364B-C5DD-13A8-94DA-E0FB8C7C8A35}"/>
          </ac:picMkLst>
        </pc:picChg>
        <pc:picChg chg="add mod">
          <ac:chgData name="Tal R." userId="03e9e69c0e8a7741" providerId="LiveId" clId="{012321CB-D30F-40A1-894C-E46D43B30E68}" dt="2025-11-15T18:59:01.091" v="16456" actId="1076"/>
          <ac:picMkLst>
            <pc:docMk/>
            <pc:sldMk cId="508965010" sldId="686"/>
            <ac:picMk id="25" creationId="{9F8ED9BB-945A-EF9F-BCF9-D5A1A484C0BE}"/>
          </ac:picMkLst>
        </pc:picChg>
        <pc:picChg chg="mod">
          <ac:chgData name="Tal R." userId="03e9e69c0e8a7741" providerId="LiveId" clId="{012321CB-D30F-40A1-894C-E46D43B30E68}" dt="2025-11-15T19:03:39.259" v="16563" actId="1076"/>
          <ac:picMkLst>
            <pc:docMk/>
            <pc:sldMk cId="508965010" sldId="686"/>
            <ac:picMk id="1028" creationId="{F8CB55DD-8659-2943-1582-77FCD418170E}"/>
          </ac:picMkLst>
        </pc:picChg>
        <pc:cxnChg chg="add mod">
          <ac:chgData name="Tal R." userId="03e9e69c0e8a7741" providerId="LiveId" clId="{012321CB-D30F-40A1-894C-E46D43B30E68}" dt="2025-11-15T18:54:33.530" v="16372" actId="571"/>
          <ac:cxnSpMkLst>
            <pc:docMk/>
            <pc:sldMk cId="508965010" sldId="686"/>
            <ac:cxnSpMk id="5" creationId="{F9843725-96E5-813C-EA05-D1097DCEB6B0}"/>
          </ac:cxnSpMkLst>
        </pc:cxnChg>
        <pc:cxnChg chg="mod">
          <ac:chgData name="Tal R." userId="03e9e69c0e8a7741" providerId="LiveId" clId="{012321CB-D30F-40A1-894C-E46D43B30E68}" dt="2025-11-15T19:03:39.259" v="16563" actId="1076"/>
          <ac:cxnSpMkLst>
            <pc:docMk/>
            <pc:sldMk cId="508965010" sldId="686"/>
            <ac:cxnSpMk id="7" creationId="{A688EA1C-498D-42EE-9AC8-EAECC6842A6C}"/>
          </ac:cxnSpMkLst>
        </pc:cxnChg>
        <pc:cxnChg chg="add del mod">
          <ac:chgData name="Tal R." userId="03e9e69c0e8a7741" providerId="LiveId" clId="{012321CB-D30F-40A1-894C-E46D43B30E68}" dt="2025-11-15T19:00:40.225" v="16496" actId="14100"/>
          <ac:cxnSpMkLst>
            <pc:docMk/>
            <pc:sldMk cId="508965010" sldId="686"/>
            <ac:cxnSpMk id="12" creationId="{126FED1E-9235-E0C4-2702-A06B6FA6A3B7}"/>
          </ac:cxnSpMkLst>
        </pc:cxnChg>
        <pc:cxnChg chg="add del mod">
          <ac:chgData name="Tal R." userId="03e9e69c0e8a7741" providerId="LiveId" clId="{012321CB-D30F-40A1-894C-E46D43B30E68}" dt="2025-11-15T18:57:29.360" v="16443" actId="478"/>
          <ac:cxnSpMkLst>
            <pc:docMk/>
            <pc:sldMk cId="508965010" sldId="686"/>
            <ac:cxnSpMk id="15" creationId="{1E9C205F-1EC8-E8BB-3722-04F644096233}"/>
          </ac:cxnSpMkLst>
        </pc:cxnChg>
        <pc:cxnChg chg="add mod">
          <ac:chgData name="Tal R." userId="03e9e69c0e8a7741" providerId="LiveId" clId="{012321CB-D30F-40A1-894C-E46D43B30E68}" dt="2025-11-15T19:00:40.225" v="16496" actId="14100"/>
          <ac:cxnSpMkLst>
            <pc:docMk/>
            <pc:sldMk cId="508965010" sldId="686"/>
            <ac:cxnSpMk id="24" creationId="{4534945E-7457-4213-4D7E-3292B3063338}"/>
          </ac:cxnSpMkLst>
        </pc:cxnChg>
      </pc:sldChg>
      <pc:sldChg chg="modSp add del">
        <pc:chgData name="Tal R." userId="03e9e69c0e8a7741" providerId="LiveId" clId="{012321CB-D30F-40A1-894C-E46D43B30E68}" dt="2025-11-15T19:03:54.545" v="16566" actId="47"/>
        <pc:sldMkLst>
          <pc:docMk/>
          <pc:sldMk cId="821126407" sldId="687"/>
        </pc:sldMkLst>
        <pc:graphicFrameChg chg="mod">
          <ac:chgData name="Tal R." userId="03e9e69c0e8a7741" providerId="LiveId" clId="{012321CB-D30F-40A1-894C-E46D43B30E68}" dt="2025-11-15T19:01:56.217" v="16541" actId="1036"/>
          <ac:graphicFrameMkLst>
            <pc:docMk/>
            <pc:sldMk cId="821126407" sldId="687"/>
            <ac:graphicFrameMk id="22" creationId="{C9F6E776-2A36-4716-31E0-FD33B881AB8E}"/>
          </ac:graphicFrameMkLst>
        </pc:graphicFrameChg>
        <pc:picChg chg="mod">
          <ac:chgData name="Tal R." userId="03e9e69c0e8a7741" providerId="LiveId" clId="{012321CB-D30F-40A1-894C-E46D43B30E68}" dt="2025-11-15T19:01:56.217" v="16541" actId="1036"/>
          <ac:picMkLst>
            <pc:docMk/>
            <pc:sldMk cId="821126407" sldId="687"/>
            <ac:picMk id="25" creationId="{94139B3A-7D8A-F407-6494-D92720560E59}"/>
          </ac:picMkLst>
        </pc:picChg>
        <pc:cxnChg chg="mod">
          <ac:chgData name="Tal R." userId="03e9e69c0e8a7741" providerId="LiveId" clId="{012321CB-D30F-40A1-894C-E46D43B30E68}" dt="2025-11-15T19:01:56.217" v="16541" actId="1036"/>
          <ac:cxnSpMkLst>
            <pc:docMk/>
            <pc:sldMk cId="821126407" sldId="687"/>
            <ac:cxnSpMk id="24" creationId="{4E09B43C-0BAE-4FD7-5AB8-F032DB6258A3}"/>
          </ac:cxnSpMkLst>
        </pc:cxnChg>
      </pc:sldChg>
      <pc:sldChg chg="modSp add del">
        <pc:chgData name="Tal R." userId="03e9e69c0e8a7741" providerId="LiveId" clId="{012321CB-D30F-40A1-894C-E46D43B30E68}" dt="2025-11-15T18:57:24.270" v="16442" actId="47"/>
        <pc:sldMkLst>
          <pc:docMk/>
          <pc:sldMk cId="829644338" sldId="687"/>
        </pc:sldMkLst>
        <pc:graphicFrameChg chg="mod">
          <ac:chgData name="Tal R." userId="03e9e69c0e8a7741" providerId="LiveId" clId="{012321CB-D30F-40A1-894C-E46D43B30E68}" dt="2025-11-15T18:57:18.996" v="16441" actId="1035"/>
          <ac:graphicFrameMkLst>
            <pc:docMk/>
            <pc:sldMk cId="829644338" sldId="687"/>
            <ac:graphicFrameMk id="17" creationId="{0FCC719F-8ADD-3A12-0392-6CF92B04005B}"/>
          </ac:graphicFrameMkLst>
        </pc:graphicFrameChg>
        <pc:picChg chg="mod">
          <ac:chgData name="Tal R." userId="03e9e69c0e8a7741" providerId="LiveId" clId="{012321CB-D30F-40A1-894C-E46D43B30E68}" dt="2025-11-15T18:57:18.996" v="16441" actId="1035"/>
          <ac:picMkLst>
            <pc:docMk/>
            <pc:sldMk cId="829644338" sldId="687"/>
            <ac:picMk id="16" creationId="{F90C9FFB-4466-3B74-B51A-B7A4F73EEB37}"/>
          </ac:picMkLst>
        </pc:picChg>
        <pc:cxnChg chg="mod">
          <ac:chgData name="Tal R." userId="03e9e69c0e8a7741" providerId="LiveId" clId="{012321CB-D30F-40A1-894C-E46D43B30E68}" dt="2025-11-15T18:57:18.996" v="16441" actId="1035"/>
          <ac:cxnSpMkLst>
            <pc:docMk/>
            <pc:sldMk cId="829644338" sldId="687"/>
            <ac:cxnSpMk id="15" creationId="{9C1BBC5D-4593-DA4B-9ADC-0DB3F469ADF3}"/>
          </ac:cxnSpMkLst>
        </pc:cxnChg>
      </pc:sldChg>
      <pc:sldChg chg="add del">
        <pc:chgData name="Tal R." userId="03e9e69c0e8a7741" providerId="LiveId" clId="{012321CB-D30F-40A1-894C-E46D43B30E68}" dt="2025-11-15T19:01:45.882" v="16509" actId="47"/>
        <pc:sldMkLst>
          <pc:docMk/>
          <pc:sldMk cId="1437605917" sldId="687"/>
        </pc:sldMkLst>
      </pc:sldChg>
      <pc:sldChg chg="add del">
        <pc:chgData name="Tal R." userId="03e9e69c0e8a7741" providerId="LiveId" clId="{012321CB-D30F-40A1-894C-E46D43B30E68}" dt="2025-11-15T18:56:27.920" v="16399" actId="2890"/>
        <pc:sldMkLst>
          <pc:docMk/>
          <pc:sldMk cId="2842195401" sldId="687"/>
        </pc:sldMkLst>
      </pc:sldChg>
      <pc:sldChg chg="modSp add del mod modTransition modAnim">
        <pc:chgData name="Tal R." userId="03e9e69c0e8a7741" providerId="LiveId" clId="{012321CB-D30F-40A1-894C-E46D43B30E68}" dt="2025-11-15T21:48:24.359" v="20178" actId="47"/>
        <pc:sldMkLst>
          <pc:docMk/>
          <pc:sldMk cId="2883789146" sldId="687"/>
        </pc:sldMkLst>
        <pc:spChg chg="mod">
          <ac:chgData name="Tal R." userId="03e9e69c0e8a7741" providerId="LiveId" clId="{012321CB-D30F-40A1-894C-E46D43B30E68}" dt="2025-11-15T19:55:51.047" v="17321"/>
          <ac:spMkLst>
            <pc:docMk/>
            <pc:sldMk cId="2883789146" sldId="687"/>
            <ac:spMk id="3" creationId="{65AE8A2A-27A5-F12B-8598-9380CB7E404D}"/>
          </ac:spMkLst>
        </pc:spChg>
        <pc:spChg chg="mod">
          <ac:chgData name="Tal R." userId="03e9e69c0e8a7741" providerId="LiveId" clId="{012321CB-D30F-40A1-894C-E46D43B30E68}" dt="2025-11-15T19:56:19.326" v="17337" actId="20577"/>
          <ac:spMkLst>
            <pc:docMk/>
            <pc:sldMk cId="2883789146" sldId="687"/>
            <ac:spMk id="4" creationId="{DC200637-16F5-8A68-C259-2C0EB7DED6C5}"/>
          </ac:spMkLst>
        </pc:spChg>
        <pc:graphicFrameChg chg="mod">
          <ac:chgData name="Tal R." userId="03e9e69c0e8a7741" providerId="LiveId" clId="{012321CB-D30F-40A1-894C-E46D43B30E68}" dt="2025-11-15T19:04:00.825" v="16596" actId="1035"/>
          <ac:graphicFrameMkLst>
            <pc:docMk/>
            <pc:sldMk cId="2883789146" sldId="687"/>
            <ac:graphicFrameMk id="31" creationId="{B68B130F-5DE8-51F8-DB1B-7A8F866F8EE9}"/>
          </ac:graphicFrameMkLst>
        </pc:graphicFrameChg>
        <pc:picChg chg="mod">
          <ac:chgData name="Tal R." userId="03e9e69c0e8a7741" providerId="LiveId" clId="{012321CB-D30F-40A1-894C-E46D43B30E68}" dt="2025-11-15T19:04:00.825" v="16596" actId="1035"/>
          <ac:picMkLst>
            <pc:docMk/>
            <pc:sldMk cId="2883789146" sldId="687"/>
            <ac:picMk id="25" creationId="{CEFF8D2B-F0CA-BFED-9F17-7935831F167A}"/>
          </ac:picMkLst>
        </pc:picChg>
        <pc:cxnChg chg="mod">
          <ac:chgData name="Tal R." userId="03e9e69c0e8a7741" providerId="LiveId" clId="{012321CB-D30F-40A1-894C-E46D43B30E68}" dt="2025-11-15T19:04:00.825" v="16596" actId="1035"/>
          <ac:cxnSpMkLst>
            <pc:docMk/>
            <pc:sldMk cId="2883789146" sldId="687"/>
            <ac:cxnSpMk id="24" creationId="{6C7990A5-8A2D-33E0-B3C5-3EA78C6DD0EB}"/>
          </ac:cxnSpMkLst>
        </pc:cxnChg>
      </pc:sldChg>
      <pc:sldChg chg="modSp add del mod modTransition modAnim">
        <pc:chgData name="Tal R." userId="03e9e69c0e8a7741" providerId="LiveId" clId="{012321CB-D30F-40A1-894C-E46D43B30E68}" dt="2025-11-15T21:48:24.359" v="20178" actId="47"/>
        <pc:sldMkLst>
          <pc:docMk/>
          <pc:sldMk cId="1457826888" sldId="688"/>
        </pc:sldMkLst>
        <pc:spChg chg="mod">
          <ac:chgData name="Tal R." userId="03e9e69c0e8a7741" providerId="LiveId" clId="{012321CB-D30F-40A1-894C-E46D43B30E68}" dt="2025-11-15T19:56:33.504" v="17343"/>
          <ac:spMkLst>
            <pc:docMk/>
            <pc:sldMk cId="1457826888" sldId="688"/>
            <ac:spMk id="3" creationId="{10C9215D-BBB6-EB82-6EC1-F7F9DA6E6890}"/>
          </ac:spMkLst>
        </pc:spChg>
        <pc:spChg chg="mod">
          <ac:chgData name="Tal R." userId="03e9e69c0e8a7741" providerId="LiveId" clId="{012321CB-D30F-40A1-894C-E46D43B30E68}" dt="2025-11-15T19:56:29.159" v="17342" actId="20577"/>
          <ac:spMkLst>
            <pc:docMk/>
            <pc:sldMk cId="1457826888" sldId="688"/>
            <ac:spMk id="4" creationId="{75E2FE5D-C33F-B960-7CA6-14951F80B033}"/>
          </ac:spMkLst>
        </pc:spChg>
        <pc:cxnChg chg="mod">
          <ac:chgData name="Tal R." userId="03e9e69c0e8a7741" providerId="LiveId" clId="{012321CB-D30F-40A1-894C-E46D43B30E68}" dt="2025-11-15T19:05:52.271" v="16671" actId="14100"/>
          <ac:cxnSpMkLst>
            <pc:docMk/>
            <pc:sldMk cId="1457826888" sldId="688"/>
            <ac:cxnSpMk id="7" creationId="{AA76FF5A-6B95-7C1F-CCA2-87B9A5E6B43D}"/>
          </ac:cxnSpMkLst>
        </pc:cxnChg>
        <pc:cxnChg chg="mod">
          <ac:chgData name="Tal R." userId="03e9e69c0e8a7741" providerId="LiveId" clId="{012321CB-D30F-40A1-894C-E46D43B30E68}" dt="2025-11-15T19:05:56.051" v="16672" actId="14100"/>
          <ac:cxnSpMkLst>
            <pc:docMk/>
            <pc:sldMk cId="1457826888" sldId="688"/>
            <ac:cxnSpMk id="24" creationId="{E4EA616D-F146-4107-E704-80BAF360393A}"/>
          </ac:cxnSpMkLst>
        </pc:cxnChg>
      </pc:sldChg>
      <pc:sldChg chg="addSp modSp add del mod modTransition">
        <pc:chgData name="Tal R." userId="03e9e69c0e8a7741" providerId="LiveId" clId="{012321CB-D30F-40A1-894C-E46D43B30E68}" dt="2025-11-15T21:48:24.359" v="20178" actId="47"/>
        <pc:sldMkLst>
          <pc:docMk/>
          <pc:sldMk cId="1469451514" sldId="689"/>
        </pc:sldMkLst>
        <pc:spChg chg="mod">
          <ac:chgData name="Tal R." userId="03e9e69c0e8a7741" providerId="LiveId" clId="{012321CB-D30F-40A1-894C-E46D43B30E68}" dt="2025-11-15T19:56:36.826" v="17344"/>
          <ac:spMkLst>
            <pc:docMk/>
            <pc:sldMk cId="1469451514" sldId="689"/>
            <ac:spMk id="3" creationId="{6777FA59-492F-C994-6843-1962198B33C0}"/>
          </ac:spMkLst>
        </pc:spChg>
        <pc:spChg chg="mod">
          <ac:chgData name="Tal R." userId="03e9e69c0e8a7741" providerId="LiveId" clId="{012321CB-D30F-40A1-894C-E46D43B30E68}" dt="2025-11-15T19:56:38.887" v="17345" actId="6549"/>
          <ac:spMkLst>
            <pc:docMk/>
            <pc:sldMk cId="1469451514" sldId="689"/>
            <ac:spMk id="4" creationId="{BC3409C5-0214-4AA1-C92E-F6D43844DF21}"/>
          </ac:spMkLst>
        </pc:spChg>
        <pc:cxnChg chg="add mod">
          <ac:chgData name="Tal R." userId="03e9e69c0e8a7741" providerId="LiveId" clId="{012321CB-D30F-40A1-894C-E46D43B30E68}" dt="2025-11-15T19:09:41.967" v="16744" actId="14100"/>
          <ac:cxnSpMkLst>
            <pc:docMk/>
            <pc:sldMk cId="1469451514" sldId="689"/>
            <ac:cxnSpMk id="5" creationId="{7B86A5FD-3E66-5367-668B-294969A0453D}"/>
          </ac:cxnSpMkLst>
        </pc:cxnChg>
        <pc:cxnChg chg="add mod">
          <ac:chgData name="Tal R." userId="03e9e69c0e8a7741" providerId="LiveId" clId="{012321CB-D30F-40A1-894C-E46D43B30E68}" dt="2025-11-15T19:09:43.699" v="16745" actId="14100"/>
          <ac:cxnSpMkLst>
            <pc:docMk/>
            <pc:sldMk cId="1469451514" sldId="689"/>
            <ac:cxnSpMk id="6" creationId="{678A5AE8-46D5-C836-488B-E987E183B57E}"/>
          </ac:cxnSpMkLst>
        </pc:cxnChg>
        <pc:cxnChg chg="add mod">
          <ac:chgData name="Tal R." userId="03e9e69c0e8a7741" providerId="LiveId" clId="{012321CB-D30F-40A1-894C-E46D43B30E68}" dt="2025-11-15T19:08:42.566" v="16731" actId="14100"/>
          <ac:cxnSpMkLst>
            <pc:docMk/>
            <pc:sldMk cId="1469451514" sldId="689"/>
            <ac:cxnSpMk id="8" creationId="{BE63949E-AA31-2E3D-F3E1-F9C6147A437B}"/>
          </ac:cxnSpMkLst>
        </pc:cxnChg>
        <pc:cxnChg chg="add mod">
          <ac:chgData name="Tal R." userId="03e9e69c0e8a7741" providerId="LiveId" clId="{012321CB-D30F-40A1-894C-E46D43B30E68}" dt="2025-11-15T19:08:44.778" v="16732" actId="14100"/>
          <ac:cxnSpMkLst>
            <pc:docMk/>
            <pc:sldMk cId="1469451514" sldId="689"/>
            <ac:cxnSpMk id="9" creationId="{091FEBDE-59F5-9C38-9AA1-C24AD7DF895A}"/>
          </ac:cxnSpMkLst>
        </pc:cxnChg>
      </pc:sldChg>
      <pc:sldChg chg="delSp modSp add del mod modTransition">
        <pc:chgData name="Tal R." userId="03e9e69c0e8a7741" providerId="LiveId" clId="{012321CB-D30F-40A1-894C-E46D43B30E68}" dt="2025-11-15T21:48:24.359" v="20178" actId="47"/>
        <pc:sldMkLst>
          <pc:docMk/>
          <pc:sldMk cId="109131108" sldId="690"/>
        </pc:sldMkLst>
        <pc:spChg chg="mod">
          <ac:chgData name="Tal R." userId="03e9e69c0e8a7741" providerId="LiveId" clId="{012321CB-D30F-40A1-894C-E46D43B30E68}" dt="2025-11-15T19:56:51.335" v="17347"/>
          <ac:spMkLst>
            <pc:docMk/>
            <pc:sldMk cId="109131108" sldId="690"/>
            <ac:spMk id="3" creationId="{2D9E5534-C7F9-B93D-5241-B6780C7EE717}"/>
          </ac:spMkLst>
        </pc:spChg>
        <pc:spChg chg="mod">
          <ac:chgData name="Tal R." userId="03e9e69c0e8a7741" providerId="LiveId" clId="{012321CB-D30F-40A1-894C-E46D43B30E68}" dt="2025-11-15T19:56:49.567" v="17346" actId="6549"/>
          <ac:spMkLst>
            <pc:docMk/>
            <pc:sldMk cId="109131108" sldId="690"/>
            <ac:spMk id="4" creationId="{36069CA7-BD9F-47C2-7FD9-261529F51612}"/>
          </ac:spMkLst>
        </pc:spChg>
        <pc:graphicFrameChg chg="del">
          <ac:chgData name="Tal R." userId="03e9e69c0e8a7741" providerId="LiveId" clId="{012321CB-D30F-40A1-894C-E46D43B30E68}" dt="2025-11-15T19:09:00.410" v="16735" actId="478"/>
          <ac:graphicFrameMkLst>
            <pc:docMk/>
            <pc:sldMk cId="109131108" sldId="690"/>
            <ac:graphicFrameMk id="31" creationId="{BF765B5C-62A3-A30A-17C3-63CD50E2CF0A}"/>
          </ac:graphicFrameMkLst>
        </pc:graphicFrameChg>
        <pc:picChg chg="del">
          <ac:chgData name="Tal R." userId="03e9e69c0e8a7741" providerId="LiveId" clId="{012321CB-D30F-40A1-894C-E46D43B30E68}" dt="2025-11-15T19:08:55.059" v="16734" actId="478"/>
          <ac:picMkLst>
            <pc:docMk/>
            <pc:sldMk cId="109131108" sldId="690"/>
            <ac:picMk id="1028" creationId="{F9C92340-354D-4807-2224-9CB554FF4F60}"/>
          </ac:picMkLst>
        </pc:picChg>
        <pc:cxnChg chg="del">
          <ac:chgData name="Tal R." userId="03e9e69c0e8a7741" providerId="LiveId" clId="{012321CB-D30F-40A1-894C-E46D43B30E68}" dt="2025-11-15T19:09:00.410" v="16735" actId="478"/>
          <ac:cxnSpMkLst>
            <pc:docMk/>
            <pc:sldMk cId="109131108" sldId="690"/>
            <ac:cxnSpMk id="5" creationId="{3B49D2E7-6864-3388-F764-167276C3C3EE}"/>
          </ac:cxnSpMkLst>
        </pc:cxnChg>
        <pc:cxnChg chg="del">
          <ac:chgData name="Tal R." userId="03e9e69c0e8a7741" providerId="LiveId" clId="{012321CB-D30F-40A1-894C-E46D43B30E68}" dt="2025-11-15T19:09:00.410" v="16735" actId="478"/>
          <ac:cxnSpMkLst>
            <pc:docMk/>
            <pc:sldMk cId="109131108" sldId="690"/>
            <ac:cxnSpMk id="6" creationId="{E72C33D3-BB2F-7F9A-76D2-B4ECC17868A0}"/>
          </ac:cxnSpMkLst>
        </pc:cxnChg>
        <pc:cxnChg chg="del">
          <ac:chgData name="Tal R." userId="03e9e69c0e8a7741" providerId="LiveId" clId="{012321CB-D30F-40A1-894C-E46D43B30E68}" dt="2025-11-15T19:08:55.059" v="16734" actId="478"/>
          <ac:cxnSpMkLst>
            <pc:docMk/>
            <pc:sldMk cId="109131108" sldId="690"/>
            <ac:cxnSpMk id="8" creationId="{C721B171-0EC8-54C7-0386-EF9623964D76}"/>
          </ac:cxnSpMkLst>
        </pc:cxnChg>
        <pc:cxnChg chg="del">
          <ac:chgData name="Tal R." userId="03e9e69c0e8a7741" providerId="LiveId" clId="{012321CB-D30F-40A1-894C-E46D43B30E68}" dt="2025-11-15T19:08:55.059" v="16734" actId="478"/>
          <ac:cxnSpMkLst>
            <pc:docMk/>
            <pc:sldMk cId="109131108" sldId="690"/>
            <ac:cxnSpMk id="9" creationId="{83E5A208-2CF6-A28C-5856-DE645FB534C9}"/>
          </ac:cxnSpMkLst>
        </pc:cxnChg>
        <pc:cxnChg chg="del">
          <ac:chgData name="Tal R." userId="03e9e69c0e8a7741" providerId="LiveId" clId="{012321CB-D30F-40A1-894C-E46D43B30E68}" dt="2025-11-15T19:09:02.938" v="16736" actId="478"/>
          <ac:cxnSpMkLst>
            <pc:docMk/>
            <pc:sldMk cId="109131108" sldId="690"/>
            <ac:cxnSpMk id="24" creationId="{0182E19C-50B1-C120-606C-74BDEC97F694}"/>
          </ac:cxnSpMkLst>
        </pc:cxnChg>
      </pc:sldChg>
      <pc:sldChg chg="addSp delSp modSp add del mod ord modTransition addAnim delAnim modAnim">
        <pc:chgData name="Tal R." userId="03e9e69c0e8a7741" providerId="LiveId" clId="{012321CB-D30F-40A1-894C-E46D43B30E68}" dt="2025-11-15T21:48:24.359" v="20178" actId="47"/>
        <pc:sldMkLst>
          <pc:docMk/>
          <pc:sldMk cId="2957649490" sldId="691"/>
        </pc:sldMkLst>
        <pc:spChg chg="add del mod">
          <ac:chgData name="Tal R." userId="03e9e69c0e8a7741" providerId="LiveId" clId="{012321CB-D30F-40A1-894C-E46D43B30E68}" dt="2025-11-15T19:24:11.222" v="17024" actId="478"/>
          <ac:spMkLst>
            <pc:docMk/>
            <pc:sldMk cId="2957649490" sldId="691"/>
            <ac:spMk id="2" creationId="{4DB20AB6-2FBD-6D0B-5C7B-D5FEBB824381}"/>
          </ac:spMkLst>
        </pc:spChg>
        <pc:spChg chg="mod">
          <ac:chgData name="Tal R." userId="03e9e69c0e8a7741" providerId="LiveId" clId="{012321CB-D30F-40A1-894C-E46D43B30E68}" dt="2025-11-15T19:11:10.623" v="16752"/>
          <ac:spMkLst>
            <pc:docMk/>
            <pc:sldMk cId="2957649490" sldId="691"/>
            <ac:spMk id="3" creationId="{7653691D-8BF2-EC85-4326-A285E7749757}"/>
          </ac:spMkLst>
        </pc:spChg>
        <pc:spChg chg="mod">
          <ac:chgData name="Tal R." userId="03e9e69c0e8a7741" providerId="LiveId" clId="{012321CB-D30F-40A1-894C-E46D43B30E68}" dt="2025-11-15T21:07:05.675" v="18904" actId="6549"/>
          <ac:spMkLst>
            <pc:docMk/>
            <pc:sldMk cId="2957649490" sldId="691"/>
            <ac:spMk id="4" creationId="{5691F611-2B1A-B98A-CD3D-984322452267}"/>
          </ac:spMkLst>
        </pc:spChg>
        <pc:spChg chg="add del mod">
          <ac:chgData name="Tal R." userId="03e9e69c0e8a7741" providerId="LiveId" clId="{012321CB-D30F-40A1-894C-E46D43B30E68}" dt="2025-11-15T19:24:09.307" v="17023" actId="478"/>
          <ac:spMkLst>
            <pc:docMk/>
            <pc:sldMk cId="2957649490" sldId="691"/>
            <ac:spMk id="5" creationId="{DF7D6952-2DB5-1016-E32B-2DC0A244FA2E}"/>
          </ac:spMkLst>
        </pc:spChg>
        <pc:spChg chg="add del mod">
          <ac:chgData name="Tal R." userId="03e9e69c0e8a7741" providerId="LiveId" clId="{012321CB-D30F-40A1-894C-E46D43B30E68}" dt="2025-11-15T19:24:12.589" v="17025" actId="478"/>
          <ac:spMkLst>
            <pc:docMk/>
            <pc:sldMk cId="2957649490" sldId="691"/>
            <ac:spMk id="6" creationId="{C01C87BE-08FF-2387-E7BA-C465C5E15DE6}"/>
          </ac:spMkLst>
        </pc:spChg>
      </pc:sldChg>
      <pc:sldChg chg="modSp add del mod modAnim">
        <pc:chgData name="Tal R." userId="03e9e69c0e8a7741" providerId="LiveId" clId="{012321CB-D30F-40A1-894C-E46D43B30E68}" dt="2025-11-15T21:48:24.359" v="20178" actId="47"/>
        <pc:sldMkLst>
          <pc:docMk/>
          <pc:sldMk cId="1965261684" sldId="692"/>
        </pc:sldMkLst>
        <pc:spChg chg="mod">
          <ac:chgData name="Tal R." userId="03e9e69c0e8a7741" providerId="LiveId" clId="{012321CB-D30F-40A1-894C-E46D43B30E68}" dt="2025-11-15T21:06:31.559" v="18903" actId="20577"/>
          <ac:spMkLst>
            <pc:docMk/>
            <pc:sldMk cId="1965261684" sldId="692"/>
            <ac:spMk id="4" creationId="{9EF5FFA7-D9F2-5529-50BD-3A8FDF48DDBC}"/>
          </ac:spMkLst>
        </pc:spChg>
      </pc:sldChg>
      <pc:sldChg chg="modSp add del mod modAnim">
        <pc:chgData name="Tal R." userId="03e9e69c0e8a7741" providerId="LiveId" clId="{012321CB-D30F-40A1-894C-E46D43B30E68}" dt="2025-11-15T21:48:24.359" v="20178" actId="47"/>
        <pc:sldMkLst>
          <pc:docMk/>
          <pc:sldMk cId="930356058" sldId="693"/>
        </pc:sldMkLst>
        <pc:spChg chg="mod">
          <ac:chgData name="Tal R." userId="03e9e69c0e8a7741" providerId="LiveId" clId="{012321CB-D30F-40A1-894C-E46D43B30E68}" dt="2025-11-15T21:07:12.337" v="18905" actId="6549"/>
          <ac:spMkLst>
            <pc:docMk/>
            <pc:sldMk cId="930356058" sldId="693"/>
            <ac:spMk id="4" creationId="{61B8E335-C5FB-5706-BD3C-37C492C3394D}"/>
          </ac:spMkLst>
        </pc:spChg>
        <pc:spChg chg="mod">
          <ac:chgData name="Tal R." userId="03e9e69c0e8a7741" providerId="LiveId" clId="{012321CB-D30F-40A1-894C-E46D43B30E68}" dt="2025-11-15T19:25:14.313" v="17032" actId="1076"/>
          <ac:spMkLst>
            <pc:docMk/>
            <pc:sldMk cId="930356058" sldId="693"/>
            <ac:spMk id="6" creationId="{2656C350-0C26-21DB-30F1-4AF30B5408EC}"/>
          </ac:spMkLst>
        </pc:spChg>
      </pc:sldChg>
      <pc:sldChg chg="addSp modSp add del mod modAnim">
        <pc:chgData name="Tal R." userId="03e9e69c0e8a7741" providerId="LiveId" clId="{012321CB-D30F-40A1-894C-E46D43B30E68}" dt="2025-11-15T19:23:49.541" v="17017" actId="47"/>
        <pc:sldMkLst>
          <pc:docMk/>
          <pc:sldMk cId="1281191396" sldId="693"/>
        </pc:sldMkLst>
        <pc:spChg chg="mod">
          <ac:chgData name="Tal R." userId="03e9e69c0e8a7741" providerId="LiveId" clId="{012321CB-D30F-40A1-894C-E46D43B30E68}" dt="2025-11-15T19:20:19.051" v="16940" actId="1036"/>
          <ac:spMkLst>
            <pc:docMk/>
            <pc:sldMk cId="1281191396" sldId="693"/>
            <ac:spMk id="2" creationId="{C93811B3-24FD-4C3D-480E-4FC37895799F}"/>
          </ac:spMkLst>
        </pc:spChg>
        <pc:spChg chg="mod">
          <ac:chgData name="Tal R." userId="03e9e69c0e8a7741" providerId="LiveId" clId="{012321CB-D30F-40A1-894C-E46D43B30E68}" dt="2025-11-15T19:20:27.672" v="16944" actId="403"/>
          <ac:spMkLst>
            <pc:docMk/>
            <pc:sldMk cId="1281191396" sldId="693"/>
            <ac:spMk id="4" creationId="{3F4239EF-C9F5-E1DE-7043-E22EA3D0D38A}"/>
          </ac:spMkLst>
        </pc:spChg>
        <pc:spChg chg="add mod">
          <ac:chgData name="Tal R." userId="03e9e69c0e8a7741" providerId="LiveId" clId="{012321CB-D30F-40A1-894C-E46D43B30E68}" dt="2025-11-15T19:22:11.415" v="17013" actId="20577"/>
          <ac:spMkLst>
            <pc:docMk/>
            <pc:sldMk cId="1281191396" sldId="693"/>
            <ac:spMk id="6" creationId="{5B981954-EAD1-1DBE-63D9-1494D9109FF6}"/>
          </ac:spMkLst>
        </pc:spChg>
      </pc:sldChg>
      <pc:sldChg chg="addSp delSp modSp add del mod ord delAnim modAnim">
        <pc:chgData name="Tal R." userId="03e9e69c0e8a7741" providerId="LiveId" clId="{012321CB-D30F-40A1-894C-E46D43B30E68}" dt="2025-11-15T19:16:14.250" v="16839" actId="47"/>
        <pc:sldMkLst>
          <pc:docMk/>
          <pc:sldMk cId="2428479966" sldId="693"/>
        </pc:sldMkLst>
        <pc:spChg chg="add del mod">
          <ac:chgData name="Tal R." userId="03e9e69c0e8a7741" providerId="LiveId" clId="{012321CB-D30F-40A1-894C-E46D43B30E68}" dt="2025-11-15T19:16:12.116" v="16838" actId="21"/>
          <ac:spMkLst>
            <pc:docMk/>
            <pc:sldMk cId="2428479966" sldId="693"/>
            <ac:spMk id="2" creationId="{4DB20AB6-2FBD-6D0B-5C7B-D5FEBB824381}"/>
          </ac:spMkLst>
        </pc:spChg>
        <pc:spChg chg="mod">
          <ac:chgData name="Tal R." userId="03e9e69c0e8a7741" providerId="LiveId" clId="{012321CB-D30F-40A1-894C-E46D43B30E68}" dt="2025-11-15T19:13:43.404" v="16816" actId="20577"/>
          <ac:spMkLst>
            <pc:docMk/>
            <pc:sldMk cId="2428479966" sldId="693"/>
            <ac:spMk id="4" creationId="{34728CF6-6B10-1895-F8EB-E5CACB873CA5}"/>
          </ac:spMkLst>
        </pc:spChg>
      </pc:sldChg>
      <pc:sldChg chg="delSp add del mod delAnim">
        <pc:chgData name="Tal R." userId="03e9e69c0e8a7741" providerId="LiveId" clId="{012321CB-D30F-40A1-894C-E46D43B30E68}" dt="2025-11-15T19:23:50.839" v="17018" actId="47"/>
        <pc:sldMkLst>
          <pc:docMk/>
          <pc:sldMk cId="1757544937" sldId="694"/>
        </pc:sldMkLst>
        <pc:spChg chg="del">
          <ac:chgData name="Tal R." userId="03e9e69c0e8a7741" providerId="LiveId" clId="{012321CB-D30F-40A1-894C-E46D43B30E68}" dt="2025-11-15T19:23:30.356" v="17016" actId="478"/>
          <ac:spMkLst>
            <pc:docMk/>
            <pc:sldMk cId="1757544937" sldId="694"/>
            <ac:spMk id="6" creationId="{634D0A0E-F4C7-C74F-4634-BB26E8BE7FD5}"/>
          </ac:spMkLst>
        </pc:spChg>
      </pc:sldChg>
      <pc:sldChg chg="modSp add del mod modTransition modAnim">
        <pc:chgData name="Tal R." userId="03e9e69c0e8a7741" providerId="LiveId" clId="{012321CB-D30F-40A1-894C-E46D43B30E68}" dt="2025-11-15T21:48:24.359" v="20178" actId="47"/>
        <pc:sldMkLst>
          <pc:docMk/>
          <pc:sldMk cId="3135689286" sldId="694"/>
        </pc:sldMkLst>
        <pc:spChg chg="mod">
          <ac:chgData name="Tal R." userId="03e9e69c0e8a7741" providerId="LiveId" clId="{012321CB-D30F-40A1-894C-E46D43B30E68}" dt="2025-11-15T19:52:01.590" v="17148" actId="1076"/>
          <ac:spMkLst>
            <pc:docMk/>
            <pc:sldMk cId="3135689286" sldId="694"/>
            <ac:spMk id="3" creationId="{46D1910B-0CB0-10DB-1E8F-F9AC8EB5ADBE}"/>
          </ac:spMkLst>
        </pc:spChg>
        <pc:spChg chg="mod">
          <ac:chgData name="Tal R." userId="03e9e69c0e8a7741" providerId="LiveId" clId="{012321CB-D30F-40A1-894C-E46D43B30E68}" dt="2025-11-15T21:07:22.565" v="18906" actId="6549"/>
          <ac:spMkLst>
            <pc:docMk/>
            <pc:sldMk cId="3135689286" sldId="694"/>
            <ac:spMk id="4" creationId="{5A581E49-532E-8E37-B9F0-B95C0D032E1C}"/>
          </ac:spMkLst>
        </pc:spChg>
      </pc:sldChg>
      <pc:sldChg chg="addSp delSp modSp add del mod modAnim">
        <pc:chgData name="Tal R." userId="03e9e69c0e8a7741" providerId="LiveId" clId="{012321CB-D30F-40A1-894C-E46D43B30E68}" dt="2025-11-15T21:48:24.359" v="20178" actId="47"/>
        <pc:sldMkLst>
          <pc:docMk/>
          <pc:sldMk cId="2470866238" sldId="695"/>
        </pc:sldMkLst>
        <pc:spChg chg="mod">
          <ac:chgData name="Tal R." userId="03e9e69c0e8a7741" providerId="LiveId" clId="{012321CB-D30F-40A1-894C-E46D43B30E68}" dt="2025-11-15T19:52:05.753" v="17149"/>
          <ac:spMkLst>
            <pc:docMk/>
            <pc:sldMk cId="2470866238" sldId="695"/>
            <ac:spMk id="3" creationId="{0AD7F68B-DA8F-62C5-5A3C-B265E2301F98}"/>
          </ac:spMkLst>
        </pc:spChg>
        <pc:spChg chg="mod">
          <ac:chgData name="Tal R." userId="03e9e69c0e8a7741" providerId="LiveId" clId="{012321CB-D30F-40A1-894C-E46D43B30E68}" dt="2025-11-15T19:53:42.197" v="17162" actId="20577"/>
          <ac:spMkLst>
            <pc:docMk/>
            <pc:sldMk cId="2470866238" sldId="695"/>
            <ac:spMk id="4" creationId="{E4BBF91B-5E2C-620A-9606-37C1303F8EA4}"/>
          </ac:spMkLst>
        </pc:spChg>
        <pc:spChg chg="add mod">
          <ac:chgData name="Tal R." userId="03e9e69c0e8a7741" providerId="LiveId" clId="{012321CB-D30F-40A1-894C-E46D43B30E68}" dt="2025-11-15T19:52:15.936" v="17150" actId="1076"/>
          <ac:spMkLst>
            <pc:docMk/>
            <pc:sldMk cId="2470866238" sldId="695"/>
            <ac:spMk id="13" creationId="{31821115-7335-BF19-6625-549BDDA605F3}"/>
          </ac:spMkLst>
        </pc:spChg>
        <pc:spChg chg="add mod">
          <ac:chgData name="Tal R." userId="03e9e69c0e8a7741" providerId="LiveId" clId="{012321CB-D30F-40A1-894C-E46D43B30E68}" dt="2025-11-15T19:52:15.936" v="17150" actId="1076"/>
          <ac:spMkLst>
            <pc:docMk/>
            <pc:sldMk cId="2470866238" sldId="695"/>
            <ac:spMk id="14" creationId="{0C390490-28B6-3149-B178-7029C95DCD7A}"/>
          </ac:spMkLst>
        </pc:spChg>
        <pc:spChg chg="add mod">
          <ac:chgData name="Tal R." userId="03e9e69c0e8a7741" providerId="LiveId" clId="{012321CB-D30F-40A1-894C-E46D43B30E68}" dt="2025-11-15T21:09:07.707" v="18926" actId="20577"/>
          <ac:spMkLst>
            <pc:docMk/>
            <pc:sldMk cId="2470866238" sldId="695"/>
            <ac:spMk id="28" creationId="{FA8F9D6E-2711-469D-C235-AB31AA57E8C4}"/>
          </ac:spMkLst>
        </pc:spChg>
        <pc:graphicFrameChg chg="del">
          <ac:chgData name="Tal R." userId="03e9e69c0e8a7741" providerId="LiveId" clId="{012321CB-D30F-40A1-894C-E46D43B30E68}" dt="2025-11-15T19:26:53.403" v="17043" actId="478"/>
          <ac:graphicFrameMkLst>
            <pc:docMk/>
            <pc:sldMk cId="2470866238" sldId="695"/>
            <ac:graphicFrameMk id="2" creationId="{3992A7FE-D1CA-6F4F-2AE3-212D4327243A}"/>
          </ac:graphicFrameMkLst>
        </pc:graphicFrameChg>
        <pc:graphicFrameChg chg="del">
          <ac:chgData name="Tal R." userId="03e9e69c0e8a7741" providerId="LiveId" clId="{012321CB-D30F-40A1-894C-E46D43B30E68}" dt="2025-11-15T19:26:57.635" v="17046" actId="478"/>
          <ac:graphicFrameMkLst>
            <pc:docMk/>
            <pc:sldMk cId="2470866238" sldId="695"/>
            <ac:graphicFrameMk id="5" creationId="{BDBD8DAA-B75A-D0E9-3321-3AEC8A0847DB}"/>
          </ac:graphicFrameMkLst>
        </pc:graphicFrameChg>
        <pc:graphicFrameChg chg="del">
          <ac:chgData name="Tal R." userId="03e9e69c0e8a7741" providerId="LiveId" clId="{012321CB-D30F-40A1-894C-E46D43B30E68}" dt="2025-11-15T19:27:01.734" v="17048" actId="478"/>
          <ac:graphicFrameMkLst>
            <pc:docMk/>
            <pc:sldMk cId="2470866238" sldId="695"/>
            <ac:graphicFrameMk id="8" creationId="{2751F398-CD02-EE5D-E189-93B6AEF15378}"/>
          </ac:graphicFrameMkLst>
        </pc:graphicFrameChg>
        <pc:graphicFrameChg chg="mod modGraphic">
          <ac:chgData name="Tal R." userId="03e9e69c0e8a7741" providerId="LiveId" clId="{012321CB-D30F-40A1-894C-E46D43B30E68}" dt="2025-11-15T21:09:06.226" v="18925" actId="20577"/>
          <ac:graphicFrameMkLst>
            <pc:docMk/>
            <pc:sldMk cId="2470866238" sldId="695"/>
            <ac:graphicFrameMk id="11" creationId="{75C65A0F-3C6B-5DD3-11CE-AAEA800FEF61}"/>
          </ac:graphicFrameMkLst>
        </pc:graphicFrameChg>
        <pc:picChg chg="del">
          <ac:chgData name="Tal R." userId="03e9e69c0e8a7741" providerId="LiveId" clId="{012321CB-D30F-40A1-894C-E46D43B30E68}" dt="2025-11-15T19:26:54.754" v="17044" actId="478"/>
          <ac:picMkLst>
            <pc:docMk/>
            <pc:sldMk cId="2470866238" sldId="695"/>
            <ac:picMk id="1028" creationId="{6EF2A5EE-1415-1CE4-57AF-3FD4576894FB}"/>
          </ac:picMkLst>
        </pc:picChg>
        <pc:cxnChg chg="del">
          <ac:chgData name="Tal R." userId="03e9e69c0e8a7741" providerId="LiveId" clId="{012321CB-D30F-40A1-894C-E46D43B30E68}" dt="2025-11-15T19:26:55.986" v="17045" actId="478"/>
          <ac:cxnSpMkLst>
            <pc:docMk/>
            <pc:sldMk cId="2470866238" sldId="695"/>
            <ac:cxnSpMk id="6" creationId="{4D4C611F-64B7-1F39-1289-D2105F7F665D}"/>
          </ac:cxnSpMkLst>
        </pc:cxnChg>
        <pc:cxnChg chg="del">
          <ac:chgData name="Tal R." userId="03e9e69c0e8a7741" providerId="LiveId" clId="{012321CB-D30F-40A1-894C-E46D43B30E68}" dt="2025-11-15T19:26:59.693" v="17047" actId="478"/>
          <ac:cxnSpMkLst>
            <pc:docMk/>
            <pc:sldMk cId="2470866238" sldId="695"/>
            <ac:cxnSpMk id="7" creationId="{D163FD3D-D096-956D-0808-0962AC0C94B2}"/>
          </ac:cxnSpMkLst>
        </pc:cxnChg>
        <pc:cxnChg chg="del">
          <ac:chgData name="Tal R." userId="03e9e69c0e8a7741" providerId="LiveId" clId="{012321CB-D30F-40A1-894C-E46D43B30E68}" dt="2025-11-15T19:26:44.090" v="17042" actId="478"/>
          <ac:cxnSpMkLst>
            <pc:docMk/>
            <pc:sldMk cId="2470866238" sldId="695"/>
            <ac:cxnSpMk id="10" creationId="{D1E7E479-F786-8232-9FE8-530E4A032288}"/>
          </ac:cxnSpMkLst>
        </pc:cxnChg>
        <pc:cxnChg chg="mod">
          <ac:chgData name="Tal R." userId="03e9e69c0e8a7741" providerId="LiveId" clId="{012321CB-D30F-40A1-894C-E46D43B30E68}" dt="2025-11-15T19:52:15.936" v="17150" actId="1076"/>
          <ac:cxnSpMkLst>
            <pc:docMk/>
            <pc:sldMk cId="2470866238" sldId="695"/>
            <ac:cxnSpMk id="12" creationId="{0AFB3166-F642-1887-444E-4FCADDEB8755}"/>
          </ac:cxnSpMkLst>
        </pc:cxnChg>
        <pc:cxnChg chg="add mod">
          <ac:chgData name="Tal R." userId="03e9e69c0e8a7741" providerId="LiveId" clId="{012321CB-D30F-40A1-894C-E46D43B30E68}" dt="2025-11-15T19:52:15.936" v="17150" actId="1076"/>
          <ac:cxnSpMkLst>
            <pc:docMk/>
            <pc:sldMk cId="2470866238" sldId="695"/>
            <ac:cxnSpMk id="15" creationId="{C2F110A9-6C69-3563-7E17-3EC05769B0D4}"/>
          </ac:cxnSpMkLst>
        </pc:cxnChg>
        <pc:cxnChg chg="add del mod">
          <ac:chgData name="Tal R." userId="03e9e69c0e8a7741" providerId="LiveId" clId="{012321CB-D30F-40A1-894C-E46D43B30E68}" dt="2025-11-15T19:32:02.284" v="17094" actId="11529"/>
          <ac:cxnSpMkLst>
            <pc:docMk/>
            <pc:sldMk cId="2470866238" sldId="695"/>
            <ac:cxnSpMk id="18" creationId="{344A6F92-E794-41FF-CB24-A2189EBF1EBF}"/>
          </ac:cxnSpMkLst>
        </pc:cxnChg>
        <pc:cxnChg chg="add mod">
          <ac:chgData name="Tal R." userId="03e9e69c0e8a7741" providerId="LiveId" clId="{012321CB-D30F-40A1-894C-E46D43B30E68}" dt="2025-11-15T19:52:15.936" v="17150" actId="1076"/>
          <ac:cxnSpMkLst>
            <pc:docMk/>
            <pc:sldMk cId="2470866238" sldId="695"/>
            <ac:cxnSpMk id="21" creationId="{936C26A2-1193-F731-6A90-9DC80331E35A}"/>
          </ac:cxnSpMkLst>
        </pc:cxnChg>
        <pc:cxnChg chg="add del mod">
          <ac:chgData name="Tal R." userId="03e9e69c0e8a7741" providerId="LiveId" clId="{012321CB-D30F-40A1-894C-E46D43B30E68}" dt="2025-11-15T19:33:27.905" v="17107" actId="478"/>
          <ac:cxnSpMkLst>
            <pc:docMk/>
            <pc:sldMk cId="2470866238" sldId="695"/>
            <ac:cxnSpMk id="25" creationId="{944E4D02-0AE8-9742-4312-ADE390F3447C}"/>
          </ac:cxnSpMkLst>
        </pc:cxnChg>
        <pc:cxnChg chg="add del mod">
          <ac:chgData name="Tal R." userId="03e9e69c0e8a7741" providerId="LiveId" clId="{012321CB-D30F-40A1-894C-E46D43B30E68}" dt="2025-11-15T19:33:27.905" v="17107" actId="478"/>
          <ac:cxnSpMkLst>
            <pc:docMk/>
            <pc:sldMk cId="2470866238" sldId="695"/>
            <ac:cxnSpMk id="26" creationId="{9C578096-3509-34B2-8AB4-8C43C467790E}"/>
          </ac:cxnSpMkLst>
        </pc:cxnChg>
      </pc:sldChg>
      <pc:sldChg chg="modSp add del mod">
        <pc:chgData name="Tal R." userId="03e9e69c0e8a7741" providerId="LiveId" clId="{012321CB-D30F-40A1-894C-E46D43B30E68}" dt="2025-11-15T20:58:57.091" v="18716" actId="2696"/>
        <pc:sldMkLst>
          <pc:docMk/>
          <pc:sldMk cId="1392060875" sldId="696"/>
        </pc:sldMkLst>
        <pc:spChg chg="mod">
          <ac:chgData name="Tal R." userId="03e9e69c0e8a7741" providerId="LiveId" clId="{012321CB-D30F-40A1-894C-E46D43B30E68}" dt="2025-11-15T20:45:54.990" v="18560"/>
          <ac:spMkLst>
            <pc:docMk/>
            <pc:sldMk cId="1392060875" sldId="696"/>
            <ac:spMk id="3" creationId="{CC5E88C0-383D-D4D2-475E-470A968D1ECE}"/>
          </ac:spMkLst>
        </pc:spChg>
        <pc:spChg chg="mod">
          <ac:chgData name="Tal R." userId="03e9e69c0e8a7741" providerId="LiveId" clId="{012321CB-D30F-40A1-894C-E46D43B30E68}" dt="2025-11-15T19:34:05.019" v="17134" actId="20577"/>
          <ac:spMkLst>
            <pc:docMk/>
            <pc:sldMk cId="1392060875" sldId="696"/>
            <ac:spMk id="4" creationId="{FF25487D-A5EC-EE48-366C-5B097D48EE22}"/>
          </ac:spMkLst>
        </pc:spChg>
      </pc:sldChg>
      <pc:sldChg chg="add del">
        <pc:chgData name="Tal R." userId="03e9e69c0e8a7741" providerId="LiveId" clId="{012321CB-D30F-40A1-894C-E46D43B30E68}" dt="2025-11-15T20:59:31.399" v="18718" actId="47"/>
        <pc:sldMkLst>
          <pc:docMk/>
          <pc:sldMk cId="3347183877" sldId="696"/>
        </pc:sldMkLst>
      </pc:sldChg>
      <pc:sldChg chg="addSp modSp add del mod">
        <pc:chgData name="Tal R." userId="03e9e69c0e8a7741" providerId="LiveId" clId="{012321CB-D30F-40A1-894C-E46D43B30E68}" dt="2025-11-15T21:48:24.359" v="20178" actId="47"/>
        <pc:sldMkLst>
          <pc:docMk/>
          <pc:sldMk cId="1459188087" sldId="697"/>
        </pc:sldMkLst>
        <pc:spChg chg="mod">
          <ac:chgData name="Tal R." userId="03e9e69c0e8a7741" providerId="LiveId" clId="{012321CB-D30F-40A1-894C-E46D43B30E68}" dt="2025-11-15T19:53:48.451" v="17167" actId="20577"/>
          <ac:spMkLst>
            <pc:docMk/>
            <pc:sldMk cId="1459188087" sldId="697"/>
            <ac:spMk id="4" creationId="{2C0D8A56-7B0A-AAD1-45A1-505D86EA5075}"/>
          </ac:spMkLst>
        </pc:spChg>
        <pc:cxnChg chg="add mod">
          <ac:chgData name="Tal R." userId="03e9e69c0e8a7741" providerId="LiveId" clId="{012321CB-D30F-40A1-894C-E46D43B30E68}" dt="2025-11-15T19:53:50.584" v="17168"/>
          <ac:cxnSpMkLst>
            <pc:docMk/>
            <pc:sldMk cId="1459188087" sldId="697"/>
            <ac:cxnSpMk id="2" creationId="{B82CFF40-4436-9A1F-E990-A9BD3F09D136}"/>
          </ac:cxnSpMkLst>
        </pc:cxnChg>
        <pc:cxnChg chg="add mod">
          <ac:chgData name="Tal R." userId="03e9e69c0e8a7741" providerId="LiveId" clId="{012321CB-D30F-40A1-894C-E46D43B30E68}" dt="2025-11-15T19:53:50.584" v="17168"/>
          <ac:cxnSpMkLst>
            <pc:docMk/>
            <pc:sldMk cId="1459188087" sldId="697"/>
            <ac:cxnSpMk id="5" creationId="{2C987DCA-5771-A05D-9C21-E7722C81E793}"/>
          </ac:cxnSpMkLst>
        </pc:cxnChg>
      </pc:sldChg>
      <pc:sldChg chg="modSp add del mod addAnim delAnim modAnim">
        <pc:chgData name="Tal R." userId="03e9e69c0e8a7741" providerId="LiveId" clId="{012321CB-D30F-40A1-894C-E46D43B30E68}" dt="2025-11-15T21:48:24.359" v="20178" actId="47"/>
        <pc:sldMkLst>
          <pc:docMk/>
          <pc:sldMk cId="249749929" sldId="698"/>
        </pc:sldMkLst>
        <pc:spChg chg="mod">
          <ac:chgData name="Tal R." userId="03e9e69c0e8a7741" providerId="LiveId" clId="{012321CB-D30F-40A1-894C-E46D43B30E68}" dt="2025-11-15T20:34:48.684" v="18104" actId="20577"/>
          <ac:spMkLst>
            <pc:docMk/>
            <pc:sldMk cId="249749929" sldId="698"/>
            <ac:spMk id="3" creationId="{E180CA8E-6FC3-CE5E-9E86-94450E3E3F37}"/>
          </ac:spMkLst>
        </pc:spChg>
        <pc:spChg chg="mod">
          <ac:chgData name="Tal R." userId="03e9e69c0e8a7741" providerId="LiveId" clId="{012321CB-D30F-40A1-894C-E46D43B30E68}" dt="2025-11-15T20:22:53.028" v="17729" actId="6549"/>
          <ac:spMkLst>
            <pc:docMk/>
            <pc:sldMk cId="249749929" sldId="698"/>
            <ac:spMk id="4" creationId="{5AADEFE1-C1E2-0EEB-98AB-C3AFB1D36C10}"/>
          </ac:spMkLst>
        </pc:spChg>
      </pc:sldChg>
      <pc:sldChg chg="modSp add del">
        <pc:chgData name="Tal R." userId="03e9e69c0e8a7741" providerId="LiveId" clId="{012321CB-D30F-40A1-894C-E46D43B30E68}" dt="2025-11-15T20:26:36.674" v="17834" actId="47"/>
        <pc:sldMkLst>
          <pc:docMk/>
          <pc:sldMk cId="13740673" sldId="699"/>
        </pc:sldMkLst>
        <pc:spChg chg="mod">
          <ac:chgData name="Tal R." userId="03e9e69c0e8a7741" providerId="LiveId" clId="{012321CB-D30F-40A1-894C-E46D43B30E68}" dt="2025-11-15T20:26:11.047" v="17833"/>
          <ac:spMkLst>
            <pc:docMk/>
            <pc:sldMk cId="13740673" sldId="699"/>
            <ac:spMk id="3" creationId="{F50E359B-F6CF-EF6B-344C-742128B6375E}"/>
          </ac:spMkLst>
        </pc:spChg>
      </pc:sldChg>
      <pc:sldChg chg="modSp add del modAnim">
        <pc:chgData name="Tal R." userId="03e9e69c0e8a7741" providerId="LiveId" clId="{012321CB-D30F-40A1-894C-E46D43B30E68}" dt="2025-11-15T21:48:24.359" v="20178" actId="47"/>
        <pc:sldMkLst>
          <pc:docMk/>
          <pc:sldMk cId="436227083" sldId="699"/>
        </pc:sldMkLst>
        <pc:spChg chg="mod">
          <ac:chgData name="Tal R." userId="03e9e69c0e8a7741" providerId="LiveId" clId="{012321CB-D30F-40A1-894C-E46D43B30E68}" dt="2025-11-15T20:34:54.511" v="18106" actId="20577"/>
          <ac:spMkLst>
            <pc:docMk/>
            <pc:sldMk cId="436227083" sldId="699"/>
            <ac:spMk id="3" creationId="{7A8F2563-7FCD-6B66-B014-AFFD13E75584}"/>
          </ac:spMkLst>
        </pc:spChg>
      </pc:sldChg>
      <pc:sldChg chg="add del">
        <pc:chgData name="Tal R." userId="03e9e69c0e8a7741" providerId="LiveId" clId="{012321CB-D30F-40A1-894C-E46D43B30E68}" dt="2025-11-15T21:48:24.359" v="20178" actId="47"/>
        <pc:sldMkLst>
          <pc:docMk/>
          <pc:sldMk cId="1122743725" sldId="700"/>
        </pc:sldMkLst>
      </pc:sldChg>
      <pc:sldChg chg="modSp add del mod addAnim delAnim modAnim">
        <pc:chgData name="Tal R." userId="03e9e69c0e8a7741" providerId="LiveId" clId="{012321CB-D30F-40A1-894C-E46D43B30E68}" dt="2025-11-15T21:48:24.359" v="20178" actId="47"/>
        <pc:sldMkLst>
          <pc:docMk/>
          <pc:sldMk cId="1594149208" sldId="701"/>
        </pc:sldMkLst>
        <pc:spChg chg="mod">
          <ac:chgData name="Tal R." userId="03e9e69c0e8a7741" providerId="LiveId" clId="{012321CB-D30F-40A1-894C-E46D43B30E68}" dt="2025-11-15T21:28:19.540" v="19293" actId="20577"/>
          <ac:spMkLst>
            <pc:docMk/>
            <pc:sldMk cId="1594149208" sldId="701"/>
            <ac:spMk id="3" creationId="{D47D35CD-C3B7-681A-7522-D00513D7EB31}"/>
          </ac:spMkLst>
        </pc:spChg>
        <pc:spChg chg="mod">
          <ac:chgData name="Tal R." userId="03e9e69c0e8a7741" providerId="LiveId" clId="{012321CB-D30F-40A1-894C-E46D43B30E68}" dt="2025-11-15T21:26:38.742" v="19265" actId="6549"/>
          <ac:spMkLst>
            <pc:docMk/>
            <pc:sldMk cId="1594149208" sldId="701"/>
            <ac:spMk id="4" creationId="{4A37E2C4-1D06-4F76-5C55-3DCB2075CCBC}"/>
          </ac:spMkLst>
        </pc:spChg>
      </pc:sldChg>
      <pc:sldChg chg="modSp add del mod modTransition addAnim delAnim modAnim">
        <pc:chgData name="Tal R." userId="03e9e69c0e8a7741" providerId="LiveId" clId="{012321CB-D30F-40A1-894C-E46D43B30E68}" dt="2025-11-15T21:48:24.359" v="20178" actId="47"/>
        <pc:sldMkLst>
          <pc:docMk/>
          <pc:sldMk cId="2583235082" sldId="702"/>
        </pc:sldMkLst>
        <pc:spChg chg="mod">
          <ac:chgData name="Tal R." userId="03e9e69c0e8a7741" providerId="LiveId" clId="{012321CB-D30F-40A1-894C-E46D43B30E68}" dt="2025-11-15T20:56:53.327" v="18712" actId="207"/>
          <ac:spMkLst>
            <pc:docMk/>
            <pc:sldMk cId="2583235082" sldId="702"/>
            <ac:spMk id="4" creationId="{6ACD6E61-C3B2-A41A-FB09-51C3C0028BCF}"/>
          </ac:spMkLst>
        </pc:spChg>
      </pc:sldChg>
      <pc:sldChg chg="new del">
        <pc:chgData name="Tal R." userId="03e9e69c0e8a7741" providerId="LiveId" clId="{012321CB-D30F-40A1-894C-E46D43B30E68}" dt="2025-11-15T20:44:23.227" v="18551" actId="680"/>
        <pc:sldMkLst>
          <pc:docMk/>
          <pc:sldMk cId="1036018995" sldId="703"/>
        </pc:sldMkLst>
      </pc:sldChg>
      <pc:sldChg chg="modSp add del mod">
        <pc:chgData name="Tal R." userId="03e9e69c0e8a7741" providerId="LiveId" clId="{012321CB-D30F-40A1-894C-E46D43B30E68}" dt="2025-11-15T21:48:24.359" v="20178" actId="47"/>
        <pc:sldMkLst>
          <pc:docMk/>
          <pc:sldMk cId="3222302944" sldId="703"/>
        </pc:sldMkLst>
        <pc:spChg chg="mod">
          <ac:chgData name="Tal R." userId="03e9e69c0e8a7741" providerId="LiveId" clId="{012321CB-D30F-40A1-894C-E46D43B30E68}" dt="2025-11-15T20:55:00.564" v="18700" actId="6549"/>
          <ac:spMkLst>
            <pc:docMk/>
            <pc:sldMk cId="3222302944" sldId="703"/>
            <ac:spMk id="4" creationId="{9954EB13-0FA9-58C6-8EE4-CB1A4A375C4F}"/>
          </ac:spMkLst>
        </pc:spChg>
        <pc:graphicFrameChg chg="mod">
          <ac:chgData name="Tal R." userId="03e9e69c0e8a7741" providerId="LiveId" clId="{012321CB-D30F-40A1-894C-E46D43B30E68}" dt="2025-11-15T20:52:49.822" v="18669" actId="1036"/>
          <ac:graphicFrameMkLst>
            <pc:docMk/>
            <pc:sldMk cId="3222302944" sldId="703"/>
            <ac:graphicFrameMk id="2" creationId="{ABA57A3C-31D5-9F7A-8372-A6A992A93A43}"/>
          </ac:graphicFrameMkLst>
        </pc:graphicFrameChg>
        <pc:picChg chg="mod">
          <ac:chgData name="Tal R." userId="03e9e69c0e8a7741" providerId="LiveId" clId="{012321CB-D30F-40A1-894C-E46D43B30E68}" dt="2025-11-15T20:52:49.822" v="18669" actId="1036"/>
          <ac:picMkLst>
            <pc:docMk/>
            <pc:sldMk cId="3222302944" sldId="703"/>
            <ac:picMk id="1028" creationId="{6A2C14FF-FF20-29C8-842B-AE8344F0C561}"/>
          </ac:picMkLst>
        </pc:picChg>
        <pc:cxnChg chg="mod">
          <ac:chgData name="Tal R." userId="03e9e69c0e8a7741" providerId="LiveId" clId="{012321CB-D30F-40A1-894C-E46D43B30E68}" dt="2025-11-15T20:52:49.822" v="18669" actId="1036"/>
          <ac:cxnSpMkLst>
            <pc:docMk/>
            <pc:sldMk cId="3222302944" sldId="703"/>
            <ac:cxnSpMk id="6" creationId="{73AB8DE8-FE64-3AE2-EBAD-474BA8FFBA7D}"/>
          </ac:cxnSpMkLst>
        </pc:cxnChg>
        <pc:cxnChg chg="mod">
          <ac:chgData name="Tal R." userId="03e9e69c0e8a7741" providerId="LiveId" clId="{012321CB-D30F-40A1-894C-E46D43B30E68}" dt="2025-11-15T20:52:49.822" v="18669" actId="1036"/>
          <ac:cxnSpMkLst>
            <pc:docMk/>
            <pc:sldMk cId="3222302944" sldId="703"/>
            <ac:cxnSpMk id="7" creationId="{611D2EAE-3560-E488-CA77-8D1051C1FF7A}"/>
          </ac:cxnSpMkLst>
        </pc:cxnChg>
        <pc:cxnChg chg="mod">
          <ac:chgData name="Tal R." userId="03e9e69c0e8a7741" providerId="LiveId" clId="{012321CB-D30F-40A1-894C-E46D43B30E68}" dt="2025-11-15T20:52:49.822" v="18669" actId="1036"/>
          <ac:cxnSpMkLst>
            <pc:docMk/>
            <pc:sldMk cId="3222302944" sldId="703"/>
            <ac:cxnSpMk id="8" creationId="{B77D7415-55C9-F1D1-958F-5CF48248FCA8}"/>
          </ac:cxnSpMkLst>
        </pc:cxnChg>
      </pc:sldChg>
      <pc:sldChg chg="add del">
        <pc:chgData name="Tal R." userId="03e9e69c0e8a7741" providerId="LiveId" clId="{012321CB-D30F-40A1-894C-E46D43B30E68}" dt="2025-11-15T20:53:03.404" v="18674" actId="2890"/>
        <pc:sldMkLst>
          <pc:docMk/>
          <pc:sldMk cId="621199794" sldId="704"/>
        </pc:sldMkLst>
      </pc:sldChg>
      <pc:sldChg chg="add del">
        <pc:chgData name="Tal R." userId="03e9e69c0e8a7741" providerId="LiveId" clId="{012321CB-D30F-40A1-894C-E46D43B30E68}" dt="2025-11-15T21:48:24.359" v="20178" actId="47"/>
        <pc:sldMkLst>
          <pc:docMk/>
          <pc:sldMk cId="3135934364" sldId="704"/>
        </pc:sldMkLst>
      </pc:sldChg>
      <pc:sldChg chg="modSp add del mod modAnim">
        <pc:chgData name="Tal R." userId="03e9e69c0e8a7741" providerId="LiveId" clId="{012321CB-D30F-40A1-894C-E46D43B30E68}" dt="2025-11-15T21:48:24.359" v="20178" actId="47"/>
        <pc:sldMkLst>
          <pc:docMk/>
          <pc:sldMk cId="148273257" sldId="705"/>
        </pc:sldMkLst>
        <pc:spChg chg="mod">
          <ac:chgData name="Tal R." userId="03e9e69c0e8a7741" providerId="LiveId" clId="{012321CB-D30F-40A1-894C-E46D43B30E68}" dt="2025-11-15T21:02:00.527" v="18845" actId="20577"/>
          <ac:spMkLst>
            <pc:docMk/>
            <pc:sldMk cId="148273257" sldId="705"/>
            <ac:spMk id="4" creationId="{3E216277-EECA-54B7-5C89-8612E61C7B63}"/>
          </ac:spMkLst>
        </pc:spChg>
      </pc:sldChg>
      <pc:sldChg chg="modSp add del">
        <pc:chgData name="Tal R." userId="03e9e69c0e8a7741" providerId="LiveId" clId="{012321CB-D30F-40A1-894C-E46D43B30E68}" dt="2025-11-15T21:10:34.073" v="18936" actId="47"/>
        <pc:sldMkLst>
          <pc:docMk/>
          <pc:sldMk cId="783418692" sldId="706"/>
        </pc:sldMkLst>
        <pc:spChg chg="mod">
          <ac:chgData name="Tal R." userId="03e9e69c0e8a7741" providerId="LiveId" clId="{012321CB-D30F-40A1-894C-E46D43B30E68}" dt="2025-11-15T21:10:08.041" v="18928"/>
          <ac:spMkLst>
            <pc:docMk/>
            <pc:sldMk cId="783418692" sldId="706"/>
            <ac:spMk id="3" creationId="{99689C44-69DC-43E0-E384-67D6E9DD18DA}"/>
          </ac:spMkLst>
        </pc:spChg>
        <pc:spChg chg="mod">
          <ac:chgData name="Tal R." userId="03e9e69c0e8a7741" providerId="LiveId" clId="{012321CB-D30F-40A1-894C-E46D43B30E68}" dt="2025-11-15T21:10:12.937" v="18929"/>
          <ac:spMkLst>
            <pc:docMk/>
            <pc:sldMk cId="783418692" sldId="706"/>
            <ac:spMk id="4" creationId="{6BAADF7E-771D-927B-04BC-9F40866F0638}"/>
          </ac:spMkLst>
        </pc:spChg>
      </pc:sldChg>
      <pc:sldChg chg="addSp delSp modSp add del mod">
        <pc:chgData name="Tal R." userId="03e9e69c0e8a7741" providerId="LiveId" clId="{012321CB-D30F-40A1-894C-E46D43B30E68}" dt="2025-11-15T21:48:24.359" v="20178" actId="47"/>
        <pc:sldMkLst>
          <pc:docMk/>
          <pc:sldMk cId="3700083902" sldId="707"/>
        </pc:sldMkLst>
        <pc:spChg chg="add mod">
          <ac:chgData name="Tal R." userId="03e9e69c0e8a7741" providerId="LiveId" clId="{012321CB-D30F-40A1-894C-E46D43B30E68}" dt="2025-11-15T21:10:32.458" v="18935" actId="1076"/>
          <ac:spMkLst>
            <pc:docMk/>
            <pc:sldMk cId="3700083902" sldId="707"/>
            <ac:spMk id="6" creationId="{FC05699B-D2FF-54DF-3CDF-FFE6FF1154F2}"/>
          </ac:spMkLst>
        </pc:spChg>
        <pc:spChg chg="add del mod">
          <ac:chgData name="Tal R." userId="03e9e69c0e8a7741" providerId="LiveId" clId="{012321CB-D30F-40A1-894C-E46D43B30E68}" dt="2025-11-15T21:12:08.555" v="18959" actId="478"/>
          <ac:spMkLst>
            <pc:docMk/>
            <pc:sldMk cId="3700083902" sldId="707"/>
            <ac:spMk id="7" creationId="{4BE74A4D-C28F-2032-093F-644D536633ED}"/>
          </ac:spMkLst>
        </pc:spChg>
        <pc:picChg chg="del">
          <ac:chgData name="Tal R." userId="03e9e69c0e8a7741" providerId="LiveId" clId="{012321CB-D30F-40A1-894C-E46D43B30E68}" dt="2025-11-15T21:10:25.669" v="18932" actId="478"/>
          <ac:picMkLst>
            <pc:docMk/>
            <pc:sldMk cId="3700083902" sldId="707"/>
            <ac:picMk id="9" creationId="{BA4C9D2E-8F2B-480F-7445-7452940C8452}"/>
          </ac:picMkLst>
        </pc:picChg>
        <pc:cxnChg chg="del">
          <ac:chgData name="Tal R." userId="03e9e69c0e8a7741" providerId="LiveId" clId="{012321CB-D30F-40A1-894C-E46D43B30E68}" dt="2025-11-15T21:10:26.267" v="18933" actId="478"/>
          <ac:cxnSpMkLst>
            <pc:docMk/>
            <pc:sldMk cId="3700083902" sldId="707"/>
            <ac:cxnSpMk id="2" creationId="{5B9C397A-0D9B-FC34-2240-B195B75CDEAD}"/>
          </ac:cxnSpMkLst>
        </pc:cxnChg>
        <pc:cxnChg chg="del">
          <ac:chgData name="Tal R." userId="03e9e69c0e8a7741" providerId="LiveId" clId="{012321CB-D30F-40A1-894C-E46D43B30E68}" dt="2025-11-15T21:10:25.130" v="18931" actId="478"/>
          <ac:cxnSpMkLst>
            <pc:docMk/>
            <pc:sldMk cId="3700083902" sldId="707"/>
            <ac:cxnSpMk id="5" creationId="{09BEE84A-D497-33B4-CE34-A56DD28343D5}"/>
          </ac:cxnSpMkLst>
        </pc:cxnChg>
      </pc:sldChg>
      <pc:sldChg chg="add del">
        <pc:chgData name="Tal R." userId="03e9e69c0e8a7741" providerId="LiveId" clId="{012321CB-D30F-40A1-894C-E46D43B30E68}" dt="2025-11-15T21:12:18.854" v="18961" actId="47"/>
        <pc:sldMkLst>
          <pc:docMk/>
          <pc:sldMk cId="789993131" sldId="708"/>
        </pc:sldMkLst>
      </pc:sldChg>
      <pc:sldChg chg="add del modAnim">
        <pc:chgData name="Tal R." userId="03e9e69c0e8a7741" providerId="LiveId" clId="{012321CB-D30F-40A1-894C-E46D43B30E68}" dt="2025-11-15T21:48:24.359" v="20178" actId="47"/>
        <pc:sldMkLst>
          <pc:docMk/>
          <pc:sldMk cId="2956341896" sldId="709"/>
        </pc:sldMkLst>
      </pc:sldChg>
      <pc:sldChg chg="modSp add del setBg modAnim">
        <pc:chgData name="Tal R." userId="03e9e69c0e8a7741" providerId="LiveId" clId="{012321CB-D30F-40A1-894C-E46D43B30E68}" dt="2025-11-15T21:48:24.359" v="20178" actId="47"/>
        <pc:sldMkLst>
          <pc:docMk/>
          <pc:sldMk cId="2071876219" sldId="710"/>
        </pc:sldMkLst>
        <pc:spChg chg="mod">
          <ac:chgData name="Tal R." userId="03e9e69c0e8a7741" providerId="LiveId" clId="{012321CB-D30F-40A1-894C-E46D43B30E68}" dt="2025-11-15T21:12:46.148" v="18964"/>
          <ac:spMkLst>
            <pc:docMk/>
            <pc:sldMk cId="2071876219" sldId="710"/>
            <ac:spMk id="3" creationId="{499A9526-A1A5-E187-BEC4-EB9DDED28208}"/>
          </ac:spMkLst>
        </pc:spChg>
        <pc:spChg chg="mod">
          <ac:chgData name="Tal R." userId="03e9e69c0e8a7741" providerId="LiveId" clId="{012321CB-D30F-40A1-894C-E46D43B30E68}" dt="2025-11-15T21:13:08.773" v="18969" actId="20577"/>
          <ac:spMkLst>
            <pc:docMk/>
            <pc:sldMk cId="2071876219" sldId="710"/>
            <ac:spMk id="4" creationId="{FAB726BD-56AE-FD33-9BA6-9F439FE4AC37}"/>
          </ac:spMkLst>
        </pc:spChg>
      </pc:sldChg>
      <pc:sldChg chg="addSp modSp add del mod">
        <pc:chgData name="Tal R." userId="03e9e69c0e8a7741" providerId="LiveId" clId="{012321CB-D30F-40A1-894C-E46D43B30E68}" dt="2025-11-15T21:48:24.359" v="20178" actId="47"/>
        <pc:sldMkLst>
          <pc:docMk/>
          <pc:sldMk cId="3887821998" sldId="711"/>
        </pc:sldMkLst>
        <pc:spChg chg="mod">
          <ac:chgData name="Tal R." userId="03e9e69c0e8a7741" providerId="LiveId" clId="{012321CB-D30F-40A1-894C-E46D43B30E68}" dt="2025-11-15T21:13:37.136" v="18991" actId="20577"/>
          <ac:spMkLst>
            <pc:docMk/>
            <pc:sldMk cId="3887821998" sldId="711"/>
            <ac:spMk id="4" creationId="{EB1D0620-CCC8-F4B6-F4FC-43951DE38446}"/>
          </ac:spMkLst>
        </pc:spChg>
        <pc:cxnChg chg="add mod">
          <ac:chgData name="Tal R." userId="03e9e69c0e8a7741" providerId="LiveId" clId="{012321CB-D30F-40A1-894C-E46D43B30E68}" dt="2025-11-15T21:13:48.325" v="18993" actId="1076"/>
          <ac:cxnSpMkLst>
            <pc:docMk/>
            <pc:sldMk cId="3887821998" sldId="711"/>
            <ac:cxnSpMk id="5" creationId="{131216B6-48CC-B4F7-3181-3540D6C97A72}"/>
          </ac:cxnSpMkLst>
        </pc:cxnChg>
        <pc:cxnChg chg="add mod">
          <ac:chgData name="Tal R." userId="03e9e69c0e8a7741" providerId="LiveId" clId="{012321CB-D30F-40A1-894C-E46D43B30E68}" dt="2025-11-15T21:13:48.325" v="18993" actId="1076"/>
          <ac:cxnSpMkLst>
            <pc:docMk/>
            <pc:sldMk cId="3887821998" sldId="711"/>
            <ac:cxnSpMk id="6" creationId="{E6C19160-EE5A-DD77-5D41-1D008180178C}"/>
          </ac:cxnSpMkLst>
        </pc:cxnChg>
      </pc:sldChg>
      <pc:sldChg chg="addSp delSp modSp add del mod modTransition">
        <pc:chgData name="Tal R." userId="03e9e69c0e8a7741" providerId="LiveId" clId="{012321CB-D30F-40A1-894C-E46D43B30E68}" dt="2025-11-15T21:48:24.359" v="20178" actId="47"/>
        <pc:sldMkLst>
          <pc:docMk/>
          <pc:sldMk cId="579360540" sldId="712"/>
        </pc:sldMkLst>
        <pc:spChg chg="mod">
          <ac:chgData name="Tal R." userId="03e9e69c0e8a7741" providerId="LiveId" clId="{012321CB-D30F-40A1-894C-E46D43B30E68}" dt="2025-11-15T21:14:30.855" v="19012" actId="20577"/>
          <ac:spMkLst>
            <pc:docMk/>
            <pc:sldMk cId="579360540" sldId="712"/>
            <ac:spMk id="4" creationId="{90EBB7C2-C324-04F0-A250-2BC788923838}"/>
          </ac:spMkLst>
        </pc:spChg>
        <pc:spChg chg="add del mod">
          <ac:chgData name="Tal R." userId="03e9e69c0e8a7741" providerId="LiveId" clId="{012321CB-D30F-40A1-894C-E46D43B30E68}" dt="2025-11-15T21:16:10.837" v="19026" actId="11529"/>
          <ac:spMkLst>
            <pc:docMk/>
            <pc:sldMk cId="579360540" sldId="712"/>
            <ac:spMk id="8" creationId="{83FF3066-2B8D-2DFA-A93E-438D3834E0C9}"/>
          </ac:spMkLst>
        </pc:spChg>
        <pc:picChg chg="add mod">
          <ac:chgData name="Tal R." userId="03e9e69c0e8a7741" providerId="LiveId" clId="{012321CB-D30F-40A1-894C-E46D43B30E68}" dt="2025-11-15T21:18:49.521" v="19066" actId="1076"/>
          <ac:picMkLst>
            <pc:docMk/>
            <pc:sldMk cId="579360540" sldId="712"/>
            <ac:picMk id="10" creationId="{0ED4633B-7077-F970-A66A-1E8C04E692F2}"/>
          </ac:picMkLst>
        </pc:picChg>
        <pc:picChg chg="add del mod">
          <ac:chgData name="Tal R." userId="03e9e69c0e8a7741" providerId="LiveId" clId="{012321CB-D30F-40A1-894C-E46D43B30E68}" dt="2025-11-15T21:17:12.069" v="19038" actId="1076"/>
          <ac:picMkLst>
            <pc:docMk/>
            <pc:sldMk cId="579360540" sldId="712"/>
            <ac:picMk id="1028" creationId="{9C5AC4E3-8C9D-1493-77CA-7223CA214128}"/>
          </ac:picMkLst>
        </pc:picChg>
        <pc:cxnChg chg="del">
          <ac:chgData name="Tal R." userId="03e9e69c0e8a7741" providerId="LiveId" clId="{012321CB-D30F-40A1-894C-E46D43B30E68}" dt="2025-11-15T21:14:35.310" v="19013" actId="478"/>
          <ac:cxnSpMkLst>
            <pc:docMk/>
            <pc:sldMk cId="579360540" sldId="712"/>
            <ac:cxnSpMk id="5" creationId="{5DD73DD9-BF39-94E5-5054-829B80714373}"/>
          </ac:cxnSpMkLst>
        </pc:cxnChg>
        <pc:cxnChg chg="del">
          <ac:chgData name="Tal R." userId="03e9e69c0e8a7741" providerId="LiveId" clId="{012321CB-D30F-40A1-894C-E46D43B30E68}" dt="2025-11-15T21:14:35.310" v="19013" actId="478"/>
          <ac:cxnSpMkLst>
            <pc:docMk/>
            <pc:sldMk cId="579360540" sldId="712"/>
            <ac:cxnSpMk id="6" creationId="{62F747BD-BAD6-C6A3-4A26-95B2941E0601}"/>
          </ac:cxnSpMkLst>
        </pc:cxnChg>
        <pc:cxnChg chg="mod">
          <ac:chgData name="Tal R." userId="03e9e69c0e8a7741" providerId="LiveId" clId="{012321CB-D30F-40A1-894C-E46D43B30E68}" dt="2025-11-15T21:17:14.343" v="19039" actId="14100"/>
          <ac:cxnSpMkLst>
            <pc:docMk/>
            <pc:sldMk cId="579360540" sldId="712"/>
            <ac:cxnSpMk id="7" creationId="{EE7E8CEE-DD02-0FBB-2CDB-BD6C07A66BA1}"/>
          </ac:cxnSpMkLst>
        </pc:cxnChg>
      </pc:sldChg>
      <pc:sldChg chg="modSp add del mod">
        <pc:chgData name="Tal R." userId="03e9e69c0e8a7741" providerId="LiveId" clId="{012321CB-D30F-40A1-894C-E46D43B30E68}" dt="2025-11-15T21:18:16.698" v="19060" actId="47"/>
        <pc:sldMkLst>
          <pc:docMk/>
          <pc:sldMk cId="2718838995" sldId="713"/>
        </pc:sldMkLst>
        <pc:spChg chg="mod">
          <ac:chgData name="Tal R." userId="03e9e69c0e8a7741" providerId="LiveId" clId="{012321CB-D30F-40A1-894C-E46D43B30E68}" dt="2025-11-15T21:16:48.342" v="19035" actId="20577"/>
          <ac:spMkLst>
            <pc:docMk/>
            <pc:sldMk cId="2718838995" sldId="713"/>
            <ac:spMk id="4" creationId="{FA222682-77EE-0192-B6B0-70F6E1FEB814}"/>
          </ac:spMkLst>
        </pc:spChg>
        <pc:picChg chg="mod">
          <ac:chgData name="Tal R." userId="03e9e69c0e8a7741" providerId="LiveId" clId="{012321CB-D30F-40A1-894C-E46D43B30E68}" dt="2025-11-15T21:17:03.478" v="19037" actId="1076"/>
          <ac:picMkLst>
            <pc:docMk/>
            <pc:sldMk cId="2718838995" sldId="713"/>
            <ac:picMk id="1028" creationId="{F12B63CC-1878-7A27-5D75-32ED5FC6B385}"/>
          </ac:picMkLst>
        </pc:picChg>
      </pc:sldChg>
      <pc:sldChg chg="addSp delSp modSp add del mod modTransition">
        <pc:chgData name="Tal R." userId="03e9e69c0e8a7741" providerId="LiveId" clId="{012321CB-D30F-40A1-894C-E46D43B30E68}" dt="2025-11-15T21:48:24.359" v="20178" actId="47"/>
        <pc:sldMkLst>
          <pc:docMk/>
          <pc:sldMk cId="1688870964" sldId="714"/>
        </pc:sldMkLst>
        <pc:spChg chg="mod">
          <ac:chgData name="Tal R." userId="03e9e69c0e8a7741" providerId="LiveId" clId="{012321CB-D30F-40A1-894C-E46D43B30E68}" dt="2025-11-15T21:17:58.351" v="19059" actId="20577"/>
          <ac:spMkLst>
            <pc:docMk/>
            <pc:sldMk cId="1688870964" sldId="714"/>
            <ac:spMk id="4" creationId="{339A6A16-7C62-9F9E-74BD-2392597FF0B1}"/>
          </ac:spMkLst>
        </pc:spChg>
        <pc:picChg chg="add mod">
          <ac:chgData name="Tal R." userId="03e9e69c0e8a7741" providerId="LiveId" clId="{012321CB-D30F-40A1-894C-E46D43B30E68}" dt="2025-11-15T21:17:39.132" v="19044" actId="1076"/>
          <ac:picMkLst>
            <pc:docMk/>
            <pc:sldMk cId="1688870964" sldId="714"/>
            <ac:picMk id="5" creationId="{506740E0-59DC-F934-36D8-389F57854FAA}"/>
          </ac:picMkLst>
        </pc:picChg>
        <pc:picChg chg="add mod ord">
          <ac:chgData name="Tal R." userId="03e9e69c0e8a7741" providerId="LiveId" clId="{012321CB-D30F-40A1-894C-E46D43B30E68}" dt="2025-11-15T21:19:11.085" v="19069" actId="167"/>
          <ac:picMkLst>
            <pc:docMk/>
            <pc:sldMk cId="1688870964" sldId="714"/>
            <ac:picMk id="6" creationId="{A432D97F-71D0-40A4-5897-012C4C0DE914}"/>
          </ac:picMkLst>
        </pc:picChg>
        <pc:picChg chg="del mod">
          <ac:chgData name="Tal R." userId="03e9e69c0e8a7741" providerId="LiveId" clId="{012321CB-D30F-40A1-894C-E46D43B30E68}" dt="2025-11-15T21:17:34.624" v="19042" actId="478"/>
          <ac:picMkLst>
            <pc:docMk/>
            <pc:sldMk cId="1688870964" sldId="714"/>
            <ac:picMk id="1028" creationId="{EDEED7CC-24CD-FAF5-C56F-7ADD0B412B26}"/>
          </ac:picMkLst>
        </pc:picChg>
      </pc:sldChg>
      <pc:sldChg chg="modSp add del mod">
        <pc:chgData name="Tal R." userId="03e9e69c0e8a7741" providerId="LiveId" clId="{012321CB-D30F-40A1-894C-E46D43B30E68}" dt="2025-11-15T21:26:28.159" v="19259" actId="47"/>
        <pc:sldMkLst>
          <pc:docMk/>
          <pc:sldMk cId="93041949" sldId="715"/>
        </pc:sldMkLst>
        <pc:spChg chg="mod">
          <ac:chgData name="Tal R." userId="03e9e69c0e8a7741" providerId="LiveId" clId="{012321CB-D30F-40A1-894C-E46D43B30E68}" dt="2025-11-15T21:25:21.564" v="19200" actId="20577"/>
          <ac:spMkLst>
            <pc:docMk/>
            <pc:sldMk cId="93041949" sldId="715"/>
            <ac:spMk id="4" creationId="{2F2186BB-3065-A6DD-DD84-B45EA34AE4C5}"/>
          </ac:spMkLst>
        </pc:spChg>
      </pc:sldChg>
      <pc:sldChg chg="modSp add del mod modAnim">
        <pc:chgData name="Tal R." userId="03e9e69c0e8a7741" providerId="LiveId" clId="{012321CB-D30F-40A1-894C-E46D43B30E68}" dt="2025-11-15T21:48:24.359" v="20178" actId="47"/>
        <pc:sldMkLst>
          <pc:docMk/>
          <pc:sldMk cId="3085824815" sldId="715"/>
        </pc:sldMkLst>
        <pc:spChg chg="mod">
          <ac:chgData name="Tal R." userId="03e9e69c0e8a7741" providerId="LiveId" clId="{012321CB-D30F-40A1-894C-E46D43B30E68}" dt="2025-11-15T21:28:23.897" v="19295" actId="948"/>
          <ac:spMkLst>
            <pc:docMk/>
            <pc:sldMk cId="3085824815" sldId="715"/>
            <ac:spMk id="3" creationId="{CB06A671-B9AE-AEE6-B2BF-EB67C2D4418C}"/>
          </ac:spMkLst>
        </pc:spChg>
        <pc:spChg chg="mod">
          <ac:chgData name="Tal R." userId="03e9e69c0e8a7741" providerId="LiveId" clId="{012321CB-D30F-40A1-894C-E46D43B30E68}" dt="2025-11-15T21:27:16.743" v="19281" actId="20577"/>
          <ac:spMkLst>
            <pc:docMk/>
            <pc:sldMk cId="3085824815" sldId="715"/>
            <ac:spMk id="4" creationId="{60B651C8-FDD1-328E-0766-13EAD256ACA6}"/>
          </ac:spMkLst>
        </pc:spChg>
      </pc:sldChg>
      <pc:sldChg chg="modSp add del mod modTransition addAnim delAnim modAnim">
        <pc:chgData name="Tal R." userId="03e9e69c0e8a7741" providerId="LiveId" clId="{012321CB-D30F-40A1-894C-E46D43B30E68}" dt="2025-11-15T21:50:19.363" v="20179"/>
        <pc:sldMkLst>
          <pc:docMk/>
          <pc:sldMk cId="2681493351" sldId="716"/>
        </pc:sldMkLst>
        <pc:spChg chg="mod">
          <ac:chgData name="Tal R." userId="03e9e69c0e8a7741" providerId="LiveId" clId="{012321CB-D30F-40A1-894C-E46D43B30E68}" dt="2025-11-15T21:28:42.202" v="19310" actId="20577"/>
          <ac:spMkLst>
            <pc:docMk/>
            <pc:sldMk cId="2681493351" sldId="716"/>
            <ac:spMk id="3" creationId="{A448EDEB-C972-E4F7-2602-CD64EAFDFCE4}"/>
          </ac:spMkLst>
        </pc:spChg>
        <pc:spChg chg="mod">
          <ac:chgData name="Tal R." userId="03e9e69c0e8a7741" providerId="LiveId" clId="{012321CB-D30F-40A1-894C-E46D43B30E68}" dt="2025-11-15T21:30:26.208" v="19468" actId="20577"/>
          <ac:spMkLst>
            <pc:docMk/>
            <pc:sldMk cId="2681493351" sldId="716"/>
            <ac:spMk id="4" creationId="{42EEA03D-C101-4CEA-E7BA-C34A8A948B87}"/>
          </ac:spMkLst>
        </pc:spChg>
      </pc:sldChg>
      <pc:sldChg chg="modSp add del mod addAnim delAnim modAnim">
        <pc:chgData name="Tal R." userId="03e9e69c0e8a7741" providerId="LiveId" clId="{012321CB-D30F-40A1-894C-E46D43B30E68}" dt="2025-11-15T21:50:19.363" v="20179"/>
        <pc:sldMkLst>
          <pc:docMk/>
          <pc:sldMk cId="1932495149" sldId="717"/>
        </pc:sldMkLst>
        <pc:spChg chg="mod">
          <ac:chgData name="Tal R." userId="03e9e69c0e8a7741" providerId="LiveId" clId="{012321CB-D30F-40A1-894C-E46D43B30E68}" dt="2025-11-15T21:39:00.287" v="19836" actId="20577"/>
          <ac:spMkLst>
            <pc:docMk/>
            <pc:sldMk cId="1932495149" sldId="717"/>
            <ac:spMk id="4" creationId="{6DAA6970-ABC1-DABA-7182-F3C3724F32BB}"/>
          </ac:spMkLst>
        </pc:spChg>
      </pc:sldChg>
      <pc:sldChg chg="add del">
        <pc:chgData name="Tal R." userId="03e9e69c0e8a7741" providerId="LiveId" clId="{012321CB-D30F-40A1-894C-E46D43B30E68}" dt="2025-11-15T21:28:37.135" v="19299" actId="47"/>
        <pc:sldMkLst>
          <pc:docMk/>
          <pc:sldMk cId="4182959876" sldId="717"/>
        </pc:sldMkLst>
      </pc:sldChg>
      <pc:sldChg chg="modSp add del mod addAnim delAnim modAnim">
        <pc:chgData name="Tal R." userId="03e9e69c0e8a7741" providerId="LiveId" clId="{012321CB-D30F-40A1-894C-E46D43B30E68}" dt="2025-11-15T21:50:19.363" v="20179"/>
        <pc:sldMkLst>
          <pc:docMk/>
          <pc:sldMk cId="1134803504" sldId="718"/>
        </pc:sldMkLst>
        <pc:spChg chg="mod">
          <ac:chgData name="Tal R." userId="03e9e69c0e8a7741" providerId="LiveId" clId="{012321CB-D30F-40A1-894C-E46D43B30E68}" dt="2025-11-15T21:44:53.302" v="20173" actId="20577"/>
          <ac:spMkLst>
            <pc:docMk/>
            <pc:sldMk cId="1134803504" sldId="718"/>
            <ac:spMk id="4" creationId="{017CD3BF-564E-1763-65A6-9DFE799C54CC}"/>
          </ac:spMkLst>
        </pc:spChg>
      </pc:sldChg>
      <pc:sldChg chg="modSp add del mod addAnim delAnim modAnim">
        <pc:chgData name="Tal R." userId="03e9e69c0e8a7741" providerId="LiveId" clId="{012321CB-D30F-40A1-894C-E46D43B30E68}" dt="2025-11-15T21:50:19.363" v="20179"/>
        <pc:sldMkLst>
          <pc:docMk/>
          <pc:sldMk cId="1352169147" sldId="719"/>
        </pc:sldMkLst>
        <pc:spChg chg="mod">
          <ac:chgData name="Tal R." userId="03e9e69c0e8a7741" providerId="LiveId" clId="{012321CB-D30F-40A1-894C-E46D43B30E68}" dt="2025-11-15T21:43:18.666" v="20099" actId="20577"/>
          <ac:spMkLst>
            <pc:docMk/>
            <pc:sldMk cId="1352169147" sldId="719"/>
            <ac:spMk id="4" creationId="{B3578A78-1534-7B58-6005-19AC1736D75C}"/>
          </ac:spMkLst>
        </pc:spChg>
      </pc:sldChg>
      <pc:sldChg chg="modSp add del modAnim">
        <pc:chgData name="Tal R." userId="03e9e69c0e8a7741" providerId="LiveId" clId="{012321CB-D30F-40A1-894C-E46D43B30E68}" dt="2025-11-15T21:50:19.363" v="20179"/>
        <pc:sldMkLst>
          <pc:docMk/>
          <pc:sldMk cId="1094207302" sldId="720"/>
        </pc:sldMkLst>
        <pc:spChg chg="mod">
          <ac:chgData name="Tal R." userId="03e9e69c0e8a7741" providerId="LiveId" clId="{012321CB-D30F-40A1-894C-E46D43B30E68}" dt="2025-11-15T21:44:40.257" v="20172" actId="20577"/>
          <ac:spMkLst>
            <pc:docMk/>
            <pc:sldMk cId="1094207302" sldId="720"/>
            <ac:spMk id="4" creationId="{30E2CC55-5971-B4EB-DA0C-1AC566F1DFCF}"/>
          </ac:spMkLst>
        </pc:spChg>
      </pc:sldChg>
      <pc:sldChg chg="add del">
        <pc:chgData name="Tal R." userId="03e9e69c0e8a7741" providerId="LiveId" clId="{012321CB-D30F-40A1-894C-E46D43B30E68}" dt="2025-11-15T21:47:13.540" v="20177" actId="47"/>
        <pc:sldMkLst>
          <pc:docMk/>
          <pc:sldMk cId="79369158" sldId="721"/>
        </pc:sldMkLst>
      </pc:sldChg>
      <pc:sldMasterChg chg="delSp modSp mod addSldLayout delSldLayout modSldLayout">
        <pc:chgData name="Tal R." userId="03e9e69c0e8a7741" providerId="LiveId" clId="{012321CB-D30F-40A1-894C-E46D43B30E68}" dt="2025-11-03T19:02:04.386" v="2684" actId="47"/>
        <pc:sldMasterMkLst>
          <pc:docMk/>
          <pc:sldMasterMk cId="443307082" sldId="2147483648"/>
        </pc:sldMasterMkLst>
        <pc:spChg chg="mod">
          <ac:chgData name="Tal R." userId="03e9e69c0e8a7741" providerId="LiveId" clId="{012321CB-D30F-40A1-894C-E46D43B30E68}" dt="2025-11-01T20:34:14.649" v="138" actId="1076"/>
          <ac:spMkLst>
            <pc:docMk/>
            <pc:sldMasterMk cId="443307082" sldId="2147483648"/>
            <ac:spMk id="2" creationId="{2175CC09-1E32-D0CD-29D9-E2E1C1E1E15D}"/>
          </ac:spMkLst>
        </pc:spChg>
        <pc:sldLayoutChg chg="addSp delSp modSp mod">
          <pc:chgData name="Tal R." userId="03e9e69c0e8a7741" providerId="LiveId" clId="{012321CB-D30F-40A1-894C-E46D43B30E68}" dt="2025-11-03T18:56:04.852" v="2619" actId="21"/>
          <pc:sldLayoutMkLst>
            <pc:docMk/>
            <pc:sldMasterMk cId="443307082" sldId="2147483648"/>
            <pc:sldLayoutMk cId="197145588" sldId="2147483649"/>
          </pc:sldLayoutMkLst>
          <pc:spChg chg="add mod">
            <ac:chgData name="Tal R." userId="03e9e69c0e8a7741" providerId="LiveId" clId="{012321CB-D30F-40A1-894C-E46D43B30E68}" dt="2025-11-01T20:37:16.061" v="210" actId="1076"/>
            <ac:spMkLst>
              <pc:docMk/>
              <pc:sldMasterMk cId="443307082" sldId="2147483648"/>
              <pc:sldLayoutMk cId="197145588" sldId="2147483649"/>
              <ac:spMk id="2" creationId="{C63AC67B-A509-166B-C5CC-2EF767155503}"/>
            </ac:spMkLst>
          </pc:spChg>
          <pc:spChg chg="add mod">
            <ac:chgData name="Tal R." userId="03e9e69c0e8a7741" providerId="LiveId" clId="{012321CB-D30F-40A1-894C-E46D43B30E68}" dt="2025-11-03T18:56:04.852" v="2619" actId="21"/>
            <ac:spMkLst>
              <pc:docMk/>
              <pc:sldMasterMk cId="443307082" sldId="2147483648"/>
              <pc:sldLayoutMk cId="197145588" sldId="2147483649"/>
              <ac:spMk id="4" creationId="{75400D95-AE9F-826B-7C3A-A9F2F1391648}"/>
            </ac:spMkLst>
          </pc:spChg>
        </pc:sldLayoutChg>
        <pc:sldLayoutChg chg="addSp delSp mod">
          <pc:chgData name="Tal R." userId="03e9e69c0e8a7741" providerId="LiveId" clId="{012321CB-D30F-40A1-894C-E46D43B30E68}" dt="2025-11-01T20:32:49.183" v="131" actId="478"/>
          <pc:sldLayoutMkLst>
            <pc:docMk/>
            <pc:sldMasterMk cId="443307082" sldId="2147483648"/>
            <pc:sldLayoutMk cId="2285841394" sldId="214748365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86FBB33-3A7B-FD1A-B843-871C484E72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011B8-0A54-70FB-27EE-859898B6D4D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F6DF34-C585-4C12-B178-D0C47CBC4446}" type="datetimeFigureOut">
              <a:rPr lang="en-IL" smtClean="0"/>
              <a:t>11/16/2025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2E307D-D58C-B4B0-EA84-20C9CE18753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E60314-03A1-2682-2FD8-AF8F93F321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F66A7A-8D44-413F-979F-54C810EDD79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91194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E4470E-428A-49A2-9F21-2FC2656C022F}" type="datetimeFigureOut">
              <a:rPr lang="LID4096" smtClean="0"/>
              <a:t>11/16/2025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455DA9-2505-44F6-AA4C-A32366DA151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44179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63AC67B-A509-166B-C5CC-2EF767155503}"/>
              </a:ext>
            </a:extLst>
          </p:cNvPr>
          <p:cNvSpPr/>
          <p:nvPr userDrawn="1"/>
        </p:nvSpPr>
        <p:spPr>
          <a:xfrm>
            <a:off x="3304148" y="3338999"/>
            <a:ext cx="524534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5400" b="0" i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Calibri" panose="020F0502020204030204" pitchFamily="34" charset="0"/>
              </a:rPr>
              <a:t>קורס תכנות מערכות</a:t>
            </a:r>
            <a:endParaRPr lang="LID4096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CourseTitle" descr="Slide title in Hebrew">
            <a:extLst>
              <a:ext uri="{FF2B5EF4-FFF2-40B4-BE49-F238E27FC236}">
                <a16:creationId xmlns:a16="http://schemas.microsoft.com/office/drawing/2014/main" id="{75400D95-AE9F-826B-7C3A-A9F2F1391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959" y="549275"/>
            <a:ext cx="7830241" cy="2789724"/>
          </a:xfrm>
          <a:prstGeom prst="rect">
            <a:avLst/>
          </a:prstGeom>
        </p:spPr>
        <p:txBody>
          <a:bodyPr wrap="none" tIns="0" bIns="0">
            <a:normAutofit/>
          </a:bodyPr>
          <a:lstStyle>
            <a:lvl1pPr algn="r" rtl="1">
              <a:defRPr lang="he-IL" sz="9600" b="1" kern="1200" dirty="0">
                <a:ln w="12700">
                  <a:solidFill>
                    <a:srgbClr val="525252">
                      <a:alpha val="99000"/>
                    </a:srgbClr>
                  </a:solidFill>
                  <a:prstDash val="solid"/>
                </a:ln>
                <a:pattFill prst="narHorz">
                  <a:fgClr>
                    <a:schemeClr val="accent1"/>
                  </a:fgClr>
                  <a:bgClr>
                    <a:srgbClr val="DBDBDB"/>
                  </a:bgClr>
                </a:pattFill>
                <a:effectLst>
                  <a:innerShdw blurRad="177800">
                    <a:schemeClr val="bg1">
                      <a:lumMod val="50000"/>
                    </a:scheme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Rubik" pitchFamily="2" charset="-79"/>
              </a:defRPr>
            </a:lvl1pPr>
          </a:lstStyle>
          <a:p>
            <a:pPr lvl="0" algn="r" rtl="1"/>
            <a:endParaRPr lang="he-IL" sz="60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7145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HebrewTitle" descr="Slide title in Hebrew">
            <a:extLst>
              <a:ext uri="{FF2B5EF4-FFF2-40B4-BE49-F238E27FC236}">
                <a16:creationId xmlns:a16="http://schemas.microsoft.com/office/drawing/2014/main" id="{36E91B60-7897-7630-1583-F7AB58541E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1394" y="458966"/>
            <a:ext cx="7830241" cy="720009"/>
          </a:xfrm>
          <a:prstGeom prst="rect">
            <a:avLst/>
          </a:prstGeom>
        </p:spPr>
        <p:txBody>
          <a:bodyPr wrap="none" tIns="0" bIns="0">
            <a:normAutofit/>
          </a:bodyPr>
          <a:lstStyle>
            <a:lvl1pPr algn="r" rtl="1">
              <a:defRPr lang="he-IL" sz="6000" b="1" kern="1200" dirty="0">
                <a:ln w="12700">
                  <a:solidFill>
                    <a:srgbClr val="525252">
                      <a:alpha val="99000"/>
                    </a:srgbClr>
                  </a:solidFill>
                  <a:prstDash val="solid"/>
                </a:ln>
                <a:pattFill prst="narHorz">
                  <a:fgClr>
                    <a:schemeClr val="accent1"/>
                  </a:fgClr>
                  <a:bgClr>
                    <a:srgbClr val="DBDBDB"/>
                  </a:bgClr>
                </a:pattFill>
                <a:effectLst>
                  <a:innerShdw blurRad="177800">
                    <a:schemeClr val="bg1">
                      <a:lumMod val="50000"/>
                    </a:scheme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Rubik" pitchFamily="2" charset="-79"/>
              </a:defRPr>
            </a:lvl1pPr>
          </a:lstStyle>
          <a:p>
            <a:pPr marL="0" lvl="0" indent="0" algn="r" rtl="1">
              <a:spcBef>
                <a:spcPts val="0"/>
              </a:spcBef>
              <a:buNone/>
            </a:pPr>
            <a:r>
              <a:rPr lang="he-IL" dirty="0"/>
              <a:t>נושא השקופית</a:t>
            </a:r>
          </a:p>
        </p:txBody>
      </p:sp>
      <p:sp>
        <p:nvSpPr>
          <p:cNvPr id="5" name="!!Content">
            <a:extLst>
              <a:ext uri="{FF2B5EF4-FFF2-40B4-BE49-F238E27FC236}">
                <a16:creationId xmlns:a16="http://schemas.microsoft.com/office/drawing/2014/main" id="{A5F67D86-B813-2EB6-2AD8-530BF918B2A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81063" y="1719263"/>
            <a:ext cx="7831137" cy="48593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rtl="1">
              <a:buFont typeface="Arial" panose="020B0604020202020204" pitchFamily="34" charset="0"/>
              <a:buNone/>
              <a:defRPr>
                <a:latin typeface="Calibri" panose="020F0502020204030204" pitchFamily="34" charset="0"/>
                <a:cs typeface="Rubik" pitchFamily="2" charset="-79"/>
              </a:defRPr>
            </a:lvl1pPr>
          </a:lstStyle>
          <a:p>
            <a:pPr lvl="0"/>
            <a:r>
              <a:rPr lang="he-IL" dirty="0"/>
              <a:t>תוכן</a:t>
            </a:r>
            <a:endParaRPr lang="en-US" dirty="0"/>
          </a:p>
          <a:p>
            <a:pPr lvl="0"/>
            <a:r>
              <a:rPr lang="en-US" dirty="0"/>
              <a:t>content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285841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BlueRectangle">
            <a:extLst>
              <a:ext uri="{FF2B5EF4-FFF2-40B4-BE49-F238E27FC236}">
                <a16:creationId xmlns:a16="http://schemas.microsoft.com/office/drawing/2014/main" id="{C2DBB14B-EEC3-2DB0-F986-1D4CB3A9C521}"/>
              </a:ext>
            </a:extLst>
          </p:cNvPr>
          <p:cNvSpPr/>
          <p:nvPr userDrawn="1"/>
        </p:nvSpPr>
        <p:spPr bwMode="gray">
          <a:xfrm>
            <a:off x="8892048" y="0"/>
            <a:ext cx="251952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 sz="1800" dirty="0">
              <a:latin typeface="Calibri" panose="020F0502020204030204" pitchFamily="34" charset="0"/>
            </a:endParaRPr>
          </a:p>
        </p:txBody>
      </p:sp>
      <p:sp>
        <p:nvSpPr>
          <p:cNvPr id="8" name="LeftLightBlueRectangle">
            <a:extLst>
              <a:ext uri="{FF2B5EF4-FFF2-40B4-BE49-F238E27FC236}">
                <a16:creationId xmlns:a16="http://schemas.microsoft.com/office/drawing/2014/main" id="{36A35963-74BA-CFBC-ECAA-C9D962DD03BB}"/>
              </a:ext>
            </a:extLst>
          </p:cNvPr>
          <p:cNvSpPr/>
          <p:nvPr userDrawn="1"/>
        </p:nvSpPr>
        <p:spPr bwMode="ltGray">
          <a:xfrm>
            <a:off x="341950" y="0"/>
            <a:ext cx="3600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sz="1800" dirty="0">
              <a:latin typeface="Calibri" panose="020F0502020204030204" pitchFamily="34" charset="0"/>
            </a:endParaRPr>
          </a:p>
        </p:txBody>
      </p:sp>
      <p:sp>
        <p:nvSpPr>
          <p:cNvPr id="9" name="LeftBlueRectangle">
            <a:extLst>
              <a:ext uri="{FF2B5EF4-FFF2-40B4-BE49-F238E27FC236}">
                <a16:creationId xmlns:a16="http://schemas.microsoft.com/office/drawing/2014/main" id="{4F015265-AF27-200C-4895-6752E9BFE9A5}"/>
              </a:ext>
            </a:extLst>
          </p:cNvPr>
          <p:cNvSpPr/>
          <p:nvPr userDrawn="1"/>
        </p:nvSpPr>
        <p:spPr bwMode="gray">
          <a:xfrm>
            <a:off x="-4334" y="0"/>
            <a:ext cx="346287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sz="1800" dirty="0">
              <a:latin typeface="Calibri" panose="020F0502020204030204" pitchFamily="34" charset="0"/>
            </a:endParaRPr>
          </a:p>
        </p:txBody>
      </p:sp>
      <p:cxnSp>
        <p:nvCxnSpPr>
          <p:cNvPr id="10" name="VerticalLineMidLogo">
            <a:extLst>
              <a:ext uri="{FF2B5EF4-FFF2-40B4-BE49-F238E27FC236}">
                <a16:creationId xmlns:a16="http://schemas.microsoft.com/office/drawing/2014/main" id="{656F6BDD-33C7-67F9-B411-2DDC5AA97049}"/>
              </a:ext>
            </a:extLst>
          </p:cNvPr>
          <p:cNvCxnSpPr>
            <a:cxnSpLocks/>
          </p:cNvCxnSpPr>
          <p:nvPr userDrawn="1"/>
        </p:nvCxnSpPr>
        <p:spPr bwMode="white">
          <a:xfrm>
            <a:off x="34195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HorizontalLineAboveLogo">
            <a:extLst>
              <a:ext uri="{FF2B5EF4-FFF2-40B4-BE49-F238E27FC236}">
                <a16:creationId xmlns:a16="http://schemas.microsoft.com/office/drawing/2014/main" id="{8B92081E-31C5-CAF2-9A81-0FF4B3064B25}"/>
              </a:ext>
            </a:extLst>
          </p:cNvPr>
          <p:cNvCxnSpPr>
            <a:cxnSpLocks/>
          </p:cNvCxnSpPr>
          <p:nvPr userDrawn="1"/>
        </p:nvCxnSpPr>
        <p:spPr bwMode="white">
          <a:xfrm>
            <a:off x="-4774" y="548968"/>
            <a:ext cx="706729" cy="0"/>
          </a:xfrm>
          <a:prstGeom prst="line">
            <a:avLst/>
          </a:prstGeom>
          <a:blipFill>
            <a:blip r:embed="rId4"/>
            <a:stretch>
              <a:fillRect/>
            </a:stretch>
          </a:blipFill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HorizontalLineBelowLogo">
            <a:extLst>
              <a:ext uri="{FF2B5EF4-FFF2-40B4-BE49-F238E27FC236}">
                <a16:creationId xmlns:a16="http://schemas.microsoft.com/office/drawing/2014/main" id="{37FEAC9E-A90B-0495-D4E9-530C0C874AA0}"/>
              </a:ext>
            </a:extLst>
          </p:cNvPr>
          <p:cNvCxnSpPr>
            <a:cxnSpLocks/>
          </p:cNvCxnSpPr>
          <p:nvPr userDrawn="1"/>
        </p:nvCxnSpPr>
        <p:spPr bwMode="white">
          <a:xfrm>
            <a:off x="-4774" y="1549232"/>
            <a:ext cx="706729" cy="0"/>
          </a:xfrm>
          <a:prstGeom prst="line">
            <a:avLst/>
          </a:prstGeom>
          <a:blipFill>
            <a:blip r:embed="rId4"/>
            <a:stretch>
              <a:fillRect/>
            </a:stretch>
          </a:blipFill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175CC09-1E32-D0CD-29D9-E2E1C1E1E15D}"/>
              </a:ext>
            </a:extLst>
          </p:cNvPr>
          <p:cNvSpPr txBox="1"/>
          <p:nvPr userDrawn="1"/>
        </p:nvSpPr>
        <p:spPr>
          <a:xfrm>
            <a:off x="701955" y="6550223"/>
            <a:ext cx="8858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Tal Raveh</a:t>
            </a:r>
            <a:endParaRPr lang="en-IL" sz="1400" dirty="0"/>
          </a:p>
        </p:txBody>
      </p:sp>
    </p:spTree>
    <p:extLst>
      <p:ext uri="{BB962C8B-B14F-4D97-AF65-F5344CB8AC3E}">
        <p14:creationId xmlns:p14="http://schemas.microsoft.com/office/powerpoint/2010/main" val="443307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98D00-06F6-E602-6C47-76C2BA233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פרק </a:t>
            </a:r>
            <a:r>
              <a:rPr lang="en-US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3</a:t>
            </a:r>
            <a:br>
              <a:rPr lang="he-IL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</a:br>
            <a:r>
              <a:rPr lang="he-IL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מחלקות ועצמים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467981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B8B7BE8-971E-6D29-5F4A-683C063ED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/>
              <a:t>יצירת מחלקה</a:t>
            </a:r>
            <a:endParaRPr lang="he-I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BAF7CA-BA55-B798-208E-F2A1754B3B2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718981"/>
            <a:ext cx="7831137" cy="4859620"/>
          </a:xfrm>
        </p:spPr>
        <p:txBody>
          <a:bodyPr>
            <a:normAutofit/>
          </a:bodyPr>
          <a:lstStyle/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// </a:t>
            </a:r>
            <a:r>
              <a:rPr lang="en-US" sz="2400" dirty="0" err="1">
                <a:latin typeface="Consolas" panose="020B0609020204030204" pitchFamily="49" charset="0"/>
              </a:rPr>
              <a:t>student.h</a:t>
            </a:r>
            <a:r>
              <a:rPr lang="en-US" sz="2400" dirty="0">
                <a:latin typeface="Consolas" panose="020B0609020204030204" pitchFamily="49" charset="0"/>
              </a:rPr>
              <a:t> (bad example)</a:t>
            </a:r>
          </a:p>
          <a:p>
            <a:pPr algn="l" rtl="0" fontAlgn="base"/>
            <a:endParaRPr lang="he-IL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class Student {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// (private)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std::string _name;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int _year;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public: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Student(std::string name, int year);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IL" sz="2400" dirty="0">
                <a:latin typeface="Consolas" panose="020B0609020204030204" pitchFamily="49" charset="0"/>
              </a:rPr>
              <a:t>⋮</a:t>
            </a:r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543306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F240F-34D3-4406-0E53-78561EC42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7F8122-D137-5DC4-730A-3607D47D9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/>
              <a:t>יצירת מחלקה</a:t>
            </a:r>
            <a:endParaRPr lang="he-I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194330-64D2-9209-0AC6-4F493F9480C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718981"/>
            <a:ext cx="7831137" cy="4859620"/>
          </a:xfrm>
        </p:spPr>
        <p:txBody>
          <a:bodyPr>
            <a:normAutofit/>
          </a:bodyPr>
          <a:lstStyle/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// student.cpp (bad example)</a:t>
            </a:r>
          </a:p>
          <a:p>
            <a:pPr algn="l" rtl="0" fontAlgn="base"/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#include "</a:t>
            </a:r>
            <a:r>
              <a:rPr lang="en-US" sz="2400" dirty="0" err="1">
                <a:latin typeface="Consolas" panose="020B0609020204030204" pitchFamily="49" charset="0"/>
              </a:rPr>
              <a:t>student.h</a:t>
            </a:r>
            <a:r>
              <a:rPr lang="en-US" sz="2400" dirty="0">
                <a:latin typeface="Consolas" panose="020B0609020204030204" pitchFamily="49" charset="0"/>
              </a:rPr>
              <a:t>"</a:t>
            </a:r>
          </a:p>
          <a:p>
            <a:pPr algn="l" rtl="0" fontAlgn="base"/>
            <a:r>
              <a:rPr lang="en-IL" sz="2400" dirty="0">
                <a:latin typeface="Consolas" panose="020B0609020204030204" pitchFamily="49" charset="0"/>
              </a:rPr>
              <a:t>⋮</a:t>
            </a:r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Student::Student(std::string name, int year) {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_name = name;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_year = year;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US" sz="2400" spc="-150" dirty="0">
                <a:latin typeface="Consolas" panose="020B0609020204030204" pitchFamily="49" charset="0"/>
              </a:rPr>
              <a:t>std::</a:t>
            </a:r>
            <a:r>
              <a:rPr lang="en-US" sz="2400" spc="-150" dirty="0" err="1">
                <a:latin typeface="Consolas" panose="020B0609020204030204" pitchFamily="49" charset="0"/>
              </a:rPr>
              <a:t>cout</a:t>
            </a:r>
            <a:r>
              <a:rPr lang="en-US" sz="2400" spc="-150" dirty="0">
                <a:latin typeface="Consolas" panose="020B0609020204030204" pitchFamily="49" charset="0"/>
              </a:rPr>
              <a:t> &lt;&lt; "Student " &lt;&lt; name &lt;&lt; " created";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}</a:t>
            </a:r>
          </a:p>
          <a:p>
            <a:pPr algn="l" rtl="0" fontAlgn="base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041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EA4B4-561E-8E01-6B68-0E04E157D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5DDE4FA-3988-9CC9-416F-2A7AA3E2B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/>
              <a:t>יצירת מחלקה</a:t>
            </a:r>
            <a:endParaRPr lang="he-I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421B55-A0C7-D6A7-8FA1-DF7A2C92A20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718981"/>
            <a:ext cx="7831137" cy="4859620"/>
          </a:xfrm>
        </p:spPr>
        <p:txBody>
          <a:bodyPr>
            <a:normAutofit/>
          </a:bodyPr>
          <a:lstStyle/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// </a:t>
            </a:r>
            <a:r>
              <a:rPr lang="en-US" sz="2400" dirty="0" err="1">
                <a:latin typeface="Consolas" panose="020B0609020204030204" pitchFamily="49" charset="0"/>
              </a:rPr>
              <a:t>student.h</a:t>
            </a:r>
            <a:r>
              <a:rPr lang="en-US" sz="2400" dirty="0">
                <a:latin typeface="Consolas" panose="020B0609020204030204" pitchFamily="49" charset="0"/>
              </a:rPr>
              <a:t> (good example)</a:t>
            </a:r>
          </a:p>
          <a:p>
            <a:pPr algn="l" rtl="0" fontAlgn="base"/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class Student {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// (private)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std::string _name;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int _year;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public: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US" sz="2400" spc="-70" dirty="0">
                <a:latin typeface="Consolas" panose="020B0609020204030204" pitchFamily="49" charset="0"/>
              </a:rPr>
              <a:t>Student(const std::string &amp;name, int year);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IL" sz="2400" dirty="0">
                <a:latin typeface="Consolas" panose="020B0609020204030204" pitchFamily="49" charset="0"/>
              </a:rPr>
              <a:t>⋮</a:t>
            </a:r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854860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AA593-2A3C-5615-17D0-66B1D551B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FD012ED-321A-9F55-7A33-E25A6F0AE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/>
              <a:t>יצירת מחלקה</a:t>
            </a:r>
            <a:endParaRPr lang="he-I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C9CA8E-EAB6-9007-185C-23A3115FCAC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718981"/>
            <a:ext cx="7831137" cy="4859620"/>
          </a:xfrm>
        </p:spPr>
        <p:txBody>
          <a:bodyPr>
            <a:normAutofit/>
          </a:bodyPr>
          <a:lstStyle/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// student.cpp (good example)</a:t>
            </a:r>
          </a:p>
          <a:p>
            <a:pPr algn="l" rtl="0" fontAlgn="base"/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spc="-150" dirty="0">
                <a:latin typeface="Consolas" panose="020B0609020204030204" pitchFamily="49" charset="0"/>
              </a:rPr>
              <a:t>Student::Student(const std::string &amp;name, int year) </a:t>
            </a:r>
          </a:p>
          <a:p>
            <a:pPr algn="l" rtl="0" fontAlgn="base"/>
            <a:r>
              <a:rPr lang="en-US" sz="2400" spc="-150" dirty="0">
                <a:latin typeface="Consolas" panose="020B0609020204030204" pitchFamily="49" charset="0"/>
              </a:rPr>
              <a:t>    : </a:t>
            </a:r>
            <a:r>
              <a:rPr lang="en-US" sz="2400" dirty="0">
                <a:latin typeface="Consolas" panose="020B0609020204030204" pitchFamily="49" charset="0"/>
              </a:rPr>
              <a:t>_name(name), _year(year) 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{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US" sz="2400" spc="-150" dirty="0">
                <a:latin typeface="Consolas" panose="020B0609020204030204" pitchFamily="49" charset="0"/>
              </a:rPr>
              <a:t>std::</a:t>
            </a:r>
            <a:r>
              <a:rPr lang="en-US" sz="2400" spc="-150" dirty="0" err="1">
                <a:latin typeface="Consolas" panose="020B0609020204030204" pitchFamily="49" charset="0"/>
              </a:rPr>
              <a:t>cout</a:t>
            </a:r>
            <a:r>
              <a:rPr lang="en-US" sz="2400" spc="-150" dirty="0">
                <a:latin typeface="Consolas" panose="020B0609020204030204" pitchFamily="49" charset="0"/>
              </a:rPr>
              <a:t> &lt;&lt; "Student " &lt;&lt; name &lt;&lt; " created";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}</a:t>
            </a:r>
          </a:p>
          <a:p>
            <a:pPr algn="l" rtl="0" fontAlgn="base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6670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BE472-2F35-085F-9546-B04473CE6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F0D601-DE8F-45D6-ACED-E87F1BA9D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/>
              <a:t>יצירת מחלקה</a:t>
            </a:r>
            <a:endParaRPr lang="he-I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DDB48D-A62A-8C55-2426-960975C1735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718981"/>
            <a:ext cx="7831137" cy="4859620"/>
          </a:xfrm>
        </p:spPr>
        <p:txBody>
          <a:bodyPr>
            <a:normAutofit lnSpcReduction="10000"/>
          </a:bodyPr>
          <a:lstStyle/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// </a:t>
            </a:r>
            <a:r>
              <a:rPr lang="en-US" sz="2400" dirty="0" err="1">
                <a:latin typeface="Consolas" panose="020B0609020204030204" pitchFamily="49" charset="0"/>
              </a:rPr>
              <a:t>student.h</a:t>
            </a:r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class Student {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IL" sz="2400" dirty="0">
                <a:latin typeface="Consolas" panose="020B0609020204030204" pitchFamily="49" charset="0"/>
              </a:rPr>
              <a:t>⋮</a:t>
            </a:r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void print();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};</a:t>
            </a:r>
          </a:p>
          <a:p>
            <a:pPr algn="l" rtl="0" fontAlgn="base"/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// student.cpp</a:t>
            </a:r>
          </a:p>
          <a:p>
            <a:pPr algn="l" rtl="0" fontAlgn="base"/>
            <a:r>
              <a:rPr lang="en-IL" sz="2400" dirty="0">
                <a:latin typeface="Consolas" panose="020B0609020204030204" pitchFamily="49" charset="0"/>
              </a:rPr>
              <a:t>⋮</a:t>
            </a:r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void Student::print() {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std::</a:t>
            </a:r>
            <a:r>
              <a:rPr lang="en-US" sz="2400" dirty="0" err="1">
                <a:latin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</a:rPr>
              <a:t> &lt;&lt; _name &lt;&lt; ", ", &lt;&lt; _year;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88802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21B11-BA06-733B-D03D-AFB7CF845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D2DC4EA-FDF0-D4CB-6ADA-7C1FF905E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/>
              <a:t>גישה לאובייקטים</a:t>
            </a:r>
            <a:endParaRPr lang="he-I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11C9B2-3673-F728-B569-5637F060B59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718981"/>
            <a:ext cx="7831137" cy="4859620"/>
          </a:xfrm>
        </p:spPr>
        <p:txBody>
          <a:bodyPr>
            <a:normAutofit/>
          </a:bodyPr>
          <a:lstStyle/>
          <a:p>
            <a:pPr fontAlgn="base"/>
            <a:r>
              <a:rPr lang="he-IL" b="1"/>
              <a:t>אובייקט במחסנית (</a:t>
            </a:r>
            <a:r>
              <a:rPr lang="he-IL" b="1" dirty="0"/>
              <a:t>בלי </a:t>
            </a:r>
            <a:r>
              <a:rPr lang="en-US" b="1"/>
              <a:t>new</a:t>
            </a:r>
            <a:r>
              <a:rPr lang="he-IL" b="1" dirty="0"/>
              <a:t>!):</a:t>
            </a:r>
            <a:endParaRPr lang="en-US" dirty="0"/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Student a("Avi", 2000);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he-IL"/>
              <a:t>גישה </a:t>
            </a:r>
            <a:r>
              <a:rPr lang="he-IL" dirty="0"/>
              <a:t>כמו ב </a:t>
            </a:r>
            <a:r>
              <a:rPr lang="en-US"/>
              <a:t>Java</a:t>
            </a:r>
            <a:r>
              <a:rPr lang="he-IL"/>
              <a:t> (אופרטור נקודה):</a:t>
            </a:r>
            <a:endParaRPr lang="he-IL" dirty="0"/>
          </a:p>
          <a:p>
            <a:pPr algn="l" rtl="0" fontAlgn="base"/>
            <a:r>
              <a:rPr lang="en-US" sz="2400">
                <a:latin typeface="Consolas" panose="020B0609020204030204" pitchFamily="49" charset="0"/>
              </a:rPr>
              <a:t>a</a:t>
            </a:r>
            <a:r>
              <a:rPr lang="en-US" sz="2400" dirty="0" err="1">
                <a:latin typeface="Consolas" panose="020B0609020204030204" pitchFamily="49" charset="0"/>
              </a:rPr>
              <a:t>.print</a:t>
            </a:r>
            <a:r>
              <a:rPr lang="en-US" sz="2400" dirty="0">
                <a:latin typeface="Consolas" panose="020B0609020204030204" pitchFamily="49" charset="0"/>
              </a:rPr>
              <a:t>();</a:t>
            </a:r>
            <a:endParaRPr lang="he-IL" sz="2400" dirty="0">
              <a:latin typeface="Consolas" panose="020B0609020204030204" pitchFamily="49" charset="0"/>
            </a:endParaRPr>
          </a:p>
          <a:p>
            <a:pPr fontAlgn="base">
              <a:spcBef>
                <a:spcPts val="2400"/>
              </a:spcBef>
            </a:pPr>
            <a:r>
              <a:rPr lang="he-IL" b="1"/>
              <a:t>אובייקט בערימה:</a:t>
            </a:r>
            <a:endParaRPr lang="en-US" dirty="0"/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Student *pb = new Student("Benni");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he-IL"/>
              <a:t>גישה </a:t>
            </a:r>
            <a:r>
              <a:rPr lang="he-IL" dirty="0"/>
              <a:t>באמצעות </a:t>
            </a:r>
            <a:r>
              <a:rPr lang="he-IL" b="1"/>
              <a:t>אופרטור חץ (</a:t>
            </a:r>
            <a:r>
              <a:rPr lang="en-US" b="1"/>
              <a:t>-&gt;</a:t>
            </a:r>
            <a:r>
              <a:rPr lang="he-IL" b="1" dirty="0"/>
              <a:t>)</a:t>
            </a:r>
            <a:endParaRPr lang="he-IL" dirty="0"/>
          </a:p>
          <a:p>
            <a:pPr algn="l" rtl="0" fontAlgn="base"/>
            <a:r>
              <a:rPr lang="en-US" sz="2400">
                <a:latin typeface="Consolas" panose="020B0609020204030204" pitchFamily="49" charset="0"/>
              </a:rPr>
              <a:t>pb-</a:t>
            </a:r>
            <a:r>
              <a:rPr lang="en-US" sz="2400" dirty="0">
                <a:latin typeface="Consolas" panose="020B0609020204030204" pitchFamily="49" charset="0"/>
              </a:rPr>
              <a:t>&gt;print();</a:t>
            </a:r>
          </a:p>
          <a:p>
            <a:pPr algn="r" fontAlgn="base"/>
            <a:r>
              <a:rPr lang="he-IL">
                <a:sym typeface="Wingdings" panose="05000000000000000000" pitchFamily="2" charset="2"/>
              </a:rPr>
              <a:t> איזה סוג של משתנה </a:t>
            </a:r>
            <a:r>
              <a:rPr lang="he-IL" dirty="0">
                <a:sym typeface="Wingdings" panose="05000000000000000000" pitchFamily="2" charset="2"/>
              </a:rPr>
              <a:t>הוא </a:t>
            </a:r>
            <a:r>
              <a:rPr lang="en-US">
                <a:sym typeface="Wingdings" panose="05000000000000000000" pitchFamily="2" charset="2"/>
              </a:rPr>
              <a:t>ps</a:t>
            </a:r>
            <a:r>
              <a:rPr lang="he-IL" dirty="0">
                <a:sym typeface="Wingdings" panose="05000000000000000000" pitchFamily="2" charset="2"/>
              </a:rPr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3971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22B41-48CD-9C95-58D7-A3849DACB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AC90F49-3ACB-CFDD-EF17-2958DF425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/>
              <a:t>הגדרת אובייקט</a:t>
            </a:r>
            <a:endParaRPr lang="he-I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171BCC-0199-4F79-2321-EFF73CD5440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538979"/>
            <a:ext cx="7831137" cy="5039622"/>
          </a:xfrm>
        </p:spPr>
        <p:txBody>
          <a:bodyPr>
            <a:normAutofit/>
          </a:bodyPr>
          <a:lstStyle/>
          <a:p>
            <a:pPr fontAlgn="base">
              <a:spcBef>
                <a:spcPts val="2400"/>
              </a:spcBef>
            </a:pPr>
            <a:r>
              <a:rPr lang="he-IL" b="1"/>
              <a:t>אובייקט בערימה</a:t>
            </a:r>
            <a:r>
              <a:rPr lang="he-IL" b="1" dirty="0"/>
              <a:t>:</a:t>
            </a:r>
            <a:endParaRPr lang="en-US" dirty="0"/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Student *a = new Student("Avi");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he-IL"/>
              <a:t>גישה עם אופרטור חץ:</a:t>
            </a:r>
            <a:endParaRPr lang="he-IL" dirty="0"/>
          </a:p>
          <a:p>
            <a:pPr algn="l" rtl="0" fontAlgn="base"/>
            <a:r>
              <a:rPr lang="en-US" sz="2400">
                <a:latin typeface="Consolas" panose="020B0609020204030204" pitchFamily="49" charset="0"/>
              </a:rPr>
              <a:t>a-</a:t>
            </a:r>
            <a:r>
              <a:rPr lang="en-US" sz="2400" dirty="0">
                <a:latin typeface="Consolas" panose="020B0609020204030204" pitchFamily="49" charset="0"/>
              </a:rPr>
              <a:t>&gt;print();</a:t>
            </a:r>
          </a:p>
          <a:p>
            <a:pPr fontAlgn="base"/>
            <a:endParaRPr lang="he-IL" b="1" dirty="0"/>
          </a:p>
          <a:p>
            <a:pPr fontAlgn="base"/>
            <a:r>
              <a:rPr lang="he-IL" b="1"/>
              <a:t>אובייקט במחסנית (בלי </a:t>
            </a:r>
            <a:r>
              <a:rPr lang="en-US" b="1"/>
              <a:t>new</a:t>
            </a:r>
            <a:r>
              <a:rPr lang="he-IL" b="1" dirty="0"/>
              <a:t>):</a:t>
            </a:r>
            <a:endParaRPr lang="en-US" dirty="0"/>
          </a:p>
          <a:p>
            <a:pPr algn="l" rtl="0" fontAlgn="base">
              <a:spcBef>
                <a:spcPts val="1800"/>
              </a:spcBef>
            </a:pPr>
            <a:r>
              <a:rPr lang="en-US" sz="2400" dirty="0">
                <a:latin typeface="Consolas" panose="020B0609020204030204" pitchFamily="49" charset="0"/>
              </a:rPr>
              <a:t>Student b("Benni", 2000);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he-IL"/>
              <a:t>גישה עם אופרטור נקודה:</a:t>
            </a:r>
            <a:endParaRPr lang="he-IL" dirty="0"/>
          </a:p>
          <a:p>
            <a:pPr algn="l" rtl="0" fontAlgn="base">
              <a:spcBef>
                <a:spcPts val="0"/>
              </a:spcBef>
            </a:pPr>
            <a:r>
              <a:rPr lang="en-US" sz="2400">
                <a:latin typeface="Consolas" panose="020B0609020204030204" pitchFamily="49" charset="0"/>
              </a:rPr>
              <a:t>b</a:t>
            </a:r>
            <a:r>
              <a:rPr lang="en-US" sz="2400" dirty="0" err="1">
                <a:latin typeface="Consolas" panose="020B0609020204030204" pitchFamily="49" charset="0"/>
              </a:rPr>
              <a:t>.print</a:t>
            </a:r>
            <a:r>
              <a:rPr lang="en-US" sz="2400" dirty="0">
                <a:latin typeface="Consolas" panose="020B0609020204030204" pitchFamily="49" charset="0"/>
              </a:rPr>
              <a:t>();</a:t>
            </a:r>
            <a:endParaRPr lang="he-IL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6388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EDCE3-91F2-3F61-8229-A37DF055C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6A1C44C-A1C2-BB40-6BA2-C286103CE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/>
              <a:t>אובייקט כפרמטר לפונקציה</a:t>
            </a:r>
            <a:endParaRPr lang="he-I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B8ADC0-48AF-DD58-D811-724EE8F7E4C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718981"/>
            <a:ext cx="7831137" cy="4859620"/>
          </a:xfrm>
        </p:spPr>
        <p:txBody>
          <a:bodyPr>
            <a:normAutofit/>
          </a:bodyPr>
          <a:lstStyle/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// </a:t>
            </a:r>
            <a:r>
              <a:rPr lang="en-US" sz="2400" dirty="0" err="1">
                <a:latin typeface="Consolas" panose="020B0609020204030204" pitchFamily="49" charset="0"/>
              </a:rPr>
              <a:t>student.h</a:t>
            </a:r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class Student {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IL" sz="2400" dirty="0">
                <a:latin typeface="Consolas" panose="020B0609020204030204" pitchFamily="49" charset="0"/>
              </a:rPr>
              <a:t>⋮</a:t>
            </a:r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bool graduated = false;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IL" sz="2400" dirty="0">
                <a:latin typeface="Consolas" panose="020B0609020204030204" pitchFamily="49" charset="0"/>
              </a:rPr>
              <a:t>⋮</a:t>
            </a:r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void graduate() {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    graduated = true;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}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567423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36083-138D-3540-BD44-29943ECC2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03DAA9-9384-5DA8-B8ED-7169E848B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/>
              <a:t>אובייקט כפרמטר לפונקציה</a:t>
            </a:r>
            <a:endParaRPr lang="he-I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A7DDB5-C26E-25EF-998C-202E4A44AB3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8977"/>
            <a:ext cx="7831137" cy="5129623"/>
          </a:xfrm>
        </p:spPr>
        <p:txBody>
          <a:bodyPr>
            <a:normAutofit fontScale="77500" lnSpcReduction="20000"/>
          </a:bodyPr>
          <a:lstStyle/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void </a:t>
            </a:r>
            <a:r>
              <a:rPr lang="en-US" sz="2400" dirty="0" err="1">
                <a:latin typeface="Consolas" panose="020B0609020204030204" pitchFamily="49" charset="0"/>
              </a:rPr>
              <a:t>checkDebtAndGraduate</a:t>
            </a:r>
            <a:r>
              <a:rPr lang="en-US" sz="2400" dirty="0">
                <a:latin typeface="Consolas" panose="020B0609020204030204" pitchFamily="49" charset="0"/>
              </a:rPr>
              <a:t>(Student s) {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if (</a:t>
            </a:r>
            <a:r>
              <a:rPr lang="en-US" sz="2400" dirty="0" err="1">
                <a:latin typeface="Consolas" panose="020B0609020204030204" pitchFamily="49" charset="0"/>
              </a:rPr>
              <a:t>checkDebt</a:t>
            </a:r>
            <a:r>
              <a:rPr lang="en-US" sz="2400" dirty="0">
                <a:latin typeface="Consolas" panose="020B0609020204030204" pitchFamily="49" charset="0"/>
              </a:rPr>
              <a:t>(s))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    </a:t>
            </a:r>
            <a:r>
              <a:rPr lang="en-US" sz="2400" dirty="0" err="1">
                <a:latin typeface="Consolas" panose="020B0609020204030204" pitchFamily="49" charset="0"/>
              </a:rPr>
              <a:t>s.graduate</a:t>
            </a:r>
            <a:r>
              <a:rPr lang="en-US" sz="2400" dirty="0">
                <a:latin typeface="Consolas" panose="020B0609020204030204" pitchFamily="49" charset="0"/>
              </a:rPr>
              <a:t>();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} </a:t>
            </a:r>
            <a:endParaRPr lang="he-IL" sz="2400" dirty="0">
              <a:latin typeface="Consolas" panose="020B0609020204030204" pitchFamily="49" charset="0"/>
            </a:endParaRPr>
          </a:p>
          <a:p>
            <a:pPr marL="457200" indent="-457200"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/>
              <a:t>מה יקרה אחרי הקריאה לפונקציה...?</a:t>
            </a:r>
            <a:endParaRPr lang="he-IL" dirty="0"/>
          </a:p>
          <a:p>
            <a:pPr fontAlgn="base">
              <a:spcBef>
                <a:spcPts val="2400"/>
              </a:spcBef>
            </a:pPr>
            <a:r>
              <a:rPr lang="he-IL"/>
              <a:t>איך נתקן?</a:t>
            </a:r>
            <a:endParaRPr lang="en-US" dirty="0"/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void </a:t>
            </a:r>
            <a:r>
              <a:rPr lang="en-US" sz="2400" dirty="0" err="1">
                <a:latin typeface="Consolas" panose="020B0609020204030204" pitchFamily="49" charset="0"/>
              </a:rPr>
              <a:t>checkDebtAndGraduate</a:t>
            </a:r>
            <a:r>
              <a:rPr lang="en-US" sz="2400" dirty="0">
                <a:latin typeface="Consolas" panose="020B0609020204030204" pitchFamily="49" charset="0"/>
              </a:rPr>
              <a:t>(Student &amp;s) {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if (</a:t>
            </a:r>
            <a:r>
              <a:rPr lang="en-US" sz="2400" dirty="0" err="1">
                <a:latin typeface="Consolas" panose="020B0609020204030204" pitchFamily="49" charset="0"/>
              </a:rPr>
              <a:t>checkDebt</a:t>
            </a:r>
            <a:r>
              <a:rPr lang="en-US" sz="2400" dirty="0">
                <a:latin typeface="Consolas" panose="020B0609020204030204" pitchFamily="49" charset="0"/>
              </a:rPr>
              <a:t>(s))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    </a:t>
            </a:r>
            <a:r>
              <a:rPr lang="en-US" sz="2400" dirty="0" err="1">
                <a:latin typeface="Consolas" panose="020B0609020204030204" pitchFamily="49" charset="0"/>
              </a:rPr>
              <a:t>s.graduate</a:t>
            </a:r>
            <a:r>
              <a:rPr lang="en-US" sz="2400" dirty="0">
                <a:latin typeface="Consolas" panose="020B0609020204030204" pitchFamily="49" charset="0"/>
              </a:rPr>
              <a:t>();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}</a:t>
            </a:r>
          </a:p>
          <a:p>
            <a:pPr marL="342900" indent="-342900" algn="r" fontAlgn="base">
              <a:buFont typeface="Arial" panose="020B0604020202020204" pitchFamily="34" charset="0"/>
              <a:buChar char="•"/>
            </a:pPr>
            <a:r>
              <a:rPr lang="he-IL">
                <a:latin typeface="Consolas" panose="020B0609020204030204" pitchFamily="49" charset="0"/>
              </a:rPr>
              <a:t>או</a:t>
            </a:r>
            <a:r>
              <a:rPr lang="he-IL" dirty="0">
                <a:latin typeface="Consolas" panose="020B0609020204030204" pitchFamily="49" charset="0"/>
              </a:rPr>
              <a:t>:</a:t>
            </a:r>
            <a:r>
              <a:rPr lang="en-US">
                <a:latin typeface="Consolas" panose="020B0609020204030204" pitchFamily="49" charset="0"/>
              </a:rPr>
              <a:t> </a:t>
            </a:r>
            <a:endParaRPr lang="he-IL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>
                <a:latin typeface="Consolas" panose="020B0609020204030204" pitchFamily="49" charset="0"/>
              </a:rPr>
              <a:t>void </a:t>
            </a:r>
            <a:r>
              <a:rPr lang="en-US" sz="2400" dirty="0" err="1">
                <a:latin typeface="Consolas" panose="020B0609020204030204" pitchFamily="49" charset="0"/>
              </a:rPr>
              <a:t>checkDebtAndGraduate</a:t>
            </a:r>
            <a:r>
              <a:rPr lang="en-US" sz="2400" dirty="0">
                <a:latin typeface="Consolas" panose="020B0609020204030204" pitchFamily="49" charset="0"/>
              </a:rPr>
              <a:t>(Student *s) {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if (</a:t>
            </a:r>
            <a:r>
              <a:rPr lang="en-US" sz="2400" dirty="0" err="1">
                <a:latin typeface="Consolas" panose="020B0609020204030204" pitchFamily="49" charset="0"/>
              </a:rPr>
              <a:t>checkDebt</a:t>
            </a:r>
            <a:r>
              <a:rPr lang="en-US" sz="2400" dirty="0">
                <a:latin typeface="Consolas" panose="020B0609020204030204" pitchFamily="49" charset="0"/>
              </a:rPr>
              <a:t>(*s))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    s-&gt;graduate();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}</a:t>
            </a:r>
            <a:endParaRPr lang="he-IL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2193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B8B7BE8-971E-6D29-5F4A-683C063ED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>
                <a:effectLst/>
              </a:rPr>
              <a:t>מצביע</a:t>
            </a:r>
            <a:r>
              <a:rPr lang="he-IL" dirty="0">
                <a:effectLst/>
              </a:rPr>
              <a:t> </a:t>
            </a:r>
            <a:r>
              <a:rPr lang="en-US">
                <a:effectLst/>
              </a:rPr>
              <a:t>this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BAF7CA-BA55-B798-208E-F2A1754B3B2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538979"/>
            <a:ext cx="7831137" cy="4680052"/>
          </a:xfrm>
        </p:spPr>
        <p:txBody>
          <a:bodyPr>
            <a:normAutofit/>
          </a:bodyPr>
          <a:lstStyle/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he-IL"/>
              <a:t>מצביע סמוי שמועבר </a:t>
            </a:r>
            <a:r>
              <a:rPr lang="he-IL" dirty="0"/>
              <a:t>לכל </a:t>
            </a:r>
            <a:r>
              <a:rPr lang="he-IL" u="sng"/>
              <a:t>מתודה</a:t>
            </a:r>
            <a:r>
              <a:rPr lang="he-IL"/>
              <a:t> (פונקציה במחלקה)</a:t>
            </a:r>
            <a:endParaRPr lang="he-IL" dirty="0"/>
          </a:p>
          <a:p>
            <a:pPr marL="457200" indent="-457200" fontAlgn="base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he-IL"/>
              <a:t>מכיל את </a:t>
            </a:r>
            <a:r>
              <a:rPr lang="he-IL" b="1"/>
              <a:t>הכתובת</a:t>
            </a:r>
            <a:r>
              <a:rPr lang="he-IL"/>
              <a:t> של האובייקט</a:t>
            </a:r>
            <a:endParaRPr lang="he-IL" dirty="0"/>
          </a:p>
          <a:p>
            <a:pPr algn="l" rtl="0" fontAlgn="base"/>
            <a:r>
              <a:rPr lang="en-US" sz="2100">
                <a:latin typeface="Consolas" panose="020B0609020204030204" pitchFamily="49" charset="0"/>
              </a:rPr>
              <a:t>// </a:t>
            </a:r>
            <a:r>
              <a:rPr lang="en-US" sz="2100" dirty="0">
                <a:latin typeface="Consolas" panose="020B0609020204030204" pitchFamily="49" charset="0"/>
              </a:rPr>
              <a:t>student.cpp</a:t>
            </a:r>
          </a:p>
          <a:p>
            <a:pPr algn="l" rtl="0" fontAlgn="base"/>
            <a:r>
              <a:rPr lang="en-IL" sz="2100" dirty="0">
                <a:latin typeface="Consolas" panose="020B0609020204030204" pitchFamily="49" charset="0"/>
              </a:rPr>
              <a:t>⋮</a:t>
            </a:r>
            <a:endParaRPr lang="en-US" sz="21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100" dirty="0">
                <a:latin typeface="Consolas" panose="020B0609020204030204" pitchFamily="49" charset="0"/>
              </a:rPr>
              <a:t>void Student::print() {</a:t>
            </a:r>
          </a:p>
          <a:p>
            <a:pPr algn="l" rtl="0" fontAlgn="base"/>
            <a:r>
              <a:rPr lang="en-US" sz="2100" dirty="0">
                <a:latin typeface="Consolas" panose="020B0609020204030204" pitchFamily="49" charset="0"/>
              </a:rPr>
              <a:t>    std::</a:t>
            </a:r>
            <a:r>
              <a:rPr lang="en-US" sz="2100" dirty="0" err="1">
                <a:latin typeface="Consolas" panose="020B0609020204030204" pitchFamily="49" charset="0"/>
              </a:rPr>
              <a:t>cout</a:t>
            </a:r>
            <a:r>
              <a:rPr lang="en-US" sz="2100" dirty="0">
                <a:latin typeface="Consolas" panose="020B0609020204030204" pitchFamily="49" charset="0"/>
              </a:rPr>
              <a:t> &lt;&lt; _name &lt;&lt; ", ", &lt;&lt; _year;</a:t>
            </a:r>
          </a:p>
          <a:p>
            <a:pPr algn="l" rtl="0" fontAlgn="base"/>
            <a:r>
              <a:rPr lang="en-US" sz="2100" dirty="0">
                <a:latin typeface="Consolas" panose="020B0609020204030204" pitchFamily="49" charset="0"/>
              </a:rPr>
              <a:t>}</a:t>
            </a:r>
          </a:p>
          <a:p>
            <a:pPr marL="457200" indent="-457200" algn="r" fontAlgn="base">
              <a:buFont typeface="Arial" panose="020B0604020202020204" pitchFamily="34" charset="0"/>
              <a:buChar char="•"/>
            </a:pPr>
            <a:r>
              <a:rPr lang="he-IL"/>
              <a:t>שווה ערך ל:</a:t>
            </a:r>
            <a:endParaRPr lang="he-IL" dirty="0"/>
          </a:p>
          <a:p>
            <a:pPr algn="l" rtl="0" fontAlgn="base"/>
            <a:r>
              <a:rPr lang="en-US" sz="1900">
                <a:latin typeface="Consolas" panose="020B0609020204030204" pitchFamily="49" charset="0"/>
              </a:rPr>
              <a:t>std</a:t>
            </a:r>
            <a:r>
              <a:rPr lang="en-US" sz="1900" dirty="0">
                <a:latin typeface="Consolas" panose="020B0609020204030204" pitchFamily="49" charset="0"/>
              </a:rPr>
              <a:t>::</a:t>
            </a:r>
            <a:r>
              <a:rPr lang="en-US" sz="1900" dirty="0" err="1">
                <a:latin typeface="Consolas" panose="020B0609020204030204" pitchFamily="49" charset="0"/>
              </a:rPr>
              <a:t>cout</a:t>
            </a:r>
            <a:r>
              <a:rPr lang="en-US" sz="1900" dirty="0">
                <a:latin typeface="Consolas" panose="020B0609020204030204" pitchFamily="49" charset="0"/>
              </a:rPr>
              <a:t> &lt;&lt; this-&gt;_name &lt;&lt; ", " &lt;&lt; this-&gt;_year;</a:t>
            </a:r>
          </a:p>
          <a:p>
            <a:pPr fontAlgn="base">
              <a:spcBef>
                <a:spcPts val="1800"/>
              </a:spcBef>
            </a:pPr>
            <a:r>
              <a:rPr lang="he-IL" dirty="0">
                <a:sym typeface="Wingdings" panose="05000000000000000000" pitchFamily="2" charset="2"/>
              </a:rPr>
              <a:t> </a:t>
            </a:r>
            <a:r>
              <a:rPr lang="he-IL"/>
              <a:t>מה הטיפוס של </a:t>
            </a:r>
            <a:r>
              <a:rPr lang="en-US"/>
              <a:t>this</a:t>
            </a:r>
            <a:r>
              <a:rPr lang="he-IL" dirty="0"/>
              <a:t>...?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770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5DFC8-6A39-7518-6FF7-3F9075C46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1BE9D86-C96C-1AA5-8FDD-EADA50B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>
                <a:effectLst/>
              </a:rPr>
              <a:t>אובייקט </a:t>
            </a:r>
            <a:r>
              <a:rPr lang="he-IL" dirty="0">
                <a:effectLst/>
              </a:rPr>
              <a:t>עם </a:t>
            </a:r>
            <a:r>
              <a:rPr lang="en-US">
                <a:effectLst/>
              </a:rPr>
              <a:t>const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E727AD-F488-8AE1-CCF5-07A1AF50EA4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719416"/>
            <a:ext cx="7831137" cy="4769618"/>
          </a:xfrm>
        </p:spPr>
        <p:txBody>
          <a:bodyPr>
            <a:normAutofit/>
          </a:bodyPr>
          <a:lstStyle/>
          <a:p>
            <a:pPr algn="l" rtl="0" fontAlgn="base"/>
            <a:r>
              <a:rPr lang="en-US" sz="2100" dirty="0">
                <a:latin typeface="Consolas" panose="020B0609020204030204" pitchFamily="49" charset="0"/>
              </a:rPr>
              <a:t>// student.cpp</a:t>
            </a:r>
          </a:p>
          <a:p>
            <a:pPr algn="l" rtl="0" fontAlgn="base"/>
            <a:r>
              <a:rPr lang="en-IL" sz="2100" dirty="0">
                <a:latin typeface="Consolas" panose="020B0609020204030204" pitchFamily="49" charset="0"/>
              </a:rPr>
              <a:t>⋮</a:t>
            </a:r>
            <a:endParaRPr lang="en-US" sz="21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100" dirty="0">
                <a:latin typeface="Consolas" panose="020B0609020204030204" pitchFamily="49" charset="0"/>
              </a:rPr>
              <a:t>void Student::</a:t>
            </a:r>
            <a:r>
              <a:rPr lang="en-US" sz="2100" dirty="0" err="1">
                <a:latin typeface="Consolas" panose="020B0609020204030204" pitchFamily="49" charset="0"/>
              </a:rPr>
              <a:t>setName</a:t>
            </a:r>
            <a:r>
              <a:rPr lang="en-US" sz="2100" dirty="0">
                <a:latin typeface="Consolas" panose="020B0609020204030204" pitchFamily="49" charset="0"/>
              </a:rPr>
              <a:t>(const std::string &amp;name) {</a:t>
            </a:r>
          </a:p>
          <a:p>
            <a:pPr algn="l" rtl="0" fontAlgn="base"/>
            <a:r>
              <a:rPr lang="en-US" sz="2100" dirty="0">
                <a:latin typeface="Consolas" panose="020B0609020204030204" pitchFamily="49" charset="0"/>
              </a:rPr>
              <a:t>    _name = name;</a:t>
            </a:r>
          </a:p>
          <a:p>
            <a:pPr algn="l" rtl="0" fontAlgn="base"/>
            <a:r>
              <a:rPr lang="en-US" sz="2100" dirty="0">
                <a:latin typeface="Consolas" panose="020B0609020204030204" pitchFamily="49" charset="0"/>
              </a:rPr>
              <a:t>}</a:t>
            </a:r>
          </a:p>
          <a:p>
            <a:pPr algn="l" rtl="0" fontAlgn="base"/>
            <a:endParaRPr lang="en-US" sz="21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100" dirty="0">
                <a:latin typeface="Consolas" panose="020B0609020204030204" pitchFamily="49" charset="0"/>
              </a:rPr>
              <a:t>const Student a("Avi");</a:t>
            </a:r>
          </a:p>
          <a:p>
            <a:pPr algn="l" rtl="0" fontAlgn="base"/>
            <a:r>
              <a:rPr lang="en-US" sz="2100" dirty="0" err="1">
                <a:latin typeface="Consolas" panose="020B0609020204030204" pitchFamily="49" charset="0"/>
              </a:rPr>
              <a:t>a.setName</a:t>
            </a:r>
            <a:r>
              <a:rPr lang="en-US" sz="2100" dirty="0">
                <a:latin typeface="Consolas" panose="020B0609020204030204" pitchFamily="49" charset="0"/>
              </a:rPr>
              <a:t>("Benni"); // </a:t>
            </a:r>
            <a:r>
              <a:rPr lang="he-IL" sz="2100" dirty="0">
                <a:latin typeface="Consolas" panose="020B0609020204030204" pitchFamily="49" charset="0"/>
              </a:rPr>
              <a:t>שגיאה</a:t>
            </a:r>
            <a:endParaRPr lang="en-US" sz="21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7214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B99-4E73-9A7A-25E0-63CD8F88D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BBD72AA-7F94-49D2-6E20-0BACC2B81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>
                <a:effectLst/>
              </a:rPr>
              <a:t>אובייקט </a:t>
            </a:r>
            <a:r>
              <a:rPr lang="he-IL" dirty="0">
                <a:effectLst/>
              </a:rPr>
              <a:t>עם </a:t>
            </a:r>
            <a:r>
              <a:rPr lang="en-US">
                <a:effectLst/>
              </a:rPr>
              <a:t>const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9CA68A-CCCB-A972-B4B7-E2C38ED1A0B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719416"/>
            <a:ext cx="7831137" cy="4769618"/>
          </a:xfrm>
        </p:spPr>
        <p:txBody>
          <a:bodyPr>
            <a:normAutofit/>
          </a:bodyPr>
          <a:lstStyle/>
          <a:p>
            <a:pPr algn="l" rtl="0" fontAlgn="base"/>
            <a:r>
              <a:rPr lang="en-US" sz="2100" dirty="0">
                <a:latin typeface="Consolas" panose="020B0609020204030204" pitchFamily="49" charset="0"/>
              </a:rPr>
              <a:t>class Student {</a:t>
            </a:r>
          </a:p>
          <a:p>
            <a:pPr algn="l" rtl="0" fontAlgn="base"/>
            <a:r>
              <a:rPr lang="en-US" sz="2100" dirty="0">
                <a:latin typeface="Consolas" panose="020B0609020204030204" pitchFamily="49" charset="0"/>
              </a:rPr>
              <a:t>    std::string name;</a:t>
            </a:r>
          </a:p>
          <a:p>
            <a:pPr algn="l" rtl="0" fontAlgn="base"/>
            <a:r>
              <a:rPr lang="en-US" sz="2100" dirty="0">
                <a:latin typeface="Consolas" panose="020B0609020204030204" pitchFamily="49" charset="0"/>
              </a:rPr>
              <a:t>    </a:t>
            </a:r>
            <a:r>
              <a:rPr lang="en-IL" sz="2100" dirty="0">
                <a:latin typeface="Consolas" panose="020B0609020204030204" pitchFamily="49" charset="0"/>
              </a:rPr>
              <a:t>⋮</a:t>
            </a:r>
            <a:endParaRPr lang="en-US" sz="21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100" dirty="0">
                <a:latin typeface="Consolas" panose="020B0609020204030204" pitchFamily="49" charset="0"/>
              </a:rPr>
              <a:t>    void print() {</a:t>
            </a:r>
          </a:p>
          <a:p>
            <a:pPr algn="l" rtl="0" fontAlgn="base"/>
            <a:r>
              <a:rPr lang="en-US" sz="2100" dirty="0">
                <a:latin typeface="Consolas" panose="020B0609020204030204" pitchFamily="49" charset="0"/>
              </a:rPr>
              <a:t>         std::</a:t>
            </a:r>
            <a:r>
              <a:rPr lang="en-US" sz="2100" dirty="0" err="1">
                <a:latin typeface="Consolas" panose="020B0609020204030204" pitchFamily="49" charset="0"/>
              </a:rPr>
              <a:t>cout</a:t>
            </a:r>
            <a:r>
              <a:rPr lang="en-US" sz="2100" dirty="0">
                <a:latin typeface="Consolas" panose="020B0609020204030204" pitchFamily="49" charset="0"/>
              </a:rPr>
              <a:t> &lt;&lt; name;</a:t>
            </a:r>
          </a:p>
          <a:p>
            <a:pPr algn="l" rtl="0" fontAlgn="base"/>
            <a:r>
              <a:rPr lang="en-US" sz="2100" dirty="0">
                <a:latin typeface="Consolas" panose="020B0609020204030204" pitchFamily="49" charset="0"/>
              </a:rPr>
              <a:t>         </a:t>
            </a:r>
            <a:r>
              <a:rPr lang="en-IL" sz="2100" dirty="0">
                <a:latin typeface="Consolas" panose="020B0609020204030204" pitchFamily="49" charset="0"/>
              </a:rPr>
              <a:t>⋮</a:t>
            </a:r>
            <a:endParaRPr lang="he-IL" sz="2100" dirty="0">
              <a:latin typeface="Consolas" panose="020B0609020204030204" pitchFamily="49" charset="0"/>
            </a:endParaRPr>
          </a:p>
          <a:p>
            <a:pPr algn="l" rtl="0" fontAlgn="base"/>
            <a:endParaRPr lang="en-US" sz="21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100" dirty="0">
                <a:latin typeface="Consolas" panose="020B0609020204030204" pitchFamily="49" charset="0"/>
              </a:rPr>
              <a:t>const Student a("Avi");</a:t>
            </a:r>
          </a:p>
          <a:p>
            <a:pPr algn="l" rtl="0" fontAlgn="base"/>
            <a:endParaRPr lang="en-US" sz="21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100" dirty="0" err="1">
                <a:latin typeface="Consolas" panose="020B0609020204030204" pitchFamily="49" charset="0"/>
              </a:rPr>
              <a:t>a.print</a:t>
            </a:r>
            <a:r>
              <a:rPr lang="en-US" sz="2100" dirty="0">
                <a:latin typeface="Consolas" panose="020B0609020204030204" pitchFamily="49" charset="0"/>
              </a:rPr>
              <a:t>(); // ?</a:t>
            </a:r>
            <a:r>
              <a:rPr lang="he-IL" sz="2100" dirty="0">
                <a:latin typeface="Consolas" panose="020B0609020204030204" pitchFamily="49" charset="0"/>
              </a:rPr>
              <a:t>שגיאה</a:t>
            </a:r>
            <a:endParaRPr lang="en-US" sz="21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9052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7C337-ACEF-E4C5-E7F9-14E3245A1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99CFA89-769D-E502-D261-003B28036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>
                <a:effectLst/>
              </a:rPr>
              <a:t>אובייקט </a:t>
            </a:r>
            <a:r>
              <a:rPr lang="he-IL" dirty="0">
                <a:effectLst/>
              </a:rPr>
              <a:t>עם </a:t>
            </a:r>
            <a:r>
              <a:rPr lang="en-US">
                <a:effectLst/>
              </a:rPr>
              <a:t>const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9A5D58-C695-A15F-1EAA-DF91CB4AB3A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719416"/>
            <a:ext cx="7831137" cy="4769618"/>
          </a:xfrm>
        </p:spPr>
        <p:txBody>
          <a:bodyPr>
            <a:normAutofit/>
          </a:bodyPr>
          <a:lstStyle/>
          <a:p>
            <a:pPr algn="l" rtl="0" fontAlgn="base"/>
            <a:r>
              <a:rPr lang="en-US" sz="2100" dirty="0">
                <a:latin typeface="Consolas" panose="020B0609020204030204" pitchFamily="49" charset="0"/>
              </a:rPr>
              <a:t>class Student {</a:t>
            </a:r>
          </a:p>
          <a:p>
            <a:pPr algn="l" rtl="0" fontAlgn="base"/>
            <a:r>
              <a:rPr lang="en-US" sz="2100" dirty="0">
                <a:latin typeface="Consolas" panose="020B0609020204030204" pitchFamily="49" charset="0"/>
              </a:rPr>
              <a:t>    std::string name;</a:t>
            </a:r>
          </a:p>
          <a:p>
            <a:pPr algn="l" rtl="0" fontAlgn="base"/>
            <a:r>
              <a:rPr lang="en-US" sz="2100" dirty="0">
                <a:latin typeface="Consolas" panose="020B0609020204030204" pitchFamily="49" charset="0"/>
              </a:rPr>
              <a:t>    </a:t>
            </a:r>
            <a:r>
              <a:rPr lang="en-IL" sz="2100" dirty="0">
                <a:latin typeface="Consolas" panose="020B0609020204030204" pitchFamily="49" charset="0"/>
              </a:rPr>
              <a:t>⋮</a:t>
            </a:r>
            <a:endParaRPr lang="en-US" sz="21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100" dirty="0">
                <a:latin typeface="Consolas" panose="020B0609020204030204" pitchFamily="49" charset="0"/>
              </a:rPr>
              <a:t>    void print() {</a:t>
            </a:r>
          </a:p>
          <a:p>
            <a:pPr algn="l" rtl="0" fontAlgn="base"/>
            <a:r>
              <a:rPr lang="en-US" sz="2100" dirty="0">
                <a:latin typeface="Consolas" panose="020B0609020204030204" pitchFamily="49" charset="0"/>
              </a:rPr>
              <a:t>         std::</a:t>
            </a:r>
            <a:r>
              <a:rPr lang="en-US" sz="2100" dirty="0" err="1">
                <a:latin typeface="Consolas" panose="020B0609020204030204" pitchFamily="49" charset="0"/>
              </a:rPr>
              <a:t>cout</a:t>
            </a:r>
            <a:r>
              <a:rPr lang="en-US" sz="2100" dirty="0">
                <a:latin typeface="Consolas" panose="020B0609020204030204" pitchFamily="49" charset="0"/>
              </a:rPr>
              <a:t> &lt;&lt; name;</a:t>
            </a:r>
          </a:p>
          <a:p>
            <a:pPr algn="l" rtl="0" fontAlgn="base"/>
            <a:r>
              <a:rPr lang="en-US" sz="2100" dirty="0">
                <a:latin typeface="Consolas" panose="020B0609020204030204" pitchFamily="49" charset="0"/>
              </a:rPr>
              <a:t>         </a:t>
            </a:r>
            <a:r>
              <a:rPr lang="en-IL" sz="2100" dirty="0">
                <a:latin typeface="Consolas" panose="020B0609020204030204" pitchFamily="49" charset="0"/>
              </a:rPr>
              <a:t>⋮</a:t>
            </a:r>
            <a:endParaRPr lang="he-IL" sz="2100" dirty="0">
              <a:latin typeface="Consolas" panose="020B0609020204030204" pitchFamily="49" charset="0"/>
            </a:endParaRPr>
          </a:p>
          <a:p>
            <a:pPr algn="l" rtl="0" fontAlgn="base"/>
            <a:endParaRPr lang="en-US" sz="21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100" dirty="0">
                <a:latin typeface="Consolas" panose="020B0609020204030204" pitchFamily="49" charset="0"/>
              </a:rPr>
              <a:t>const Student a("Avi");</a:t>
            </a:r>
          </a:p>
          <a:p>
            <a:pPr algn="l" rtl="0" fontAlgn="base"/>
            <a:endParaRPr lang="en-US" sz="21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100" dirty="0" err="1">
                <a:latin typeface="Consolas" panose="020B0609020204030204" pitchFamily="49" charset="0"/>
              </a:rPr>
              <a:t>a.print</a:t>
            </a:r>
            <a:r>
              <a:rPr lang="en-US" sz="2100" dirty="0">
                <a:latin typeface="Consolas" panose="020B0609020204030204" pitchFamily="49" charset="0"/>
              </a:rPr>
              <a:t>(); // ?</a:t>
            </a:r>
            <a:r>
              <a:rPr lang="he-IL" sz="2100" dirty="0">
                <a:latin typeface="Consolas" panose="020B0609020204030204" pitchFamily="49" charset="0"/>
              </a:rPr>
              <a:t>שגיאה</a:t>
            </a:r>
            <a:endParaRPr lang="en-US" sz="2100" dirty="0">
              <a:latin typeface="Consolas" panose="020B0609020204030204" pitchFamily="49" charset="0"/>
            </a:endParaRP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7B704FDB-67DC-0B78-0309-CB751C853565}"/>
              </a:ext>
            </a:extLst>
          </p:cNvPr>
          <p:cNvSpPr txBox="1">
            <a:spLocks/>
          </p:cNvSpPr>
          <p:nvPr/>
        </p:nvSpPr>
        <p:spPr>
          <a:xfrm>
            <a:off x="5740553" y="1628980"/>
            <a:ext cx="2971082" cy="7571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Rubik" pitchFamily="2" charset="-79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fontAlgn="base"/>
            <a:r>
              <a:rPr lang="he-IL" sz="2400"/>
              <a:t>מותר להפעיל רק מתודות </a:t>
            </a:r>
            <a:r>
              <a:rPr lang="he-IL" sz="2400" dirty="0"/>
              <a:t>שהן </a:t>
            </a:r>
            <a:r>
              <a:rPr lang="en-US" sz="2400"/>
              <a:t>const</a:t>
            </a:r>
            <a:r>
              <a:rPr lang="he-IL" sz="2400" dirty="0"/>
              <a:t>: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70956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59A42-7A5F-5224-275E-943E75955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0E5C174-95FA-2A47-A56C-C307A0CFC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>
                <a:effectLst/>
              </a:rPr>
              <a:t>אובייקט </a:t>
            </a:r>
            <a:r>
              <a:rPr lang="he-IL" dirty="0">
                <a:effectLst/>
              </a:rPr>
              <a:t>עם </a:t>
            </a:r>
            <a:r>
              <a:rPr lang="en-US">
                <a:effectLst/>
              </a:rPr>
              <a:t>const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E2F510-711F-5A05-FE1A-FCF809B567B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719416"/>
            <a:ext cx="7831137" cy="4769618"/>
          </a:xfrm>
        </p:spPr>
        <p:txBody>
          <a:bodyPr>
            <a:normAutofit/>
          </a:bodyPr>
          <a:lstStyle/>
          <a:p>
            <a:pPr algn="l" rtl="0" fontAlgn="base"/>
            <a:r>
              <a:rPr lang="en-US" sz="2100" dirty="0">
                <a:latin typeface="Consolas" panose="020B0609020204030204" pitchFamily="49" charset="0"/>
              </a:rPr>
              <a:t>class Student {</a:t>
            </a:r>
          </a:p>
          <a:p>
            <a:pPr algn="l" rtl="0" fontAlgn="base"/>
            <a:r>
              <a:rPr lang="en-US" sz="2100" dirty="0">
                <a:latin typeface="Consolas" panose="020B0609020204030204" pitchFamily="49" charset="0"/>
              </a:rPr>
              <a:t>    std::string name;</a:t>
            </a:r>
          </a:p>
          <a:p>
            <a:pPr algn="l" rtl="0" fontAlgn="base"/>
            <a:r>
              <a:rPr lang="en-US" sz="2100" dirty="0">
                <a:latin typeface="Consolas" panose="020B0609020204030204" pitchFamily="49" charset="0"/>
              </a:rPr>
              <a:t>    </a:t>
            </a:r>
            <a:r>
              <a:rPr lang="en-IL" sz="2100" dirty="0">
                <a:latin typeface="Consolas" panose="020B0609020204030204" pitchFamily="49" charset="0"/>
              </a:rPr>
              <a:t>⋮</a:t>
            </a:r>
            <a:endParaRPr lang="en-US" sz="21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100" dirty="0">
                <a:latin typeface="Consolas" panose="020B0609020204030204" pitchFamily="49" charset="0"/>
              </a:rPr>
              <a:t>    void print() const {</a:t>
            </a:r>
          </a:p>
          <a:p>
            <a:pPr algn="l" rtl="0" fontAlgn="base"/>
            <a:r>
              <a:rPr lang="en-US" sz="2100" dirty="0">
                <a:latin typeface="Consolas" panose="020B0609020204030204" pitchFamily="49" charset="0"/>
              </a:rPr>
              <a:t>         std::</a:t>
            </a:r>
            <a:r>
              <a:rPr lang="en-US" sz="2100" dirty="0" err="1">
                <a:latin typeface="Consolas" panose="020B0609020204030204" pitchFamily="49" charset="0"/>
              </a:rPr>
              <a:t>cout</a:t>
            </a:r>
            <a:r>
              <a:rPr lang="en-US" sz="2100" dirty="0">
                <a:latin typeface="Consolas" panose="020B0609020204030204" pitchFamily="49" charset="0"/>
              </a:rPr>
              <a:t> &lt;&lt; name;</a:t>
            </a:r>
          </a:p>
          <a:p>
            <a:pPr algn="l" rtl="0" fontAlgn="base"/>
            <a:r>
              <a:rPr lang="en-US" sz="2100" dirty="0">
                <a:latin typeface="Consolas" panose="020B0609020204030204" pitchFamily="49" charset="0"/>
              </a:rPr>
              <a:t>         </a:t>
            </a:r>
            <a:r>
              <a:rPr lang="en-IL" sz="2100" dirty="0">
                <a:latin typeface="Consolas" panose="020B0609020204030204" pitchFamily="49" charset="0"/>
              </a:rPr>
              <a:t>⋮</a:t>
            </a:r>
            <a:endParaRPr lang="he-IL" sz="2100" dirty="0">
              <a:latin typeface="Consolas" panose="020B0609020204030204" pitchFamily="49" charset="0"/>
            </a:endParaRPr>
          </a:p>
          <a:p>
            <a:pPr algn="l" rtl="0" fontAlgn="base"/>
            <a:endParaRPr lang="en-US" sz="21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100" dirty="0">
                <a:latin typeface="Consolas" panose="020B0609020204030204" pitchFamily="49" charset="0"/>
              </a:rPr>
              <a:t>const Student a("Avi");</a:t>
            </a:r>
          </a:p>
          <a:p>
            <a:pPr algn="l" rtl="0" fontAlgn="base"/>
            <a:endParaRPr lang="en-US" sz="21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100" dirty="0" err="1">
                <a:latin typeface="Consolas" panose="020B0609020204030204" pitchFamily="49" charset="0"/>
              </a:rPr>
              <a:t>a.print</a:t>
            </a:r>
            <a:r>
              <a:rPr lang="en-US" sz="2100" dirty="0"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9AE69BF7-FCC8-21DB-F847-6DA6FFB04E55}"/>
              </a:ext>
            </a:extLst>
          </p:cNvPr>
          <p:cNvSpPr txBox="1">
            <a:spLocks/>
          </p:cNvSpPr>
          <p:nvPr/>
        </p:nvSpPr>
        <p:spPr>
          <a:xfrm>
            <a:off x="5740553" y="1628980"/>
            <a:ext cx="2971082" cy="7571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Rubik" pitchFamily="2" charset="-79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fontAlgn="base"/>
            <a:r>
              <a:rPr lang="he-IL" sz="2400"/>
              <a:t>מותר להפעיל רק מתודות </a:t>
            </a:r>
            <a:r>
              <a:rPr lang="he-IL" sz="2400" dirty="0"/>
              <a:t>שהן </a:t>
            </a:r>
            <a:r>
              <a:rPr lang="en-US" sz="2400"/>
              <a:t>const</a:t>
            </a:r>
            <a:r>
              <a:rPr lang="he-IL" sz="2400" dirty="0"/>
              <a:t>: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EDE970-6F67-1FBC-A32F-68FD09B1E59B}"/>
              </a:ext>
            </a:extLst>
          </p:cNvPr>
          <p:cNvSpPr txBox="1"/>
          <p:nvPr/>
        </p:nvSpPr>
        <p:spPr>
          <a:xfrm>
            <a:off x="2501977" y="5409022"/>
            <a:ext cx="1301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</a:rPr>
              <a:t>// </a:t>
            </a:r>
            <a:r>
              <a:rPr lang="he-IL" sz="2400" dirty="0">
                <a:latin typeface="Consolas" panose="020B0609020204030204" pitchFamily="49" charset="0"/>
              </a:rPr>
              <a:t>מותר</a:t>
            </a:r>
            <a:endParaRPr lang="LID4096" sz="2400" dirty="0"/>
          </a:p>
        </p:txBody>
      </p:sp>
    </p:spTree>
    <p:extLst>
      <p:ext uri="{BB962C8B-B14F-4D97-AF65-F5344CB8AC3E}">
        <p14:creationId xmlns:p14="http://schemas.microsoft.com/office/powerpoint/2010/main" val="33128499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947CB-2FE2-8C09-20B0-28E8CC437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D68B1C9-9327-065E-557C-E3D6C74DC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struct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2DB8DE-9564-99A5-8FA2-6397F3105CC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538978"/>
            <a:ext cx="7831137" cy="4950055"/>
          </a:xfrm>
        </p:spPr>
        <p:txBody>
          <a:bodyPr>
            <a:normAutofit/>
          </a:bodyPr>
          <a:lstStyle/>
          <a:p>
            <a:pPr fontAlgn="base"/>
            <a:r>
              <a:rPr lang="he-IL"/>
              <a:t>מחלקה</a:t>
            </a:r>
            <a:r>
              <a:rPr lang="he-IL" dirty="0"/>
              <a:t> </a:t>
            </a:r>
            <a:r>
              <a:rPr lang="en-US"/>
              <a:t>immutable</a:t>
            </a:r>
            <a:r>
              <a:rPr lang="he-IL"/>
              <a:t> לייצוג נקודה:</a:t>
            </a:r>
            <a:endParaRPr lang="he-IL" dirty="0"/>
          </a:p>
          <a:p>
            <a:pPr algn="l" rtl="0" fontAlgn="base"/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class Point {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public: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const int x, y;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Point(int x, int y);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};</a:t>
            </a:r>
          </a:p>
          <a:p>
            <a:pPr marL="342900" indent="-342900" algn="r" fontAlgn="base">
              <a:buFont typeface="Arial" panose="020B0604020202020204" pitchFamily="34" charset="0"/>
              <a:buChar char="•"/>
            </a:pPr>
            <a:r>
              <a:rPr lang="en-US" sz="2400" dirty="0">
                <a:latin typeface="Consolas" panose="020B0609020204030204" pitchFamily="49" charset="0"/>
              </a:rPr>
              <a:t>mutable</a:t>
            </a:r>
            <a:r>
              <a:rPr lang="he-IL" sz="2400" dirty="0">
                <a:latin typeface="Consolas" panose="020B0609020204030204" pitchFamily="49" charset="0"/>
              </a:rPr>
              <a:t> </a:t>
            </a:r>
            <a:r>
              <a:rPr lang="he-IL" sz="2400">
                <a:latin typeface="Consolas" panose="020B0609020204030204" pitchFamily="49" charset="0"/>
              </a:rPr>
              <a:t>– ניתן לשינוי</a:t>
            </a:r>
            <a:endParaRPr lang="he-IL" sz="2400" dirty="0">
              <a:latin typeface="Consolas" panose="020B0609020204030204" pitchFamily="49" charset="0"/>
            </a:endParaRPr>
          </a:p>
          <a:p>
            <a:pPr marL="342900" indent="-342900" algn="r" fontAlgn="base">
              <a:buFont typeface="Arial" panose="020B0604020202020204" pitchFamily="34" charset="0"/>
              <a:buChar char="•"/>
            </a:pPr>
            <a:r>
              <a:rPr lang="en-US" sz="2400">
                <a:latin typeface="Consolas" panose="020B0609020204030204" pitchFamily="49" charset="0"/>
              </a:rPr>
              <a:t>immutable</a:t>
            </a:r>
            <a:r>
              <a:rPr lang="he-IL" sz="2400">
                <a:latin typeface="Consolas" panose="020B0609020204030204" pitchFamily="49" charset="0"/>
              </a:rPr>
              <a:t> – לא ניתן לשינוי</a:t>
            </a:r>
            <a:endParaRPr lang="en-US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4361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0366F-35A2-9A77-0C87-BB2DE4183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8F8F4C-A767-9561-A0FE-184D2DFE7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struct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CFAE9C-94BE-1CC9-9681-EB9930B63E7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538978"/>
            <a:ext cx="7831137" cy="4950055"/>
          </a:xfrm>
        </p:spPr>
        <p:txBody>
          <a:bodyPr>
            <a:normAutofit/>
          </a:bodyPr>
          <a:lstStyle/>
          <a:p>
            <a:pPr fontAlgn="base"/>
            <a:r>
              <a:rPr lang="he-IL"/>
              <a:t>כמו</a:t>
            </a:r>
            <a:r>
              <a:rPr lang="he-IL" dirty="0"/>
              <a:t> </a:t>
            </a:r>
            <a:r>
              <a:rPr lang="en-US"/>
              <a:t>class</a:t>
            </a:r>
            <a:r>
              <a:rPr lang="he-IL"/>
              <a:t> – עם ברירת המחדל </a:t>
            </a:r>
            <a:r>
              <a:rPr lang="en-US"/>
              <a:t>public</a:t>
            </a:r>
            <a:endParaRPr lang="he-IL" dirty="0"/>
          </a:p>
          <a:p>
            <a:pPr algn="l" rtl="0" fontAlgn="base"/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class Point {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public: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const int x, y;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Point(int x, int y);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};</a:t>
            </a:r>
          </a:p>
          <a:p>
            <a:pPr algn="l" rtl="0" fontAlgn="base"/>
            <a:endParaRPr lang="en-US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2377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21C64-0078-D615-0B59-68986F67D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A4FE577-60B1-5A6E-F091-58278C9B4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struct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AB6D3F-F63A-0797-FE99-C1A3CC5169D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538978"/>
            <a:ext cx="7831137" cy="4950055"/>
          </a:xfrm>
        </p:spPr>
        <p:txBody>
          <a:bodyPr>
            <a:normAutofit/>
          </a:bodyPr>
          <a:lstStyle/>
          <a:p>
            <a:pPr fontAlgn="base"/>
            <a:r>
              <a:rPr lang="he-IL"/>
              <a:t>כמו</a:t>
            </a:r>
            <a:r>
              <a:rPr lang="he-IL" dirty="0"/>
              <a:t> </a:t>
            </a:r>
            <a:r>
              <a:rPr lang="en-US"/>
              <a:t>class</a:t>
            </a:r>
            <a:r>
              <a:rPr lang="he-IL"/>
              <a:t> – עם ברירת המחדל </a:t>
            </a:r>
            <a:r>
              <a:rPr lang="en-US"/>
              <a:t>public</a:t>
            </a:r>
            <a:endParaRPr lang="he-IL" dirty="0"/>
          </a:p>
          <a:p>
            <a:pPr algn="l" rtl="0" fontAlgn="base"/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struct Point {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public: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const int x, y;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Point(int x, int y);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};</a:t>
            </a:r>
          </a:p>
          <a:p>
            <a:pPr algn="l" rtl="0" fontAlgn="base"/>
            <a:endParaRPr lang="en-US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26217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B36C8-B603-72A9-6989-68E81E8BC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BE2EB0C-C6DC-4991-A01E-AF316FE68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struct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4E58DA-DFC5-920B-B5E8-AFF7C864F0E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538978"/>
            <a:ext cx="7831137" cy="4950055"/>
          </a:xfrm>
        </p:spPr>
        <p:txBody>
          <a:bodyPr>
            <a:normAutofit/>
          </a:bodyPr>
          <a:lstStyle/>
          <a:p>
            <a:pPr fontAlgn="base"/>
            <a:r>
              <a:rPr lang="he-IL"/>
              <a:t>כמו</a:t>
            </a:r>
            <a:r>
              <a:rPr lang="he-IL" dirty="0"/>
              <a:t> </a:t>
            </a:r>
            <a:r>
              <a:rPr lang="en-US"/>
              <a:t>class</a:t>
            </a:r>
            <a:r>
              <a:rPr lang="he-IL"/>
              <a:t> – עם ברירת המחדל </a:t>
            </a:r>
            <a:r>
              <a:rPr lang="en-US"/>
              <a:t>public</a:t>
            </a:r>
            <a:endParaRPr lang="he-IL" dirty="0"/>
          </a:p>
          <a:p>
            <a:pPr algn="l" rtl="0" fontAlgn="base"/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struct Point {</a:t>
            </a:r>
          </a:p>
          <a:p>
            <a:pPr algn="l" rtl="0" fontAlgn="base"/>
            <a:r>
              <a:rPr lang="en-US" sz="2400" strike="sngStrike" dirty="0">
                <a:latin typeface="Consolas" panose="020B0609020204030204" pitchFamily="49" charset="0"/>
              </a:rPr>
              <a:t>public: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const int x, y;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Point(int x, int y);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};</a:t>
            </a:r>
          </a:p>
          <a:p>
            <a:pPr algn="l" rtl="0" fontAlgn="base"/>
            <a:endParaRPr lang="en-US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0320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1E9D1-7D87-A0C5-1158-78A94175B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F8B93B3-AFD4-94C6-22B5-CF2C36451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struct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D9BE40-673F-3033-798D-35D80668FDE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538978"/>
            <a:ext cx="7831137" cy="4950055"/>
          </a:xfrm>
        </p:spPr>
        <p:txBody>
          <a:bodyPr>
            <a:normAutofit/>
          </a:bodyPr>
          <a:lstStyle/>
          <a:p>
            <a:pPr fontAlgn="base"/>
            <a:r>
              <a:rPr lang="he-IL"/>
              <a:t>כמו</a:t>
            </a:r>
            <a:r>
              <a:rPr lang="he-IL" dirty="0"/>
              <a:t> </a:t>
            </a:r>
            <a:r>
              <a:rPr lang="en-US"/>
              <a:t>class</a:t>
            </a:r>
            <a:r>
              <a:rPr lang="he-IL"/>
              <a:t> – עם ברירת המחדל </a:t>
            </a:r>
            <a:r>
              <a:rPr lang="en-US"/>
              <a:t>public</a:t>
            </a:r>
            <a:endParaRPr lang="he-IL" dirty="0"/>
          </a:p>
          <a:p>
            <a:pPr algn="l" rtl="0" fontAlgn="base"/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struct Point {</a:t>
            </a:r>
            <a:endParaRPr lang="en-US" sz="2400" strike="sngStrike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const int x, y;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Point(int x, int y);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};</a:t>
            </a:r>
          </a:p>
          <a:p>
            <a:pPr algn="l" rtl="0" fontAlgn="base"/>
            <a:endParaRPr lang="en-US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636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95A99-2E59-5516-DD49-E0C89000A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7532172-1F08-5763-BCCD-7EADA58E5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/>
              <a:t>למה נקודה פסיק</a:t>
            </a:r>
            <a:r>
              <a:rPr lang="he-IL" dirty="0"/>
              <a:t>...?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1BD5AA-0886-185C-9212-67F00420987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538978"/>
            <a:ext cx="7831137" cy="4950055"/>
          </a:xfrm>
        </p:spPr>
        <p:txBody>
          <a:bodyPr>
            <a:normAutofit/>
          </a:bodyPr>
          <a:lstStyle/>
          <a:p>
            <a:pPr fontAlgn="base"/>
            <a:r>
              <a:rPr lang="he-IL"/>
              <a:t>בסוף </a:t>
            </a:r>
            <a:r>
              <a:rPr lang="he-IL" dirty="0"/>
              <a:t>הגדרת </a:t>
            </a:r>
            <a:r>
              <a:rPr lang="en-US"/>
              <a:t>class</a:t>
            </a:r>
            <a:r>
              <a:rPr lang="he-IL"/>
              <a:t> ו </a:t>
            </a:r>
            <a:r>
              <a:rPr lang="en-US"/>
              <a:t>struct</a:t>
            </a:r>
            <a:r>
              <a:rPr lang="he-IL"/>
              <a:t> – נקודה פסיק</a:t>
            </a:r>
            <a:endParaRPr lang="he-IL" dirty="0"/>
          </a:p>
          <a:p>
            <a:pPr algn="l" rtl="0" fontAlgn="base"/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struct Point {</a:t>
            </a:r>
            <a:endParaRPr lang="en-US" sz="2400" strike="sngStrike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const int x, y;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Point(int x, int y);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};</a:t>
            </a:r>
          </a:p>
          <a:p>
            <a:pPr algn="l" rtl="0" fontAlgn="base"/>
            <a:endParaRPr lang="en-US" sz="2400" dirty="0">
              <a:latin typeface="Consolas" panose="020B0609020204030204" pitchFamily="49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D84C861-7B1C-925A-356B-DAD672A54EA8}"/>
              </a:ext>
            </a:extLst>
          </p:cNvPr>
          <p:cNvCxnSpPr>
            <a:cxnSpLocks/>
          </p:cNvCxnSpPr>
          <p:nvPr/>
        </p:nvCxnSpPr>
        <p:spPr>
          <a:xfrm flipH="1">
            <a:off x="1421965" y="2078985"/>
            <a:ext cx="2250025" cy="1890021"/>
          </a:xfrm>
          <a:prstGeom prst="straightConnector1">
            <a:avLst/>
          </a:prstGeom>
          <a:ln w="6350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7822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72520-A2C8-BA5E-2D7D-9A184082D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ABEDB8-34CB-1E35-AF50-29C657905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/>
              <a:t>למה נקודה פסיק</a:t>
            </a:r>
            <a:r>
              <a:rPr lang="he-IL" dirty="0"/>
              <a:t>...?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D71A44-1798-D0D7-55A5-DC943B026FE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538978"/>
            <a:ext cx="7831137" cy="4950055"/>
          </a:xfrm>
        </p:spPr>
        <p:txBody>
          <a:bodyPr>
            <a:normAutofit/>
          </a:bodyPr>
          <a:lstStyle/>
          <a:p>
            <a:pPr fontAlgn="base"/>
            <a:r>
              <a:rPr lang="he-IL"/>
              <a:t>בסוף </a:t>
            </a:r>
            <a:r>
              <a:rPr lang="he-IL" dirty="0"/>
              <a:t>הגדרת </a:t>
            </a:r>
            <a:r>
              <a:rPr lang="en-US"/>
              <a:t>class</a:t>
            </a:r>
            <a:r>
              <a:rPr lang="he-IL"/>
              <a:t> ו </a:t>
            </a:r>
            <a:r>
              <a:rPr lang="en-US"/>
              <a:t>struct</a:t>
            </a:r>
            <a:r>
              <a:rPr lang="he-IL"/>
              <a:t> – נקודה פסיק</a:t>
            </a:r>
            <a:endParaRPr lang="he-IL" dirty="0"/>
          </a:p>
          <a:p>
            <a:pPr algn="l" rtl="0" fontAlgn="base"/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struct Point {</a:t>
            </a:r>
            <a:endParaRPr lang="en-US" sz="2400" strike="sngStrike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const int x, y;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Point(int x, int y);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} p1(1,1), p2(2,2);</a:t>
            </a:r>
          </a:p>
          <a:p>
            <a:pPr algn="l" rtl="0" fontAlgn="base"/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⋮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int dx = p2.x – p1.x;</a:t>
            </a:r>
          </a:p>
        </p:txBody>
      </p:sp>
    </p:spTree>
    <p:extLst>
      <p:ext uri="{BB962C8B-B14F-4D97-AF65-F5344CB8AC3E}">
        <p14:creationId xmlns:p14="http://schemas.microsoft.com/office/powerpoint/2010/main" val="17639466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45CF1-D06F-18E6-C0A9-CEF861C32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88675A4-B3AB-277F-5903-D20E4503D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/>
              <a:t>מחלקה </a:t>
            </a:r>
            <a:r>
              <a:rPr lang="he-IL" dirty="0"/>
              <a:t>אנונימית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DB56E9-BA86-28F8-58EF-AFE37C20EBB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538978"/>
            <a:ext cx="7831137" cy="4950055"/>
          </a:xfrm>
        </p:spPr>
        <p:txBody>
          <a:bodyPr>
            <a:normAutofit/>
          </a:bodyPr>
          <a:lstStyle/>
          <a:p>
            <a:pPr fontAlgn="base"/>
            <a:r>
              <a:rPr lang="he-IL"/>
              <a:t>מחלקה ללא שם...</a:t>
            </a:r>
            <a:endParaRPr lang="he-IL" dirty="0"/>
          </a:p>
          <a:p>
            <a:pPr algn="l" rtl="0" fontAlgn="base"/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struct Point {</a:t>
            </a:r>
            <a:endParaRPr lang="en-US" sz="2400" strike="sngStrike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const int x, y;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Point(int x, int y);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} p1(1,1), p2(2,2);</a:t>
            </a:r>
          </a:p>
          <a:p>
            <a:pPr algn="l" rtl="0" fontAlgn="base"/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⋮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int dx = p2.x – p1.x;</a:t>
            </a:r>
          </a:p>
        </p:txBody>
      </p:sp>
    </p:spTree>
    <p:extLst>
      <p:ext uri="{BB962C8B-B14F-4D97-AF65-F5344CB8AC3E}">
        <p14:creationId xmlns:p14="http://schemas.microsoft.com/office/powerpoint/2010/main" val="39630575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0D3C7-3311-13EB-E19A-5BF89744F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4F4C78-FAD5-5FEF-05CF-AD84D8685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/>
              <a:t>מחלקה </a:t>
            </a:r>
            <a:r>
              <a:rPr lang="he-IL" dirty="0"/>
              <a:t>אנונימית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E769D7-4A11-C6D3-D011-F87518C21AE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538978"/>
            <a:ext cx="7831137" cy="4950055"/>
          </a:xfrm>
        </p:spPr>
        <p:txBody>
          <a:bodyPr>
            <a:normAutofit/>
          </a:bodyPr>
          <a:lstStyle/>
          <a:p>
            <a:pPr fontAlgn="base"/>
            <a:r>
              <a:rPr lang="he-IL"/>
              <a:t>מחלקה ללא שם...</a:t>
            </a:r>
            <a:endParaRPr lang="he-IL" dirty="0"/>
          </a:p>
          <a:p>
            <a:pPr algn="l" rtl="0" fontAlgn="base"/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struct {</a:t>
            </a:r>
            <a:endParaRPr lang="en-US" sz="2400" strike="sngStrike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int x, y;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} p1, p2;</a:t>
            </a:r>
          </a:p>
          <a:p>
            <a:pPr algn="l" rtl="0" fontAlgn="base"/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⋮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int dx = p2.x – p1.x;</a:t>
            </a:r>
          </a:p>
        </p:txBody>
      </p:sp>
    </p:spTree>
    <p:extLst>
      <p:ext uri="{BB962C8B-B14F-4D97-AF65-F5344CB8AC3E}">
        <p14:creationId xmlns:p14="http://schemas.microsoft.com/office/powerpoint/2010/main" val="15617102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5AB19-AAE6-00B7-3096-0CA4879E5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2E2EEF-63CC-8E42-E7AC-3621185D6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בנאים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62CA69-16FE-E777-40A6-0FA6D52C04E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538978"/>
            <a:ext cx="7831137" cy="4950055"/>
          </a:xfrm>
        </p:spPr>
        <p:txBody>
          <a:bodyPr>
            <a:normAutofit/>
          </a:bodyPr>
          <a:lstStyle/>
          <a:p>
            <a:pPr fontAlgn="base"/>
            <a:r>
              <a:rPr lang="he-IL"/>
              <a:t>מתודת בנאי רגילה:</a:t>
            </a:r>
            <a:endParaRPr lang="he-IL" dirty="0"/>
          </a:p>
          <a:p>
            <a:pPr algn="l" rtl="0" fontAlgn="base"/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struct Point {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const int x, y;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Point(int x, int y);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};</a:t>
            </a:r>
          </a:p>
          <a:p>
            <a:pPr algn="l" rtl="0" fontAlgn="base"/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Point::Point(x, y) : x(x), y(y) {}</a:t>
            </a:r>
          </a:p>
        </p:txBody>
      </p:sp>
    </p:spTree>
    <p:extLst>
      <p:ext uri="{BB962C8B-B14F-4D97-AF65-F5344CB8AC3E}">
        <p14:creationId xmlns:p14="http://schemas.microsoft.com/office/powerpoint/2010/main" val="2429497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BF139-769F-95DD-7592-46AE5A61D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19EE62-5B35-538C-7EE7-95CB6EE81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בנאים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2A3D22-4C9E-F90A-5105-E1B59539B6A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538978"/>
            <a:ext cx="7831137" cy="4950055"/>
          </a:xfrm>
        </p:spPr>
        <p:txBody>
          <a:bodyPr>
            <a:normAutofit/>
          </a:bodyPr>
          <a:lstStyle/>
          <a:p>
            <a:pPr fontAlgn="base"/>
            <a:r>
              <a:rPr lang="he-IL"/>
              <a:t>מתודת בנאי רגילה:</a:t>
            </a:r>
            <a:endParaRPr lang="he-IL" dirty="0"/>
          </a:p>
          <a:p>
            <a:pPr algn="l" rtl="0" fontAlgn="base"/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struct Point {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const int x, y;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Point(int x, int y): x(x), y(y) {}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};</a:t>
            </a:r>
          </a:p>
          <a:p>
            <a:pPr algn="l" rtl="0" fontAlgn="base"/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endParaRPr lang="en-US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56543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AF523-1901-A9B7-403A-FE3E111D8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F880399-4B7E-B109-D65E-F6252DF25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static</a:t>
            </a:r>
            <a:r>
              <a:rPr lang="he-IL">
                <a:effectLst/>
              </a:rPr>
              <a:t> </a:t>
            </a:r>
            <a:r>
              <a:rPr lang="he-IL" dirty="0">
                <a:effectLst/>
              </a:rPr>
              <a:t>במחלקה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133E5C-4D68-27D3-57DF-1925F679C55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8978"/>
            <a:ext cx="7831137" cy="4860054"/>
          </a:xfrm>
        </p:spPr>
        <p:txBody>
          <a:bodyPr>
            <a:normAutofit/>
          </a:bodyPr>
          <a:lstStyle/>
          <a:p>
            <a:pPr algn="r" fontAlgn="base"/>
            <a:endParaRPr lang="he-IL" sz="3200" b="1" dirty="0">
              <a:latin typeface="Consolas" panose="020B0609020204030204" pitchFamily="49" charset="0"/>
            </a:endParaRPr>
          </a:p>
          <a:p>
            <a:pPr algn="r" fontAlgn="base"/>
            <a:endParaRPr lang="he-IL" sz="3200" b="1" dirty="0">
              <a:latin typeface="Consolas" panose="020B0609020204030204" pitchFamily="49" charset="0"/>
            </a:endParaRPr>
          </a:p>
          <a:p>
            <a:pPr algn="r" fontAlgn="base"/>
            <a:endParaRPr lang="he-IL" sz="3200" b="1" dirty="0">
              <a:latin typeface="Consolas" panose="020B0609020204030204" pitchFamily="49" charset="0"/>
            </a:endParaRPr>
          </a:p>
          <a:p>
            <a:pPr algn="r" fontAlgn="base"/>
            <a:endParaRPr lang="he-IL" sz="3200" b="1" dirty="0">
              <a:latin typeface="Consolas" panose="020B0609020204030204" pitchFamily="49" charset="0"/>
            </a:endParaRPr>
          </a:p>
          <a:p>
            <a:pPr algn="r" fontAlgn="base"/>
            <a:endParaRPr lang="he-IL" sz="3200" b="1" dirty="0">
              <a:latin typeface="Consolas" panose="020B0609020204030204" pitchFamily="49" charset="0"/>
            </a:endParaRPr>
          </a:p>
          <a:p>
            <a:pPr algn="r" fontAlgn="base"/>
            <a:endParaRPr lang="he-IL" sz="3200" b="1" dirty="0"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1B688E1-5B10-D08C-0BD6-F393926C9843}"/>
                  </a:ext>
                </a:extLst>
              </p:cNvPr>
              <p:cNvSpPr txBox="1"/>
              <p:nvPr/>
            </p:nvSpPr>
            <p:spPr>
              <a:xfrm>
                <a:off x="904902" y="1222124"/>
                <a:ext cx="2974020" cy="58477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he-IL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1B688E1-5B10-D08C-0BD6-F393926C98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902" y="1222124"/>
                <a:ext cx="2974020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D851E74-ADB1-A822-FEE2-06CED0135C47}"/>
                  </a:ext>
                </a:extLst>
              </p:cNvPr>
              <p:cNvSpPr txBox="1"/>
              <p:nvPr/>
            </p:nvSpPr>
            <p:spPr>
              <a:xfrm>
                <a:off x="6024134" y="3737471"/>
                <a:ext cx="2974020" cy="58477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he-IL" sz="3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D851E74-ADB1-A822-FEE2-06CED0135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4134" y="3737471"/>
                <a:ext cx="2974020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EA83787-29AA-0859-D51F-36C3A9E6F955}"/>
              </a:ext>
            </a:extLst>
          </p:cNvPr>
          <p:cNvCxnSpPr>
            <a:cxnSpLocks/>
          </p:cNvCxnSpPr>
          <p:nvPr/>
        </p:nvCxnSpPr>
        <p:spPr>
          <a:xfrm>
            <a:off x="3311986" y="2053505"/>
            <a:ext cx="2880032" cy="1886175"/>
          </a:xfrm>
          <a:prstGeom prst="straightConnector1">
            <a:avLst/>
          </a:prstGeom>
          <a:ln w="63500"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94F6B4FB-530C-375C-0ED4-F334747C97D0}"/>
              </a:ext>
            </a:extLst>
          </p:cNvPr>
          <p:cNvSpPr/>
          <p:nvPr/>
        </p:nvSpPr>
        <p:spPr>
          <a:xfrm>
            <a:off x="3239870" y="1962021"/>
            <a:ext cx="180003" cy="180358"/>
          </a:xfrm>
          <a:prstGeom prst="ellipse">
            <a:avLst/>
          </a:prstGeom>
          <a:solidFill>
            <a:schemeClr val="tx1"/>
          </a:solidFill>
          <a:ln w="63500">
            <a:noFill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EBCD4F9-B0EF-471F-DB1E-BD9E7CC54FAF}"/>
              </a:ext>
            </a:extLst>
          </p:cNvPr>
          <p:cNvSpPr/>
          <p:nvPr/>
        </p:nvSpPr>
        <p:spPr>
          <a:xfrm>
            <a:off x="6038036" y="3831285"/>
            <a:ext cx="180003" cy="180358"/>
          </a:xfrm>
          <a:prstGeom prst="ellipse">
            <a:avLst/>
          </a:prstGeom>
          <a:solidFill>
            <a:schemeClr val="tx1"/>
          </a:solidFill>
          <a:ln w="63500">
            <a:noFill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D0C8AB5-5969-4B69-5327-68F8A55CEE19}"/>
              </a:ext>
            </a:extLst>
          </p:cNvPr>
          <p:cNvCxnSpPr>
            <a:cxnSpLocks/>
          </p:cNvCxnSpPr>
          <p:nvPr/>
        </p:nvCxnSpPr>
        <p:spPr>
          <a:xfrm>
            <a:off x="3311986" y="2025008"/>
            <a:ext cx="0" cy="1970687"/>
          </a:xfrm>
          <a:prstGeom prst="straightConnector1">
            <a:avLst/>
          </a:prstGeom>
          <a:ln w="63500">
            <a:prstDash val="sysDot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1ABF79A-E291-118F-6CFE-6BAAC4DF2E36}"/>
              </a:ext>
            </a:extLst>
          </p:cNvPr>
          <p:cNvCxnSpPr>
            <a:cxnSpLocks/>
          </p:cNvCxnSpPr>
          <p:nvPr/>
        </p:nvCxnSpPr>
        <p:spPr>
          <a:xfrm flipH="1" flipV="1">
            <a:off x="3311986" y="3962861"/>
            <a:ext cx="2805419" cy="10509"/>
          </a:xfrm>
          <a:prstGeom prst="straightConnector1">
            <a:avLst/>
          </a:prstGeom>
          <a:ln w="63500">
            <a:prstDash val="sysDot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082CC96-29C3-4FBD-63F7-0FE1E06C8A85}"/>
                  </a:ext>
                </a:extLst>
              </p:cNvPr>
              <p:cNvSpPr txBox="1"/>
              <p:nvPr/>
            </p:nvSpPr>
            <p:spPr>
              <a:xfrm>
                <a:off x="3067293" y="4206983"/>
                <a:ext cx="2974020" cy="58477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=|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he-IL" sz="32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082CC96-29C3-4FBD-63F7-0FE1E06C8A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7293" y="4206983"/>
                <a:ext cx="2974020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172D8E1-05DE-FA3D-4232-01C79DF5DB37}"/>
                  </a:ext>
                </a:extLst>
              </p:cNvPr>
              <p:cNvSpPr txBox="1"/>
              <p:nvPr/>
            </p:nvSpPr>
            <p:spPr>
              <a:xfrm>
                <a:off x="1333881" y="2353667"/>
                <a:ext cx="1905989" cy="1077218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𝑑𝑦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|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he-IL" sz="32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172D8E1-05DE-FA3D-4232-01C79DF5DB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3881" y="2353667"/>
                <a:ext cx="1905989" cy="10772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6693FE0-5F67-F1AF-A1DC-527714646886}"/>
                  </a:ext>
                </a:extLst>
              </p:cNvPr>
              <p:cNvSpPr txBox="1"/>
              <p:nvPr/>
            </p:nvSpPr>
            <p:spPr>
              <a:xfrm>
                <a:off x="2231974" y="4824247"/>
                <a:ext cx="4680052" cy="58477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𝑙𝑒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𝑑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𝑑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he-IL" sz="32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6693FE0-5F67-F1AF-A1DC-5277146468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974" y="4824247"/>
                <a:ext cx="4680052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A7F7E15-8237-BC32-62C7-D31FAEA82933}"/>
                  </a:ext>
                </a:extLst>
              </p:cNvPr>
              <p:cNvSpPr txBox="1"/>
              <p:nvPr/>
            </p:nvSpPr>
            <p:spPr>
              <a:xfrm>
                <a:off x="4554303" y="2382614"/>
                <a:ext cx="993919" cy="58477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𝑙𝑒𝑛</m:t>
                      </m:r>
                    </m:oMath>
                  </m:oMathPara>
                </a14:m>
                <a:endParaRPr lang="he-IL" sz="32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A7F7E15-8237-BC32-62C7-D31FAEA829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4303" y="2382614"/>
                <a:ext cx="993919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C457E2B-00F1-22DD-E75F-355B635180A6}"/>
                  </a:ext>
                </a:extLst>
              </p:cNvPr>
              <p:cNvSpPr txBox="1"/>
              <p:nvPr/>
            </p:nvSpPr>
            <p:spPr>
              <a:xfrm>
                <a:off x="2231974" y="5373839"/>
                <a:ext cx="4680052" cy="711349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𝑙𝑒𝑛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he-IL" sz="32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C457E2B-00F1-22DD-E75F-355B635180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974" y="5373839"/>
                <a:ext cx="4680052" cy="71134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2212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31" grpId="0"/>
      <p:bldP spid="32" grpId="0"/>
      <p:bldP spid="36" grpId="0"/>
      <p:bldP spid="39" grpId="0"/>
      <p:bldP spid="4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2C76C-9FB9-D76F-A852-49968CDD5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5BF018C-D302-2B40-8739-097A2B762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static</a:t>
            </a:r>
            <a:r>
              <a:rPr lang="he-IL">
                <a:effectLst/>
              </a:rPr>
              <a:t> </a:t>
            </a:r>
            <a:r>
              <a:rPr lang="he-IL" dirty="0">
                <a:effectLst/>
              </a:rPr>
              <a:t>במחלקה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74D1AA-CE5E-6BEC-F8B2-4420AD24051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8978"/>
            <a:ext cx="7831137" cy="4860054"/>
          </a:xfrm>
        </p:spPr>
        <p:txBody>
          <a:bodyPr>
            <a:normAutofit lnSpcReduction="10000"/>
          </a:bodyPr>
          <a:lstStyle/>
          <a:p>
            <a:pPr fontAlgn="base"/>
            <a:r>
              <a:rPr lang="he-IL" sz="2400">
                <a:latin typeface="Consolas" panose="020B0609020204030204" pitchFamily="49" charset="0"/>
              </a:rPr>
              <a:t>מחלקה</a:t>
            </a:r>
            <a:r>
              <a:rPr lang="he-IL" sz="2400" dirty="0">
                <a:latin typeface="Consolas" panose="020B0609020204030204" pitchFamily="49" charset="0"/>
              </a:rPr>
              <a:t> </a:t>
            </a:r>
            <a:r>
              <a:rPr lang="en-US" sz="2400">
                <a:latin typeface="Consolas" panose="020B0609020204030204" pitchFamily="49" charset="0"/>
              </a:rPr>
              <a:t>immutable</a:t>
            </a:r>
            <a:r>
              <a:rPr lang="he-IL" sz="2400">
                <a:latin typeface="Consolas" panose="020B0609020204030204" pitchFamily="49" charset="0"/>
              </a:rPr>
              <a:t> לייצוג קו:</a:t>
            </a:r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struct Line {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const int </a:t>
            </a:r>
            <a:r>
              <a:rPr lang="en-US" sz="2000" dirty="0" err="1">
                <a:latin typeface="Consolas" panose="020B0609020204030204" pitchFamily="49" charset="0"/>
              </a:rPr>
              <a:t>len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const Point p1, p2;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Line(const Point&amp; p1, const Point&amp; p2)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    : p1(p1), p2(p2) 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{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    int dx = p2.x - p1.x, </a:t>
            </a:r>
            <a:r>
              <a:rPr lang="en-US" sz="2000" dirty="0" err="1">
                <a:latin typeface="Consolas" panose="020B0609020204030204" pitchFamily="49" charset="0"/>
              </a:rPr>
              <a:t>dy</a:t>
            </a:r>
            <a:r>
              <a:rPr lang="en-US" sz="2000" dirty="0">
                <a:latin typeface="Consolas" panose="020B0609020204030204" pitchFamily="49" charset="0"/>
              </a:rPr>
              <a:t> = p2.y - p1.y;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    int </a:t>
            </a:r>
            <a:r>
              <a:rPr lang="en-US" sz="2000" dirty="0" err="1">
                <a:latin typeface="Consolas" panose="020B0609020204030204" pitchFamily="49" charset="0"/>
              </a:rPr>
              <a:t>lenSquared</a:t>
            </a:r>
            <a:r>
              <a:rPr lang="en-US" sz="2000" dirty="0">
                <a:latin typeface="Consolas" panose="020B0609020204030204" pitchFamily="49" charset="0"/>
              </a:rPr>
              <a:t> = dx*dx + </a:t>
            </a:r>
            <a:r>
              <a:rPr lang="en-US" sz="2000" dirty="0" err="1">
                <a:latin typeface="Consolas" panose="020B0609020204030204" pitchFamily="49" charset="0"/>
              </a:rPr>
              <a:t>dy</a:t>
            </a:r>
            <a:r>
              <a:rPr lang="en-US" sz="2000" dirty="0">
                <a:latin typeface="Consolas" panose="020B0609020204030204" pitchFamily="49" charset="0"/>
              </a:rPr>
              <a:t>*</a:t>
            </a:r>
            <a:r>
              <a:rPr lang="en-US" sz="2000" dirty="0" err="1">
                <a:latin typeface="Consolas" panose="020B0609020204030204" pitchFamily="49" charset="0"/>
              </a:rPr>
              <a:t>dy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    while (l * l &lt; </a:t>
            </a:r>
            <a:r>
              <a:rPr lang="en-US" sz="2000" dirty="0" err="1">
                <a:latin typeface="Consolas" panose="020B0609020204030204" pitchFamily="49" charset="0"/>
              </a:rPr>
              <a:t>lenSquared</a:t>
            </a:r>
            <a:r>
              <a:rPr lang="en-US" sz="2000" dirty="0">
                <a:latin typeface="Consolas" panose="020B0609020204030204" pitchFamily="49" charset="0"/>
              </a:rPr>
              <a:t>) l++;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    </a:t>
            </a:r>
            <a:r>
              <a:rPr lang="en-US" sz="2000" dirty="0" err="1">
                <a:latin typeface="Consolas" panose="020B0609020204030204" pitchFamily="49" charset="0"/>
              </a:rPr>
              <a:t>len</a:t>
            </a:r>
            <a:r>
              <a:rPr lang="en-US" sz="2000" dirty="0">
                <a:latin typeface="Consolas" panose="020B0609020204030204" pitchFamily="49" charset="0"/>
              </a:rPr>
              <a:t> = l - 1;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};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};</a:t>
            </a:r>
          </a:p>
          <a:p>
            <a:pPr algn="l" rtl="0" fontAlgn="base"/>
            <a:endParaRPr lang="en-US" sz="20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556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7A23B-7E0D-9C4B-87F5-3270D3986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67B2B16-17DB-6C45-0F0F-E7966D204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static</a:t>
            </a:r>
            <a:r>
              <a:rPr lang="he-IL">
                <a:effectLst/>
              </a:rPr>
              <a:t> </a:t>
            </a:r>
            <a:r>
              <a:rPr lang="he-IL" dirty="0">
                <a:effectLst/>
              </a:rPr>
              <a:t>במחלקה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A514EE-AF5B-6765-DCFF-E8C4161BA38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8978"/>
            <a:ext cx="7831137" cy="5040056"/>
          </a:xfrm>
        </p:spPr>
        <p:txBody>
          <a:bodyPr>
            <a:normAutofit lnSpcReduction="10000"/>
          </a:bodyPr>
          <a:lstStyle/>
          <a:p>
            <a:pPr fontAlgn="base"/>
            <a:r>
              <a:rPr lang="he-IL" sz="2400">
                <a:latin typeface="Consolas" panose="020B0609020204030204" pitchFamily="49" charset="0"/>
              </a:rPr>
              <a:t>מחלקה</a:t>
            </a:r>
            <a:r>
              <a:rPr lang="he-IL" sz="2400" dirty="0">
                <a:latin typeface="Consolas" panose="020B0609020204030204" pitchFamily="49" charset="0"/>
              </a:rPr>
              <a:t> </a:t>
            </a:r>
            <a:r>
              <a:rPr lang="en-US" sz="2400">
                <a:latin typeface="Consolas" panose="020B0609020204030204" pitchFamily="49" charset="0"/>
              </a:rPr>
              <a:t>immutable</a:t>
            </a:r>
            <a:r>
              <a:rPr lang="he-IL" sz="2400">
                <a:latin typeface="Consolas" panose="020B0609020204030204" pitchFamily="49" charset="0"/>
              </a:rPr>
              <a:t> לייצוג קו:</a:t>
            </a:r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struct Line {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dirty="0">
                <a:latin typeface="Consolas" panose="020B0609020204030204" pitchFamily="49" charset="0"/>
              </a:rPr>
              <a:t>const</a:t>
            </a:r>
            <a:r>
              <a:rPr lang="en-US" sz="2000" dirty="0">
                <a:latin typeface="Consolas" panose="020B0609020204030204" pitchFamily="49" charset="0"/>
              </a:rPr>
              <a:t> int </a:t>
            </a:r>
            <a:r>
              <a:rPr lang="en-US" sz="2000" dirty="0" err="1">
                <a:latin typeface="Consolas" panose="020B0609020204030204" pitchFamily="49" charset="0"/>
              </a:rPr>
              <a:t>len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const Point p1, p2;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Line(const Point&amp; p1, const Point&amp; p2)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    : p1(p1), p2(p2) 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{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    int dx = p2.x - p1.x, </a:t>
            </a:r>
            <a:r>
              <a:rPr lang="en-US" sz="2000" dirty="0" err="1">
                <a:latin typeface="Consolas" panose="020B0609020204030204" pitchFamily="49" charset="0"/>
              </a:rPr>
              <a:t>dy</a:t>
            </a:r>
            <a:r>
              <a:rPr lang="en-US" sz="2000" dirty="0">
                <a:latin typeface="Consolas" panose="020B0609020204030204" pitchFamily="49" charset="0"/>
              </a:rPr>
              <a:t> = p2.y - p1.y;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    int </a:t>
            </a:r>
            <a:r>
              <a:rPr lang="en-US" sz="2000" dirty="0" err="1">
                <a:latin typeface="Consolas" panose="020B0609020204030204" pitchFamily="49" charset="0"/>
              </a:rPr>
              <a:t>lenSquared</a:t>
            </a:r>
            <a:r>
              <a:rPr lang="en-US" sz="2000" dirty="0">
                <a:latin typeface="Consolas" panose="020B0609020204030204" pitchFamily="49" charset="0"/>
              </a:rPr>
              <a:t> = dx*dx + </a:t>
            </a:r>
            <a:r>
              <a:rPr lang="en-US" sz="2000" dirty="0" err="1">
                <a:latin typeface="Consolas" panose="020B0609020204030204" pitchFamily="49" charset="0"/>
              </a:rPr>
              <a:t>dy</a:t>
            </a:r>
            <a:r>
              <a:rPr lang="en-US" sz="2000" dirty="0">
                <a:latin typeface="Consolas" panose="020B0609020204030204" pitchFamily="49" charset="0"/>
              </a:rPr>
              <a:t>*</a:t>
            </a:r>
            <a:r>
              <a:rPr lang="en-US" sz="2000" dirty="0" err="1">
                <a:latin typeface="Consolas" panose="020B0609020204030204" pitchFamily="49" charset="0"/>
              </a:rPr>
              <a:t>dy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    while (l * l &lt; </a:t>
            </a:r>
            <a:r>
              <a:rPr lang="en-US" sz="2000" dirty="0" err="1">
                <a:latin typeface="Consolas" panose="020B0609020204030204" pitchFamily="49" charset="0"/>
              </a:rPr>
              <a:t>lenSquared</a:t>
            </a:r>
            <a:r>
              <a:rPr lang="en-US" sz="2000" dirty="0">
                <a:latin typeface="Consolas" panose="020B0609020204030204" pitchFamily="49" charset="0"/>
              </a:rPr>
              <a:t>) l++;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    </a:t>
            </a:r>
            <a:r>
              <a:rPr lang="en-US" sz="2000" dirty="0" err="1">
                <a:latin typeface="Consolas" panose="020B0609020204030204" pitchFamily="49" charset="0"/>
              </a:rPr>
              <a:t>len</a:t>
            </a:r>
            <a:r>
              <a:rPr lang="en-US" sz="2000" dirty="0">
                <a:latin typeface="Consolas" panose="020B0609020204030204" pitchFamily="49" charset="0"/>
              </a:rPr>
              <a:t> = l - 1;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};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};</a:t>
            </a:r>
          </a:p>
          <a:p>
            <a:pPr algn="l" rtl="0" fontAlgn="base"/>
            <a:endParaRPr lang="en-US" sz="20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896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440C0-3967-3EB1-3099-34E0FA66D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DACA938-4262-564C-AEE0-44401B935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static</a:t>
            </a:r>
            <a:r>
              <a:rPr lang="he-IL">
                <a:effectLst/>
              </a:rPr>
              <a:t> </a:t>
            </a:r>
            <a:r>
              <a:rPr lang="he-IL" dirty="0">
                <a:effectLst/>
              </a:rPr>
              <a:t>במחלקה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0BC1DB-AF4D-A0EA-A21B-848275D1F2F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8978"/>
            <a:ext cx="7831137" cy="4860054"/>
          </a:xfrm>
        </p:spPr>
        <p:txBody>
          <a:bodyPr>
            <a:normAutofit lnSpcReduction="10000"/>
          </a:bodyPr>
          <a:lstStyle/>
          <a:p>
            <a:pPr fontAlgn="base"/>
            <a:r>
              <a:rPr lang="he-IL" sz="2400">
                <a:latin typeface="Consolas" panose="020B0609020204030204" pitchFamily="49" charset="0"/>
              </a:rPr>
              <a:t>מחלקה</a:t>
            </a:r>
            <a:r>
              <a:rPr lang="he-IL" sz="2400" dirty="0">
                <a:latin typeface="Consolas" panose="020B0609020204030204" pitchFamily="49" charset="0"/>
              </a:rPr>
              <a:t> </a:t>
            </a:r>
            <a:r>
              <a:rPr lang="en-US" sz="2400">
                <a:latin typeface="Consolas" panose="020B0609020204030204" pitchFamily="49" charset="0"/>
              </a:rPr>
              <a:t>immutable</a:t>
            </a:r>
            <a:r>
              <a:rPr lang="he-IL" sz="2400">
                <a:latin typeface="Consolas" panose="020B0609020204030204" pitchFamily="49" charset="0"/>
              </a:rPr>
              <a:t> לייצוג קו:</a:t>
            </a:r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struct Line {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const int </a:t>
            </a:r>
            <a:r>
              <a:rPr lang="en-US" sz="2000" dirty="0" err="1">
                <a:latin typeface="Consolas" panose="020B0609020204030204" pitchFamily="49" charset="0"/>
              </a:rPr>
              <a:t>len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const Point p1, p2;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Line(const Point&amp; p1, const Point&amp; p2)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    : p1(p1), p2(p2) 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{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    int dx = p2.x - p1.x, </a:t>
            </a:r>
            <a:r>
              <a:rPr lang="en-US" sz="2000" dirty="0" err="1">
                <a:latin typeface="Consolas" panose="020B0609020204030204" pitchFamily="49" charset="0"/>
              </a:rPr>
              <a:t>dy</a:t>
            </a:r>
            <a:r>
              <a:rPr lang="en-US" sz="2000" dirty="0">
                <a:latin typeface="Consolas" panose="020B0609020204030204" pitchFamily="49" charset="0"/>
              </a:rPr>
              <a:t> = p2.y - p1.y;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    int </a:t>
            </a:r>
            <a:r>
              <a:rPr lang="en-US" sz="2000" dirty="0" err="1">
                <a:latin typeface="Consolas" panose="020B0609020204030204" pitchFamily="49" charset="0"/>
              </a:rPr>
              <a:t>lenSquared</a:t>
            </a:r>
            <a:r>
              <a:rPr lang="en-US" sz="2000" dirty="0">
                <a:latin typeface="Consolas" panose="020B0609020204030204" pitchFamily="49" charset="0"/>
              </a:rPr>
              <a:t> = dx*dx + </a:t>
            </a:r>
            <a:r>
              <a:rPr lang="en-US" sz="2000" dirty="0" err="1">
                <a:latin typeface="Consolas" panose="020B0609020204030204" pitchFamily="49" charset="0"/>
              </a:rPr>
              <a:t>dy</a:t>
            </a:r>
            <a:r>
              <a:rPr lang="en-US" sz="2000" dirty="0">
                <a:latin typeface="Consolas" panose="020B0609020204030204" pitchFamily="49" charset="0"/>
              </a:rPr>
              <a:t>*</a:t>
            </a:r>
            <a:r>
              <a:rPr lang="en-US" sz="2000" dirty="0" err="1">
                <a:latin typeface="Consolas" panose="020B0609020204030204" pitchFamily="49" charset="0"/>
              </a:rPr>
              <a:t>dy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    while (l * l &lt; </a:t>
            </a:r>
            <a:r>
              <a:rPr lang="en-US" sz="2000" dirty="0" err="1">
                <a:latin typeface="Consolas" panose="020B0609020204030204" pitchFamily="49" charset="0"/>
              </a:rPr>
              <a:t>lenSquared</a:t>
            </a:r>
            <a:r>
              <a:rPr lang="en-US" sz="2000" dirty="0">
                <a:latin typeface="Consolas" panose="020B0609020204030204" pitchFamily="49" charset="0"/>
              </a:rPr>
              <a:t>) l++;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    </a:t>
            </a:r>
            <a:r>
              <a:rPr lang="en-US" sz="2000" dirty="0" err="1">
                <a:latin typeface="Consolas" panose="020B0609020204030204" pitchFamily="49" charset="0"/>
              </a:rPr>
              <a:t>len</a:t>
            </a:r>
            <a:r>
              <a:rPr lang="en-US" sz="2000" dirty="0">
                <a:latin typeface="Consolas" panose="020B0609020204030204" pitchFamily="49" charset="0"/>
              </a:rPr>
              <a:t> = l - 1;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};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};</a:t>
            </a:r>
          </a:p>
          <a:p>
            <a:pPr algn="l" rtl="0" fontAlgn="base"/>
            <a:endParaRPr lang="en-US" sz="20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96130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9E0BC-0719-D1B2-AA36-DD6238E10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7ACA861-EE06-38E9-DE66-53F9C40A5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static</a:t>
            </a:r>
            <a:r>
              <a:rPr lang="he-IL">
                <a:effectLst/>
              </a:rPr>
              <a:t> </a:t>
            </a:r>
            <a:r>
              <a:rPr lang="he-IL" dirty="0">
                <a:effectLst/>
              </a:rPr>
              <a:t>במחלקה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9BA714-CE4A-AAD8-254E-46044B34760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8978"/>
            <a:ext cx="7831137" cy="4860054"/>
          </a:xfrm>
        </p:spPr>
        <p:txBody>
          <a:bodyPr>
            <a:normAutofit lnSpcReduction="10000"/>
          </a:bodyPr>
          <a:lstStyle/>
          <a:p>
            <a:pPr fontAlgn="base"/>
            <a:r>
              <a:rPr lang="he-IL" sz="2400" dirty="0">
                <a:latin typeface="Consolas" panose="020B0609020204030204" pitchFamily="49" charset="0"/>
              </a:rPr>
              <a:t>פתרון אפשרי: נחשב את </a:t>
            </a:r>
            <a:r>
              <a:rPr lang="en-US" sz="2400" dirty="0" err="1">
                <a:latin typeface="Consolas" panose="020B0609020204030204" pitchFamily="49" charset="0"/>
              </a:rPr>
              <a:t>len</a:t>
            </a:r>
            <a:r>
              <a:rPr lang="he-IL" sz="2400" dirty="0">
                <a:latin typeface="Consolas" panose="020B0609020204030204" pitchFamily="49" charset="0"/>
              </a:rPr>
              <a:t> כל פעם:</a:t>
            </a:r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struct Line {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const Point p1, p2;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Line(const Point&amp; p1, const Point&amp; p2)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    : p1(p1), p2(p2) {}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int </a:t>
            </a:r>
            <a:r>
              <a:rPr lang="en-US" sz="2000" dirty="0" err="1">
                <a:latin typeface="Consolas" panose="020B0609020204030204" pitchFamily="49" charset="0"/>
              </a:rPr>
              <a:t>getLen</a:t>
            </a:r>
            <a:r>
              <a:rPr lang="en-US" sz="2000" dirty="0">
                <a:latin typeface="Consolas" panose="020B0609020204030204" pitchFamily="49" charset="0"/>
              </a:rPr>
              <a:t>() {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    int dx = p2.x - p1.x, </a:t>
            </a:r>
            <a:r>
              <a:rPr lang="en-US" sz="2000" dirty="0" err="1">
                <a:latin typeface="Consolas" panose="020B0609020204030204" pitchFamily="49" charset="0"/>
              </a:rPr>
              <a:t>dy</a:t>
            </a:r>
            <a:r>
              <a:rPr lang="en-US" sz="2000" dirty="0">
                <a:latin typeface="Consolas" panose="020B0609020204030204" pitchFamily="49" charset="0"/>
              </a:rPr>
              <a:t> = p2.y - p1.y;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    int </a:t>
            </a:r>
            <a:r>
              <a:rPr lang="en-US" sz="2000" dirty="0" err="1">
                <a:latin typeface="Consolas" panose="020B0609020204030204" pitchFamily="49" charset="0"/>
              </a:rPr>
              <a:t>lenSquared</a:t>
            </a:r>
            <a:r>
              <a:rPr lang="en-US" sz="2000" dirty="0">
                <a:latin typeface="Consolas" panose="020B0609020204030204" pitchFamily="49" charset="0"/>
              </a:rPr>
              <a:t> = dx*dx + </a:t>
            </a:r>
            <a:r>
              <a:rPr lang="en-US" sz="2000" dirty="0" err="1">
                <a:latin typeface="Consolas" panose="020B0609020204030204" pitchFamily="49" charset="0"/>
              </a:rPr>
              <a:t>dy</a:t>
            </a:r>
            <a:r>
              <a:rPr lang="en-US" sz="2000" dirty="0">
                <a:latin typeface="Consolas" panose="020B0609020204030204" pitchFamily="49" charset="0"/>
              </a:rPr>
              <a:t>*</a:t>
            </a:r>
            <a:r>
              <a:rPr lang="en-US" sz="2000" dirty="0" err="1">
                <a:latin typeface="Consolas" panose="020B0609020204030204" pitchFamily="49" charset="0"/>
              </a:rPr>
              <a:t>dy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    while (l * l &lt; </a:t>
            </a:r>
            <a:r>
              <a:rPr lang="en-US" sz="2000" dirty="0" err="1">
                <a:latin typeface="Consolas" panose="020B0609020204030204" pitchFamily="49" charset="0"/>
              </a:rPr>
              <a:t>lenSquared</a:t>
            </a:r>
            <a:r>
              <a:rPr lang="en-US" sz="2000" dirty="0">
                <a:latin typeface="Consolas" panose="020B0609020204030204" pitchFamily="49" charset="0"/>
              </a:rPr>
              <a:t>) l++;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    return l - 1;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};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};</a:t>
            </a:r>
          </a:p>
          <a:p>
            <a:pPr algn="l" rtl="0" fontAlgn="base"/>
            <a:endParaRPr lang="en-US" sz="20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4789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9AD0C-C883-1293-E8D9-921E977C2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403D50B-572A-0A46-2252-4AF502831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static</a:t>
            </a:r>
            <a:r>
              <a:rPr lang="he-IL">
                <a:effectLst/>
              </a:rPr>
              <a:t> </a:t>
            </a:r>
            <a:r>
              <a:rPr lang="he-IL" dirty="0">
                <a:effectLst/>
              </a:rPr>
              <a:t>במחלקה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A48D61-7CD2-6146-9CF5-D6B04332CB6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8978"/>
            <a:ext cx="7831137" cy="5040056"/>
          </a:xfrm>
        </p:spPr>
        <p:txBody>
          <a:bodyPr>
            <a:normAutofit lnSpcReduction="10000"/>
          </a:bodyPr>
          <a:lstStyle/>
          <a:p>
            <a:pPr fontAlgn="base"/>
            <a:r>
              <a:rPr lang="he-IL" sz="2400" dirty="0">
                <a:latin typeface="Consolas" panose="020B0609020204030204" pitchFamily="49" charset="0"/>
              </a:rPr>
              <a:t>פתרון אחר: פונקציה שמחשבת את </a:t>
            </a:r>
            <a:r>
              <a:rPr lang="en-US" sz="2400" dirty="0" err="1">
                <a:latin typeface="Consolas" panose="020B0609020204030204" pitchFamily="49" charset="0"/>
              </a:rPr>
              <a:t>len</a:t>
            </a:r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struct Line {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const int </a:t>
            </a:r>
            <a:r>
              <a:rPr lang="en-US" sz="2000" dirty="0" err="1">
                <a:latin typeface="Consolas" panose="020B0609020204030204" pitchFamily="49" charset="0"/>
              </a:rPr>
              <a:t>len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const Point p1, p2;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Line(const Point&amp; p1, const Point&amp; p2)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    : p1(p1), p2(p2), </a:t>
            </a:r>
            <a:r>
              <a:rPr lang="en-US" sz="2000" dirty="0" err="1">
                <a:latin typeface="Consolas" panose="020B0609020204030204" pitchFamily="49" charset="0"/>
              </a:rPr>
              <a:t>len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calcLen</a:t>
            </a:r>
            <a:r>
              <a:rPr lang="en-US" sz="2000" dirty="0">
                <a:latin typeface="Consolas" panose="020B0609020204030204" pitchFamily="49" charset="0"/>
              </a:rPr>
              <a:t>()) {} </a:t>
            </a:r>
          </a:p>
          <a:p>
            <a:pPr algn="l" rtl="0" fontAlgn="base">
              <a:spcBef>
                <a:spcPts val="1800"/>
              </a:spcBef>
            </a:pPr>
            <a:endParaRPr lang="en-US" sz="2000" dirty="0">
              <a:latin typeface="Consolas" panose="020B0609020204030204" pitchFamily="49" charset="0"/>
            </a:endParaRPr>
          </a:p>
          <a:p>
            <a:pPr algn="l" rtl="0" fontAlgn="base"/>
            <a:endParaRPr lang="en-US" sz="2000" dirty="0">
              <a:latin typeface="Consolas" panose="020B0609020204030204" pitchFamily="49" charset="0"/>
            </a:endParaRPr>
          </a:p>
          <a:p>
            <a:pPr algn="l" rtl="0" fontAlgn="base"/>
            <a:endParaRPr lang="en-US" sz="2000" dirty="0">
              <a:latin typeface="Consolas" panose="020B0609020204030204" pitchFamily="49" charset="0"/>
            </a:endParaRPr>
          </a:p>
          <a:p>
            <a:pPr algn="l" rtl="0" fontAlgn="base"/>
            <a:endParaRPr lang="en-US" sz="2000" dirty="0">
              <a:latin typeface="Consolas" panose="020B0609020204030204" pitchFamily="49" charset="0"/>
            </a:endParaRPr>
          </a:p>
          <a:p>
            <a:pPr algn="l" rtl="0" fontAlgn="base"/>
            <a:endParaRPr lang="en-US" sz="2000" dirty="0">
              <a:latin typeface="Consolas" panose="020B0609020204030204" pitchFamily="49" charset="0"/>
            </a:endParaRPr>
          </a:p>
          <a:p>
            <a:pPr algn="l" rtl="0" fontAlgn="base"/>
            <a:endParaRPr lang="en-US" sz="20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};</a:t>
            </a:r>
          </a:p>
          <a:p>
            <a:pPr algn="l" rtl="0" fontAlgn="base"/>
            <a:endParaRPr lang="en-US" sz="20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5001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81761-6182-90F1-9301-E6CC5417C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C6FBAC8-52F3-F03B-343F-B75E39AB7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static</a:t>
            </a:r>
            <a:r>
              <a:rPr lang="he-IL">
                <a:effectLst/>
              </a:rPr>
              <a:t> </a:t>
            </a:r>
            <a:r>
              <a:rPr lang="he-IL" dirty="0">
                <a:effectLst/>
              </a:rPr>
              <a:t>במחלקה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6B6D3D-6A09-808A-F15D-E68A1287ECD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8978"/>
            <a:ext cx="7831137" cy="5040056"/>
          </a:xfrm>
        </p:spPr>
        <p:txBody>
          <a:bodyPr>
            <a:normAutofit/>
          </a:bodyPr>
          <a:lstStyle/>
          <a:p>
            <a:pPr fontAlgn="base"/>
            <a:r>
              <a:rPr lang="he-IL" sz="2400" dirty="0">
                <a:latin typeface="Consolas" panose="020B0609020204030204" pitchFamily="49" charset="0"/>
              </a:rPr>
              <a:t>פתרון אחר: פונקציה שמחשבת את </a:t>
            </a:r>
            <a:r>
              <a:rPr lang="en-US" sz="2400" dirty="0" err="1">
                <a:latin typeface="Consolas" panose="020B0609020204030204" pitchFamily="49" charset="0"/>
              </a:rPr>
              <a:t>len</a:t>
            </a:r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struct Line {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const int </a:t>
            </a:r>
            <a:r>
              <a:rPr lang="en-US" sz="2000" dirty="0" err="1">
                <a:latin typeface="Consolas" panose="020B0609020204030204" pitchFamily="49" charset="0"/>
              </a:rPr>
              <a:t>len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const Point p1, p2;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Line(const Point&amp; p1, const Point&amp; p2)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    : p1(p1), p2(p2), </a:t>
            </a:r>
            <a:r>
              <a:rPr lang="en-US" sz="2000" dirty="0" err="1">
                <a:latin typeface="Consolas" panose="020B0609020204030204" pitchFamily="49" charset="0"/>
              </a:rPr>
              <a:t>len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calcLen</a:t>
            </a:r>
            <a:r>
              <a:rPr lang="en-US" sz="2000" dirty="0">
                <a:latin typeface="Consolas" panose="020B0609020204030204" pitchFamily="49" charset="0"/>
              </a:rPr>
              <a:t>()) {} </a:t>
            </a:r>
          </a:p>
          <a:p>
            <a:pPr algn="l" rtl="0" fontAlgn="base">
              <a:spcBef>
                <a:spcPts val="1800"/>
              </a:spcBef>
            </a:pPr>
            <a:r>
              <a:rPr lang="en-US" sz="2000" dirty="0">
                <a:latin typeface="Consolas" panose="020B0609020204030204" pitchFamily="49" charset="0"/>
              </a:rPr>
              <a:t>    // bad example</a:t>
            </a:r>
          </a:p>
          <a:p>
            <a:pPr algn="l" rtl="0" fontAlgn="base">
              <a:spcBef>
                <a:spcPts val="600"/>
              </a:spcBef>
            </a:pPr>
            <a:r>
              <a:rPr lang="en-US" sz="2000" dirty="0">
                <a:latin typeface="Consolas" panose="020B0609020204030204" pitchFamily="49" charset="0"/>
              </a:rPr>
              <a:t>    int </a:t>
            </a:r>
            <a:r>
              <a:rPr lang="en-US" sz="2000" dirty="0" err="1">
                <a:latin typeface="Consolas" panose="020B0609020204030204" pitchFamily="49" charset="0"/>
              </a:rPr>
              <a:t>calcLen</a:t>
            </a:r>
            <a:r>
              <a:rPr lang="en-US" sz="2000" dirty="0">
                <a:latin typeface="Consolas" panose="020B0609020204030204" pitchFamily="49" charset="0"/>
              </a:rPr>
              <a:t>() {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    int dx = p2.x - p1.x, ...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    ⋮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};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};</a:t>
            </a:r>
          </a:p>
          <a:p>
            <a:pPr algn="l" rtl="0" fontAlgn="base"/>
            <a:endParaRPr lang="en-US" sz="20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57836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83D81-C62C-7E1E-9C63-DEC3B1B40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45F94AA-BC97-2304-2224-961AE5FD3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static</a:t>
            </a:r>
            <a:r>
              <a:rPr lang="he-IL" dirty="0">
                <a:effectLst/>
              </a:rPr>
              <a:t> במחלקה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528983-42FA-8BB2-8A42-92926E561DD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8978"/>
            <a:ext cx="7831137" cy="5040056"/>
          </a:xfrm>
        </p:spPr>
        <p:txBody>
          <a:bodyPr>
            <a:normAutofit/>
          </a:bodyPr>
          <a:lstStyle/>
          <a:p>
            <a:pPr fontAlgn="base"/>
            <a:r>
              <a:rPr lang="he-IL" sz="2400" dirty="0">
                <a:latin typeface="Consolas" panose="020B0609020204030204" pitchFamily="49" charset="0"/>
              </a:rPr>
              <a:t>פתרון אחר: פונקציה שמחשבת את </a:t>
            </a:r>
            <a:r>
              <a:rPr lang="en-US" sz="2400" dirty="0" err="1">
                <a:latin typeface="Consolas" panose="020B0609020204030204" pitchFamily="49" charset="0"/>
              </a:rPr>
              <a:t>len</a:t>
            </a:r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struct Line {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const int </a:t>
            </a:r>
            <a:r>
              <a:rPr lang="en-US" sz="2000" dirty="0" err="1">
                <a:latin typeface="Consolas" panose="020B0609020204030204" pitchFamily="49" charset="0"/>
              </a:rPr>
              <a:t>len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const Point p1, p2;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Line(const Point&amp; p1, const Point&amp; p2)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    : p1(p1), p2(p2), </a:t>
            </a:r>
            <a:r>
              <a:rPr lang="en-US" sz="2000" dirty="0" err="1">
                <a:latin typeface="Consolas" panose="020B0609020204030204" pitchFamily="49" charset="0"/>
              </a:rPr>
              <a:t>len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calcLen</a:t>
            </a:r>
            <a:r>
              <a:rPr lang="en-US" sz="2000" dirty="0">
                <a:latin typeface="Consolas" panose="020B0609020204030204" pitchFamily="49" charset="0"/>
              </a:rPr>
              <a:t>()) {} </a:t>
            </a:r>
          </a:p>
          <a:p>
            <a:pPr algn="l" rtl="0" fontAlgn="base">
              <a:spcBef>
                <a:spcPts val="1800"/>
              </a:spcBef>
            </a:pPr>
            <a:r>
              <a:rPr lang="en-US" sz="2000" dirty="0">
                <a:latin typeface="Consolas" panose="020B0609020204030204" pitchFamily="49" charset="0"/>
              </a:rPr>
              <a:t>    // bad example (will not compile)</a:t>
            </a:r>
          </a:p>
          <a:p>
            <a:pPr algn="l" rtl="0" fontAlgn="base">
              <a:spcBef>
                <a:spcPts val="600"/>
              </a:spcBef>
            </a:pPr>
            <a:r>
              <a:rPr lang="en-US" sz="2000" dirty="0">
                <a:latin typeface="Consolas" panose="020B0609020204030204" pitchFamily="49" charset="0"/>
              </a:rPr>
              <a:t>    int </a:t>
            </a:r>
            <a:r>
              <a:rPr lang="en-US" sz="2000" dirty="0" err="1">
                <a:latin typeface="Consolas" panose="020B0609020204030204" pitchFamily="49" charset="0"/>
              </a:rPr>
              <a:t>calcLen</a:t>
            </a:r>
            <a:r>
              <a:rPr lang="en-US" sz="2000" dirty="0">
                <a:latin typeface="Consolas" panose="020B0609020204030204" pitchFamily="49" charset="0"/>
              </a:rPr>
              <a:t>() {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    int dx = p2.x - p1.x, ...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    ⋮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};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};</a:t>
            </a:r>
          </a:p>
          <a:p>
            <a:pPr algn="l" rtl="0" fontAlgn="base"/>
            <a:endParaRPr lang="en-US" sz="2000" b="1" dirty="0">
              <a:latin typeface="Consolas" panose="020B06090202040302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693195-52F5-7906-169D-4BEEBDB06E74}"/>
              </a:ext>
            </a:extLst>
          </p:cNvPr>
          <p:cNvSpPr/>
          <p:nvPr/>
        </p:nvSpPr>
        <p:spPr>
          <a:xfrm>
            <a:off x="1459177" y="2322408"/>
            <a:ext cx="2858768" cy="720008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61791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43213-A0FA-C31F-F620-0A2BEBCFC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9BA5A06-8A25-4183-70DA-B55339309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static</a:t>
            </a:r>
            <a:r>
              <a:rPr lang="he-IL">
                <a:effectLst/>
              </a:rPr>
              <a:t> </a:t>
            </a:r>
            <a:r>
              <a:rPr lang="he-IL" dirty="0">
                <a:effectLst/>
              </a:rPr>
              <a:t>במחלקה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CEDDD8-79B0-C20F-8F8A-33674423731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8977"/>
            <a:ext cx="7831137" cy="5130057"/>
          </a:xfrm>
        </p:spPr>
        <p:txBody>
          <a:bodyPr>
            <a:normAutofit fontScale="92500" lnSpcReduction="20000"/>
          </a:bodyPr>
          <a:lstStyle/>
          <a:p>
            <a:pPr fontAlgn="base"/>
            <a:r>
              <a:rPr lang="he-IL" sz="2600" dirty="0">
                <a:latin typeface="Consolas" panose="020B0609020204030204" pitchFamily="49" charset="0"/>
              </a:rPr>
              <a:t>פתרון אחר: פונקציה שמחשבת את </a:t>
            </a:r>
            <a:r>
              <a:rPr lang="en-US" sz="2600" dirty="0" err="1">
                <a:latin typeface="Consolas" panose="020B0609020204030204" pitchFamily="49" charset="0"/>
              </a:rPr>
              <a:t>len</a:t>
            </a:r>
            <a:endParaRPr lang="en-US" sz="26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struct Line {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const int </a:t>
            </a:r>
            <a:r>
              <a:rPr lang="en-US" sz="2000" dirty="0" err="1">
                <a:latin typeface="Consolas" panose="020B0609020204030204" pitchFamily="49" charset="0"/>
              </a:rPr>
              <a:t>len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const Point p1, p2;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Line(const Point&amp; p1, const Point&amp; p2)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    : p1(p1), p2(p2), </a:t>
            </a:r>
            <a:r>
              <a:rPr lang="en-US" sz="2000" dirty="0" err="1">
                <a:latin typeface="Consolas" panose="020B0609020204030204" pitchFamily="49" charset="0"/>
              </a:rPr>
              <a:t>len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calcLen</a:t>
            </a:r>
            <a:r>
              <a:rPr lang="en-US" sz="2000" dirty="0">
                <a:latin typeface="Consolas" panose="020B0609020204030204" pitchFamily="49" charset="0"/>
              </a:rPr>
              <a:t>()) {}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};</a:t>
            </a:r>
          </a:p>
          <a:p>
            <a:pPr algn="l" rtl="0" fontAlgn="base"/>
            <a:endParaRPr lang="en-US" sz="2000" dirty="0">
              <a:latin typeface="Consolas" panose="020B0609020204030204" pitchFamily="49" charset="0"/>
            </a:endParaRPr>
          </a:p>
          <a:p>
            <a:pPr algn="l" rtl="0" fontAlgn="base">
              <a:spcBef>
                <a:spcPts val="1800"/>
              </a:spcBef>
            </a:pPr>
            <a:r>
              <a:rPr lang="en-US" sz="2000" dirty="0">
                <a:latin typeface="Consolas" panose="020B0609020204030204" pitchFamily="49" charset="0"/>
              </a:rPr>
              <a:t>int </a:t>
            </a:r>
            <a:r>
              <a:rPr lang="en-US" sz="2000" dirty="0" err="1">
                <a:latin typeface="Consolas" panose="020B0609020204030204" pitchFamily="49" charset="0"/>
              </a:rPr>
              <a:t>calcLen</a:t>
            </a:r>
            <a:r>
              <a:rPr lang="en-US" sz="2000" dirty="0">
                <a:latin typeface="Consolas" panose="020B0609020204030204" pitchFamily="49" charset="0"/>
              </a:rPr>
              <a:t>() {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int dx = p2.x - p1.x, </a:t>
            </a:r>
            <a:r>
              <a:rPr lang="en-US" sz="2000" dirty="0" err="1">
                <a:latin typeface="Consolas" panose="020B0609020204030204" pitchFamily="49" charset="0"/>
              </a:rPr>
              <a:t>dy</a:t>
            </a:r>
            <a:r>
              <a:rPr lang="en-US" sz="2000" dirty="0">
                <a:latin typeface="Consolas" panose="020B0609020204030204" pitchFamily="49" charset="0"/>
              </a:rPr>
              <a:t> = p2.y - p1.y;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int </a:t>
            </a:r>
            <a:r>
              <a:rPr lang="en-US" sz="2000" dirty="0" err="1">
                <a:latin typeface="Consolas" panose="020B0609020204030204" pitchFamily="49" charset="0"/>
              </a:rPr>
              <a:t>lenSquared</a:t>
            </a:r>
            <a:r>
              <a:rPr lang="en-US" sz="2000" dirty="0">
                <a:latin typeface="Consolas" panose="020B0609020204030204" pitchFamily="49" charset="0"/>
              </a:rPr>
              <a:t> = dx*dx + </a:t>
            </a:r>
            <a:r>
              <a:rPr lang="en-US" sz="2000" dirty="0" err="1">
                <a:latin typeface="Consolas" panose="020B0609020204030204" pitchFamily="49" charset="0"/>
              </a:rPr>
              <a:t>dy</a:t>
            </a:r>
            <a:r>
              <a:rPr lang="en-US" sz="2000" dirty="0">
                <a:latin typeface="Consolas" panose="020B0609020204030204" pitchFamily="49" charset="0"/>
              </a:rPr>
              <a:t>*</a:t>
            </a:r>
            <a:r>
              <a:rPr lang="en-US" sz="2000" dirty="0" err="1">
                <a:latin typeface="Consolas" panose="020B0609020204030204" pitchFamily="49" charset="0"/>
              </a:rPr>
              <a:t>dy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while (l * l &lt; </a:t>
            </a:r>
            <a:r>
              <a:rPr lang="en-US" sz="2000" dirty="0" err="1">
                <a:latin typeface="Consolas" panose="020B0609020204030204" pitchFamily="49" charset="0"/>
              </a:rPr>
              <a:t>lenSquared</a:t>
            </a:r>
            <a:r>
              <a:rPr lang="en-US" sz="2000" dirty="0">
                <a:latin typeface="Consolas" panose="020B0609020204030204" pitchFamily="49" charset="0"/>
              </a:rPr>
              <a:t>) l++;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return l - 1;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}</a:t>
            </a:r>
          </a:p>
          <a:p>
            <a:pPr algn="l" rtl="0" fontAlgn="base"/>
            <a:endParaRPr lang="en-US" sz="20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7846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CD91A-C848-C451-35DF-A386B48FF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DF3122A-2435-B8AB-27C5-7C1A462DF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static</a:t>
            </a:r>
            <a:r>
              <a:rPr lang="he-IL">
                <a:effectLst/>
              </a:rPr>
              <a:t> </a:t>
            </a:r>
            <a:r>
              <a:rPr lang="he-IL" dirty="0">
                <a:effectLst/>
              </a:rPr>
              <a:t>במחלקה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883D57-FAAF-BC67-A307-ED3CFE55F60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8978"/>
            <a:ext cx="7831137" cy="5220058"/>
          </a:xfrm>
        </p:spPr>
        <p:txBody>
          <a:bodyPr>
            <a:normAutofit fontScale="92500" lnSpcReduction="20000"/>
          </a:bodyPr>
          <a:lstStyle/>
          <a:p>
            <a:pPr fontAlgn="base"/>
            <a:r>
              <a:rPr lang="he-IL" sz="2600" dirty="0">
                <a:latin typeface="Consolas" panose="020B0609020204030204" pitchFamily="49" charset="0"/>
              </a:rPr>
              <a:t>פתרון אחר: פונקציה שמחשבת את </a:t>
            </a:r>
            <a:r>
              <a:rPr lang="en-US" sz="2600" dirty="0" err="1">
                <a:latin typeface="Consolas" panose="020B0609020204030204" pitchFamily="49" charset="0"/>
              </a:rPr>
              <a:t>len</a:t>
            </a:r>
            <a:endParaRPr lang="en-US" sz="26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int </a:t>
            </a:r>
            <a:r>
              <a:rPr lang="en-US" sz="2000" dirty="0" err="1">
                <a:latin typeface="Consolas" panose="020B0609020204030204" pitchFamily="49" charset="0"/>
              </a:rPr>
              <a:t>calcLen</a:t>
            </a:r>
            <a:r>
              <a:rPr lang="en-US" sz="2000" dirty="0">
                <a:latin typeface="Consolas" panose="020B0609020204030204" pitchFamily="49" charset="0"/>
              </a:rPr>
              <a:t>(const Point p1, const Point p2);</a:t>
            </a:r>
          </a:p>
          <a:p>
            <a:pPr algn="l" rtl="0" fontAlgn="base">
              <a:spcBef>
                <a:spcPts val="1800"/>
              </a:spcBef>
            </a:pPr>
            <a:r>
              <a:rPr lang="en-US" sz="2000" dirty="0">
                <a:latin typeface="Consolas" panose="020B0609020204030204" pitchFamily="49" charset="0"/>
              </a:rPr>
              <a:t>struct Line {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const int </a:t>
            </a:r>
            <a:r>
              <a:rPr lang="en-US" sz="2000" dirty="0" err="1">
                <a:latin typeface="Consolas" panose="020B0609020204030204" pitchFamily="49" charset="0"/>
              </a:rPr>
              <a:t>len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const Point p1, p2;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Line(const Point&amp; p1, const Point&amp; p2)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    : p1(p1), p2(p2), </a:t>
            </a:r>
            <a:r>
              <a:rPr lang="en-US" sz="2000" dirty="0" err="1">
                <a:latin typeface="Consolas" panose="020B0609020204030204" pitchFamily="49" charset="0"/>
              </a:rPr>
              <a:t>len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calcLen</a:t>
            </a:r>
            <a:r>
              <a:rPr lang="en-US" sz="2000" dirty="0">
                <a:latin typeface="Consolas" panose="020B0609020204030204" pitchFamily="49" charset="0"/>
              </a:rPr>
              <a:t>(p1, p2)) {}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};</a:t>
            </a:r>
          </a:p>
          <a:p>
            <a:pPr algn="l" rtl="0" fontAlgn="base"/>
            <a:endParaRPr lang="en-US" sz="2000" dirty="0">
              <a:latin typeface="Consolas" panose="020B0609020204030204" pitchFamily="49" charset="0"/>
            </a:endParaRPr>
          </a:p>
          <a:p>
            <a:pPr algn="l" rtl="0" fontAlgn="base">
              <a:spcBef>
                <a:spcPts val="1800"/>
              </a:spcBef>
            </a:pPr>
            <a:r>
              <a:rPr lang="en-US" sz="2000" dirty="0">
                <a:latin typeface="Consolas" panose="020B0609020204030204" pitchFamily="49" charset="0"/>
              </a:rPr>
              <a:t>int </a:t>
            </a:r>
            <a:r>
              <a:rPr lang="en-US" sz="2000" dirty="0" err="1">
                <a:latin typeface="Consolas" panose="020B0609020204030204" pitchFamily="49" charset="0"/>
              </a:rPr>
              <a:t>calcLen</a:t>
            </a:r>
            <a:r>
              <a:rPr lang="en-US" sz="2000" dirty="0">
                <a:latin typeface="Consolas" panose="020B0609020204030204" pitchFamily="49" charset="0"/>
              </a:rPr>
              <a:t>(const Point p1, const Point p2) {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int dx = p2.x - p1.x, </a:t>
            </a:r>
            <a:r>
              <a:rPr lang="en-US" sz="2000" dirty="0" err="1">
                <a:latin typeface="Consolas" panose="020B0609020204030204" pitchFamily="49" charset="0"/>
              </a:rPr>
              <a:t>dy</a:t>
            </a:r>
            <a:r>
              <a:rPr lang="en-US" sz="2000" dirty="0">
                <a:latin typeface="Consolas" panose="020B0609020204030204" pitchFamily="49" charset="0"/>
              </a:rPr>
              <a:t> = p2.y - p1.y;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int </a:t>
            </a:r>
            <a:r>
              <a:rPr lang="en-US" sz="2000" dirty="0" err="1">
                <a:latin typeface="Consolas" panose="020B0609020204030204" pitchFamily="49" charset="0"/>
              </a:rPr>
              <a:t>lenSquared</a:t>
            </a:r>
            <a:r>
              <a:rPr lang="en-US" sz="2000" dirty="0">
                <a:latin typeface="Consolas" panose="020B0609020204030204" pitchFamily="49" charset="0"/>
              </a:rPr>
              <a:t> = dx*dx + </a:t>
            </a:r>
            <a:r>
              <a:rPr lang="en-US" sz="2000" dirty="0" err="1">
                <a:latin typeface="Consolas" panose="020B0609020204030204" pitchFamily="49" charset="0"/>
              </a:rPr>
              <a:t>dy</a:t>
            </a:r>
            <a:r>
              <a:rPr lang="en-US" sz="2000" dirty="0">
                <a:latin typeface="Consolas" panose="020B0609020204030204" pitchFamily="49" charset="0"/>
              </a:rPr>
              <a:t>*</a:t>
            </a:r>
            <a:r>
              <a:rPr lang="en-US" sz="2000" dirty="0" err="1">
                <a:latin typeface="Consolas" panose="020B0609020204030204" pitchFamily="49" charset="0"/>
              </a:rPr>
              <a:t>dy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while (l * l &lt; </a:t>
            </a:r>
            <a:r>
              <a:rPr lang="en-US" sz="2000" dirty="0" err="1">
                <a:latin typeface="Consolas" panose="020B0609020204030204" pitchFamily="49" charset="0"/>
              </a:rPr>
              <a:t>lenSquared</a:t>
            </a:r>
            <a:r>
              <a:rPr lang="en-US" sz="2000" dirty="0">
                <a:latin typeface="Consolas" panose="020B0609020204030204" pitchFamily="49" charset="0"/>
              </a:rPr>
              <a:t>) l++;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return l - 1;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040906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8D8BE-331F-B132-D12A-2F4D5AF4F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DD171D9-69B8-1F76-F8EC-EF02A0806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static</a:t>
            </a:r>
            <a:r>
              <a:rPr lang="he-IL">
                <a:effectLst/>
              </a:rPr>
              <a:t> </a:t>
            </a:r>
            <a:r>
              <a:rPr lang="he-IL" dirty="0">
                <a:effectLst/>
              </a:rPr>
              <a:t>במחלקה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41677D-4C81-0509-48B9-2D3EFE326F9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8978"/>
            <a:ext cx="7831137" cy="5220058"/>
          </a:xfrm>
        </p:spPr>
        <p:txBody>
          <a:bodyPr>
            <a:normAutofit fontScale="92500" lnSpcReduction="10000"/>
          </a:bodyPr>
          <a:lstStyle/>
          <a:p>
            <a:pPr fontAlgn="base"/>
            <a:r>
              <a:rPr lang="he-IL" sz="3000" dirty="0">
                <a:latin typeface="Consolas" panose="020B0609020204030204" pitchFamily="49" charset="0"/>
              </a:rPr>
              <a:t>פתרון אחר: פונקציה סטטית</a:t>
            </a:r>
            <a:endParaRPr lang="en-US" sz="2600" dirty="0">
              <a:latin typeface="Consolas" panose="020B0609020204030204" pitchFamily="49" charset="0"/>
            </a:endParaRPr>
          </a:p>
          <a:p>
            <a:pPr algn="l" rtl="0" fontAlgn="base">
              <a:spcBef>
                <a:spcPts val="1800"/>
              </a:spcBef>
            </a:pPr>
            <a:r>
              <a:rPr lang="en-US" sz="2000" dirty="0">
                <a:latin typeface="Consolas" panose="020B0609020204030204" pitchFamily="49" charset="0"/>
              </a:rPr>
              <a:t>struct Line {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const int </a:t>
            </a:r>
            <a:r>
              <a:rPr lang="en-US" sz="2000" dirty="0" err="1">
                <a:latin typeface="Consolas" panose="020B0609020204030204" pitchFamily="49" charset="0"/>
              </a:rPr>
              <a:t>len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const Point p1, p2;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Line(const Point&amp; p1, const Point&amp; p2)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    : p1(p1), p2(p2), </a:t>
            </a:r>
            <a:r>
              <a:rPr lang="en-US" sz="2000" dirty="0" err="1">
                <a:latin typeface="Consolas" panose="020B0609020204030204" pitchFamily="49" charset="0"/>
              </a:rPr>
              <a:t>len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calcLen</a:t>
            </a:r>
            <a:r>
              <a:rPr lang="en-US" sz="2000" dirty="0">
                <a:latin typeface="Consolas" panose="020B0609020204030204" pitchFamily="49" charset="0"/>
              </a:rPr>
              <a:t>(p1, p2)) {}</a:t>
            </a:r>
          </a:p>
          <a:p>
            <a:pPr algn="l" rtl="0" fontAlgn="base">
              <a:spcBef>
                <a:spcPts val="1800"/>
              </a:spcBef>
            </a:pPr>
            <a:r>
              <a:rPr lang="en-US" sz="2000" dirty="0">
                <a:latin typeface="Consolas" panose="020B0609020204030204" pitchFamily="49" charset="0"/>
              </a:rPr>
              <a:t>    static int </a:t>
            </a:r>
            <a:r>
              <a:rPr lang="en-US" sz="2000" dirty="0" err="1">
                <a:latin typeface="Consolas" panose="020B0609020204030204" pitchFamily="49" charset="0"/>
              </a:rPr>
              <a:t>calcLen</a:t>
            </a:r>
            <a:r>
              <a:rPr lang="en-US" sz="2000" dirty="0">
                <a:latin typeface="Consolas" panose="020B0609020204030204" pitchFamily="49" charset="0"/>
              </a:rPr>
              <a:t>(const Point p1, const Point p2) {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    int dx = p2.x - p1.x, </a:t>
            </a:r>
            <a:r>
              <a:rPr lang="en-US" sz="2000" dirty="0" err="1">
                <a:latin typeface="Consolas" panose="020B0609020204030204" pitchFamily="49" charset="0"/>
              </a:rPr>
              <a:t>dy</a:t>
            </a:r>
            <a:r>
              <a:rPr lang="en-US" sz="2000" dirty="0">
                <a:latin typeface="Consolas" panose="020B0609020204030204" pitchFamily="49" charset="0"/>
              </a:rPr>
              <a:t> = p2.y - p1.y;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    int </a:t>
            </a:r>
            <a:r>
              <a:rPr lang="en-US" sz="2000" dirty="0" err="1">
                <a:latin typeface="Consolas" panose="020B0609020204030204" pitchFamily="49" charset="0"/>
              </a:rPr>
              <a:t>lenSquared</a:t>
            </a:r>
            <a:r>
              <a:rPr lang="en-US" sz="2000" dirty="0">
                <a:latin typeface="Consolas" panose="020B0609020204030204" pitchFamily="49" charset="0"/>
              </a:rPr>
              <a:t> = dx*dx + </a:t>
            </a:r>
            <a:r>
              <a:rPr lang="en-US" sz="2000" dirty="0" err="1">
                <a:latin typeface="Consolas" panose="020B0609020204030204" pitchFamily="49" charset="0"/>
              </a:rPr>
              <a:t>dy</a:t>
            </a:r>
            <a:r>
              <a:rPr lang="en-US" sz="2000" dirty="0">
                <a:latin typeface="Consolas" panose="020B0609020204030204" pitchFamily="49" charset="0"/>
              </a:rPr>
              <a:t>*</a:t>
            </a:r>
            <a:r>
              <a:rPr lang="en-US" sz="2000" dirty="0" err="1">
                <a:latin typeface="Consolas" panose="020B0609020204030204" pitchFamily="49" charset="0"/>
              </a:rPr>
              <a:t>dy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    while (l * l &lt; </a:t>
            </a:r>
            <a:r>
              <a:rPr lang="en-US" sz="2000" dirty="0" err="1">
                <a:latin typeface="Consolas" panose="020B0609020204030204" pitchFamily="49" charset="0"/>
              </a:rPr>
              <a:t>lenSquared</a:t>
            </a:r>
            <a:r>
              <a:rPr lang="en-US" sz="2000" dirty="0">
                <a:latin typeface="Consolas" panose="020B0609020204030204" pitchFamily="49" charset="0"/>
              </a:rPr>
              <a:t>) l++;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    return l - 1;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    }</a:t>
            </a:r>
          </a:p>
          <a:p>
            <a:pPr algn="l" rtl="0" fontAlgn="base"/>
            <a:r>
              <a:rPr lang="en-US" sz="2000" dirty="0">
                <a:latin typeface="Consolas" panose="020B0609020204030204" pitchFamily="49" charset="0"/>
              </a:rPr>
              <a:t>};</a:t>
            </a:r>
          </a:p>
          <a:p>
            <a:pPr algn="l" rtl="0" fontAlgn="base"/>
            <a:endParaRPr lang="en-US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4209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2F9FA-065E-C26D-707E-70962302F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93C2DA-DCE2-65D8-96D8-5A9196CE2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>
                <a:effectLst/>
              </a:rPr>
              <a:t>בנאים</a:t>
            </a:r>
            <a:r>
              <a:rPr lang="he-IL" dirty="0">
                <a:effectLst/>
              </a:rPr>
              <a:t>: </a:t>
            </a:r>
            <a:r>
              <a:rPr lang="he-IL">
                <a:effectLst/>
              </a:rPr>
              <a:t>דלגציה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E6877E-66FC-2378-30A5-DBD0D48A5C9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0498" y="1448979"/>
            <a:ext cx="7831137" cy="4950055"/>
          </a:xfrm>
        </p:spPr>
        <p:txBody>
          <a:bodyPr>
            <a:normAutofit fontScale="92500" lnSpcReduction="10000"/>
          </a:bodyPr>
          <a:lstStyle/>
          <a:p>
            <a:pPr algn="r" fontAlgn="base"/>
            <a:endParaRPr lang="he-IL" dirty="0"/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struct Line {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const int </a:t>
            </a:r>
            <a:r>
              <a:rPr lang="en-US" sz="2400" dirty="0" err="1">
                <a:latin typeface="Consolas" panose="020B0609020204030204" pitchFamily="49" charset="0"/>
              </a:rPr>
              <a:t>len</a:t>
            </a:r>
            <a:r>
              <a:rPr lang="en-US" sz="2400" dirty="0">
                <a:latin typeface="Consolas" panose="020B0609020204030204" pitchFamily="49" charset="0"/>
              </a:rPr>
              <a:t>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const Point p1, p2;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Line(const Point&amp; p1, const Point&amp; p2)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    : p1(p1), p2(p2), </a:t>
            </a:r>
            <a:r>
              <a:rPr lang="en-US" sz="2400" dirty="0" err="1">
                <a:latin typeface="Consolas" panose="020B0609020204030204" pitchFamily="49" charset="0"/>
              </a:rPr>
              <a:t>len</a:t>
            </a:r>
            <a:r>
              <a:rPr lang="en-US" sz="2400" dirty="0">
                <a:latin typeface="Consolas" panose="020B0609020204030204" pitchFamily="49" charset="0"/>
              </a:rPr>
              <a:t>(</a:t>
            </a:r>
            <a:r>
              <a:rPr lang="en-US" sz="2400" dirty="0" err="1">
                <a:latin typeface="Consolas" panose="020B0609020204030204" pitchFamily="49" charset="0"/>
              </a:rPr>
              <a:t>calcLen</a:t>
            </a:r>
            <a:r>
              <a:rPr lang="en-US" sz="2400" dirty="0">
                <a:latin typeface="Consolas" panose="020B0609020204030204" pitchFamily="49" charset="0"/>
              </a:rPr>
              <a:t>(p1, p2))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{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    // some stuff…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};</a:t>
            </a:r>
          </a:p>
          <a:p>
            <a:pPr algn="l" rtl="0" fontAlgn="base"/>
            <a:r>
              <a:rPr lang="en-US" sz="2400" b="1" dirty="0">
                <a:latin typeface="Consolas" panose="020B0609020204030204" pitchFamily="49" charset="0"/>
              </a:rPr>
              <a:t>    Line(int x1, int y1, int x2, int y2)</a:t>
            </a:r>
          </a:p>
          <a:p>
            <a:pPr algn="l" rtl="0" fontAlgn="base"/>
            <a:r>
              <a:rPr lang="en-US" sz="2400" b="1" dirty="0">
                <a:latin typeface="Consolas" panose="020B0609020204030204" pitchFamily="49" charset="0"/>
              </a:rPr>
              <a:t>        // ???</a:t>
            </a:r>
          </a:p>
          <a:p>
            <a:pPr algn="l" rtl="0" fontAlgn="base"/>
            <a:r>
              <a:rPr lang="en-US" sz="2400" b="1" dirty="0">
                <a:latin typeface="Consolas" panose="020B06090202040302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320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39089-FC28-05C6-ECBC-EEE57148A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B30DF8-8663-FA1A-48C7-743D54C1A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>
                <a:effectLst/>
              </a:rPr>
              <a:t>בנאים</a:t>
            </a:r>
            <a:r>
              <a:rPr lang="he-IL" dirty="0">
                <a:effectLst/>
              </a:rPr>
              <a:t>: </a:t>
            </a:r>
            <a:r>
              <a:rPr lang="he-IL">
                <a:effectLst/>
              </a:rPr>
              <a:t>דלגציה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D1E3D5-4FE2-61BF-C12E-CFE518658E0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8978"/>
            <a:ext cx="7831137" cy="4950055"/>
          </a:xfrm>
        </p:spPr>
        <p:txBody>
          <a:bodyPr>
            <a:normAutofit fontScale="70000" lnSpcReduction="20000"/>
          </a:bodyPr>
          <a:lstStyle/>
          <a:p>
            <a:pPr algn="l" rtl="0" fontAlgn="base"/>
            <a:endParaRPr lang="he-IL" dirty="0"/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struct Line {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const int </a:t>
            </a:r>
            <a:r>
              <a:rPr lang="en-US" sz="2400" dirty="0" err="1">
                <a:latin typeface="Consolas" panose="020B0609020204030204" pitchFamily="49" charset="0"/>
              </a:rPr>
              <a:t>len</a:t>
            </a:r>
            <a:r>
              <a:rPr lang="en-US" sz="2400" dirty="0">
                <a:latin typeface="Consolas" panose="020B0609020204030204" pitchFamily="49" charset="0"/>
              </a:rPr>
              <a:t>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const Point p1, p2;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Line(const Point&amp; p1, const Point&amp; p2)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    : p1(p1), p2(p2), </a:t>
            </a:r>
            <a:r>
              <a:rPr lang="en-US" sz="2400" dirty="0" err="1">
                <a:latin typeface="Consolas" panose="020B0609020204030204" pitchFamily="49" charset="0"/>
              </a:rPr>
              <a:t>len</a:t>
            </a:r>
            <a:r>
              <a:rPr lang="en-US" sz="2400" dirty="0">
                <a:latin typeface="Consolas" panose="020B0609020204030204" pitchFamily="49" charset="0"/>
              </a:rPr>
              <a:t>(</a:t>
            </a:r>
            <a:r>
              <a:rPr lang="en-US" sz="2400" dirty="0" err="1">
                <a:latin typeface="Consolas" panose="020B0609020204030204" pitchFamily="49" charset="0"/>
              </a:rPr>
              <a:t>calcLen</a:t>
            </a:r>
            <a:r>
              <a:rPr lang="en-US" sz="2400" dirty="0">
                <a:latin typeface="Consolas" panose="020B0609020204030204" pitchFamily="49" charset="0"/>
              </a:rPr>
              <a:t>(p1, p2))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{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    // some stuff…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};</a:t>
            </a:r>
          </a:p>
          <a:p>
            <a:pPr algn="l" rtl="0" fontAlgn="base"/>
            <a:r>
              <a:rPr lang="en-US" sz="2400" b="1" dirty="0">
                <a:latin typeface="Consolas" panose="020B0609020204030204" pitchFamily="49" charset="0"/>
              </a:rPr>
              <a:t>    Line(int x1, int y1, int x2, int y2)</a:t>
            </a:r>
          </a:p>
          <a:p>
            <a:pPr algn="l" rtl="0" fontAlgn="base"/>
            <a:r>
              <a:rPr lang="en-US" sz="2400" b="1" dirty="0">
                <a:latin typeface="Consolas" panose="020B0609020204030204" pitchFamily="49" charset="0"/>
              </a:rPr>
              <a:t>        // ???</a:t>
            </a:r>
          </a:p>
          <a:p>
            <a:pPr algn="l" rtl="0" fontAlgn="base"/>
            <a:endParaRPr lang="en-US" sz="2400" b="1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b="1" dirty="0">
                <a:latin typeface="Consolas" panose="020B0609020204030204" pitchFamily="49" charset="0"/>
              </a:rPr>
              <a:t> </a:t>
            </a:r>
          </a:p>
          <a:p>
            <a:pPr algn="l" rtl="0" fontAlgn="base"/>
            <a:r>
              <a:rPr lang="en-US" sz="2400" b="1" dirty="0">
                <a:latin typeface="Consolas" panose="020B0609020204030204" pitchFamily="49" charset="0"/>
              </a:rPr>
              <a:t> </a:t>
            </a:r>
          </a:p>
          <a:p>
            <a:pPr algn="l" rtl="0" fontAlgn="base"/>
            <a:r>
              <a:rPr lang="en-US" sz="2400" b="1" dirty="0">
                <a:latin typeface="Consolas" panose="020B0609020204030204" pitchFamily="49" charset="0"/>
              </a:rPr>
              <a:t> </a:t>
            </a:r>
          </a:p>
          <a:p>
            <a:pPr algn="l" rtl="0" fontAlgn="base"/>
            <a:r>
              <a:rPr lang="en-US" sz="2400" b="1" dirty="0">
                <a:latin typeface="Consolas" panose="020B0609020204030204" pitchFamily="49" charset="0"/>
              </a:rPr>
              <a:t> </a:t>
            </a:r>
          </a:p>
          <a:p>
            <a:pPr algn="l" rtl="0" fontAlgn="base"/>
            <a:endParaRPr lang="en-US" sz="24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4560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Word"/>
      </p:transition>
    </mc:Choice>
    <mc:Fallback xmlns="">
      <p:transition spd="slow" advClick="0" advTm="0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500C2-124E-9DF1-CE16-92B1C43DE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49DC9A7-D264-9847-BE64-7E00C1F8F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>
                <a:effectLst/>
              </a:rPr>
              <a:t>בנאים</a:t>
            </a:r>
            <a:r>
              <a:rPr lang="he-IL" dirty="0">
                <a:effectLst/>
              </a:rPr>
              <a:t>: </a:t>
            </a:r>
            <a:r>
              <a:rPr lang="he-IL">
                <a:effectLst/>
              </a:rPr>
              <a:t>דלגציה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F349CE-999A-8B54-56D8-5C41689E322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8978"/>
            <a:ext cx="7831137" cy="4410049"/>
          </a:xfrm>
        </p:spPr>
        <p:txBody>
          <a:bodyPr>
            <a:normAutofit fontScale="70000" lnSpcReduction="20000"/>
          </a:bodyPr>
          <a:lstStyle/>
          <a:p>
            <a:pPr algn="l" rtl="0" fontAlgn="base"/>
            <a:endParaRPr lang="he-IL" dirty="0"/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struct Line {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const int </a:t>
            </a:r>
            <a:r>
              <a:rPr lang="en-US" sz="2400" dirty="0" err="1">
                <a:latin typeface="Consolas" panose="020B0609020204030204" pitchFamily="49" charset="0"/>
              </a:rPr>
              <a:t>len</a:t>
            </a:r>
            <a:r>
              <a:rPr lang="en-US" sz="2400" dirty="0">
                <a:latin typeface="Consolas" panose="020B0609020204030204" pitchFamily="49" charset="0"/>
              </a:rPr>
              <a:t>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const Point p1, p2;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Line(const Point&amp; p1, const Point&amp; p2)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    : p1(p1), p2(p2), </a:t>
            </a:r>
            <a:r>
              <a:rPr lang="en-US" sz="2400" dirty="0" err="1">
                <a:latin typeface="Consolas" panose="020B0609020204030204" pitchFamily="49" charset="0"/>
              </a:rPr>
              <a:t>len</a:t>
            </a:r>
            <a:r>
              <a:rPr lang="en-US" sz="2400" dirty="0">
                <a:latin typeface="Consolas" panose="020B0609020204030204" pitchFamily="49" charset="0"/>
              </a:rPr>
              <a:t>(</a:t>
            </a:r>
            <a:r>
              <a:rPr lang="en-US" sz="2400" dirty="0" err="1">
                <a:latin typeface="Consolas" panose="020B0609020204030204" pitchFamily="49" charset="0"/>
              </a:rPr>
              <a:t>calcLen</a:t>
            </a:r>
            <a:r>
              <a:rPr lang="en-US" sz="2400" dirty="0">
                <a:latin typeface="Consolas" panose="020B0609020204030204" pitchFamily="49" charset="0"/>
              </a:rPr>
              <a:t>(p1, p2))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{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    // some stuff…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};</a:t>
            </a:r>
          </a:p>
          <a:p>
            <a:pPr algn="l" rtl="0" fontAlgn="base"/>
            <a:r>
              <a:rPr lang="en-US" sz="2400" b="1" dirty="0">
                <a:latin typeface="Consolas" panose="020B0609020204030204" pitchFamily="49" charset="0"/>
              </a:rPr>
              <a:t>    Line(int x1, int y1, int x2, int y2)</a:t>
            </a:r>
          </a:p>
          <a:p>
            <a:pPr algn="l" rtl="0" fontAlgn="base"/>
            <a:r>
              <a:rPr lang="en-US" sz="2400" spc="-100" dirty="0">
                <a:latin typeface="Consolas" panose="020B0609020204030204" pitchFamily="49" charset="0"/>
              </a:rPr>
              <a:t>        : p1(Point(x1, y1)), p2(Point(x2, y2)), </a:t>
            </a:r>
            <a:r>
              <a:rPr lang="en-US" sz="2400" spc="-100" dirty="0" err="1">
                <a:latin typeface="Consolas" panose="020B0609020204030204" pitchFamily="49" charset="0"/>
              </a:rPr>
              <a:t>len</a:t>
            </a:r>
            <a:r>
              <a:rPr lang="en-US" sz="2400" spc="-100" dirty="0">
                <a:latin typeface="Consolas" panose="020B0609020204030204" pitchFamily="49" charset="0"/>
              </a:rPr>
              <a:t>(</a:t>
            </a:r>
            <a:r>
              <a:rPr lang="en-US" sz="2400" spc="-100" dirty="0" err="1">
                <a:latin typeface="Consolas" panose="020B0609020204030204" pitchFamily="49" charset="0"/>
              </a:rPr>
              <a:t>calcLen</a:t>
            </a:r>
            <a:r>
              <a:rPr lang="en-US" sz="2400" spc="-100" dirty="0">
                <a:latin typeface="Consolas" panose="020B0609020204030204" pitchFamily="49" charset="0"/>
              </a:rPr>
              <a:t>(p1, p2))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{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    // some stuff…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}</a:t>
            </a:r>
          </a:p>
          <a:p>
            <a:pPr algn="l" rtl="0" fontAlgn="base"/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8CDDC6C5-F303-808D-EBF1-275CC7291485}"/>
              </a:ext>
            </a:extLst>
          </p:cNvPr>
          <p:cNvSpPr txBox="1">
            <a:spLocks/>
          </p:cNvSpPr>
          <p:nvPr/>
        </p:nvSpPr>
        <p:spPr>
          <a:xfrm>
            <a:off x="5740553" y="1448978"/>
            <a:ext cx="2971082" cy="4247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Rubik" pitchFamily="2" charset="-79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fontAlgn="base"/>
            <a:r>
              <a:rPr lang="he-IL" sz="2400"/>
              <a:t>אפשרות אחת</a:t>
            </a:r>
            <a:r>
              <a:rPr lang="he-IL" sz="2400" dirty="0"/>
              <a:t>: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81241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41760-2552-496F-90CD-D445D80CD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18E3DA4-2BE2-1621-CEEA-8749F0213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>
                <a:effectLst/>
              </a:rPr>
              <a:t>בנאים</a:t>
            </a:r>
            <a:r>
              <a:rPr lang="he-IL" dirty="0">
                <a:effectLst/>
              </a:rPr>
              <a:t>: </a:t>
            </a:r>
            <a:r>
              <a:rPr lang="he-IL">
                <a:effectLst/>
              </a:rPr>
              <a:t>דלגציה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5DC53A-4F0D-3DFF-E04C-C8F683C13F5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8978"/>
            <a:ext cx="7831137" cy="4950055"/>
          </a:xfrm>
        </p:spPr>
        <p:txBody>
          <a:bodyPr>
            <a:normAutofit fontScale="70000" lnSpcReduction="20000"/>
          </a:bodyPr>
          <a:lstStyle/>
          <a:p>
            <a:pPr algn="l" rtl="0" fontAlgn="base"/>
            <a:endParaRPr lang="he-IL" dirty="0"/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struct Line {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const int </a:t>
            </a:r>
            <a:r>
              <a:rPr lang="en-US" sz="2400" dirty="0" err="1">
                <a:latin typeface="Consolas" panose="020B0609020204030204" pitchFamily="49" charset="0"/>
              </a:rPr>
              <a:t>len</a:t>
            </a:r>
            <a:r>
              <a:rPr lang="en-US" sz="2400" dirty="0">
                <a:latin typeface="Consolas" panose="020B0609020204030204" pitchFamily="49" charset="0"/>
              </a:rPr>
              <a:t>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const Point p1, p2;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Line(const Point&amp; p1, const Point&amp; p2)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    : p1(p1), p2(p2), </a:t>
            </a:r>
            <a:r>
              <a:rPr lang="en-US" sz="2400" dirty="0" err="1">
                <a:latin typeface="Consolas" panose="020B0609020204030204" pitchFamily="49" charset="0"/>
              </a:rPr>
              <a:t>len</a:t>
            </a:r>
            <a:r>
              <a:rPr lang="en-US" sz="2400" dirty="0">
                <a:latin typeface="Consolas" panose="020B0609020204030204" pitchFamily="49" charset="0"/>
              </a:rPr>
              <a:t>(</a:t>
            </a:r>
            <a:r>
              <a:rPr lang="en-US" sz="2400" dirty="0" err="1">
                <a:latin typeface="Consolas" panose="020B0609020204030204" pitchFamily="49" charset="0"/>
              </a:rPr>
              <a:t>calcLen</a:t>
            </a:r>
            <a:r>
              <a:rPr lang="en-US" sz="2400" dirty="0">
                <a:latin typeface="Consolas" panose="020B0609020204030204" pitchFamily="49" charset="0"/>
              </a:rPr>
              <a:t>(p1, p2))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{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    // some stuff…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};</a:t>
            </a:r>
          </a:p>
          <a:p>
            <a:pPr algn="l" rtl="0" fontAlgn="base"/>
            <a:r>
              <a:rPr lang="en-US" sz="2400" b="1" dirty="0">
                <a:latin typeface="Consolas" panose="020B0609020204030204" pitchFamily="49" charset="0"/>
              </a:rPr>
              <a:t>    Line(int x1, int y1, int x2, int y2)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    // constructor delegation</a:t>
            </a:r>
            <a:endParaRPr lang="en-US" sz="2400" b="1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    : Line(Point(x1, y1), Point(x2, y2))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{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    // </a:t>
            </a:r>
            <a:r>
              <a:rPr lang="en-US" sz="2400" u="sng" dirty="0">
                <a:latin typeface="Consolas" panose="020B0609020204030204" pitchFamily="49" charset="0"/>
              </a:rPr>
              <a:t>more</a:t>
            </a:r>
            <a:r>
              <a:rPr lang="en-US" sz="2400" dirty="0">
                <a:latin typeface="Consolas" panose="020B0609020204030204" pitchFamily="49" charset="0"/>
              </a:rPr>
              <a:t> stuff (after some stuff)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};</a:t>
            </a:r>
            <a:endParaRPr lang="LID4096" sz="2400" dirty="0"/>
          </a:p>
          <a:p>
            <a:pPr algn="l" rtl="0" fontAlgn="base"/>
            <a:r>
              <a:rPr lang="en-US" sz="2400" b="1" dirty="0">
                <a:latin typeface="Consolas" panose="020B0609020204030204" pitchFamily="49" charset="0"/>
              </a:rPr>
              <a:t>        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2B3DA0DE-C57E-0459-A2F2-0D55AA77502B}"/>
              </a:ext>
            </a:extLst>
          </p:cNvPr>
          <p:cNvSpPr txBox="1">
            <a:spLocks/>
          </p:cNvSpPr>
          <p:nvPr/>
        </p:nvSpPr>
        <p:spPr>
          <a:xfrm>
            <a:off x="1511966" y="5974301"/>
            <a:ext cx="7195294" cy="4247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Rubik" pitchFamily="2" charset="-79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r" fontAlgn="base">
              <a:buFont typeface="Arial" panose="020B0604020202020204" pitchFamily="34" charset="0"/>
              <a:buChar char="•"/>
            </a:pPr>
            <a:r>
              <a:rPr lang="he-IL" sz="2400" i="1" dirty="0"/>
              <a:t>יש גם אפשרות של </a:t>
            </a:r>
            <a:r>
              <a:rPr lang="en-US" sz="2400" i="1" dirty="0"/>
              <a:t>lambda function</a:t>
            </a:r>
            <a:r>
              <a:rPr lang="he-IL" sz="2400" i="1" dirty="0"/>
              <a:t> (שלא נלמד)</a:t>
            </a:r>
            <a:endParaRPr lang="en-US" sz="2400" i="1" dirty="0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6D4A8590-ADBD-E1B1-B22C-9843B422F7BD}"/>
              </a:ext>
            </a:extLst>
          </p:cNvPr>
          <p:cNvSpPr txBox="1">
            <a:spLocks/>
          </p:cNvSpPr>
          <p:nvPr/>
        </p:nvSpPr>
        <p:spPr>
          <a:xfrm>
            <a:off x="5740553" y="1448978"/>
            <a:ext cx="2971082" cy="4247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Rubik" pitchFamily="2" charset="-79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fontAlgn="base"/>
            <a:r>
              <a:rPr lang="he-IL" sz="2400" dirty="0"/>
              <a:t>אפשרות שניה: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77028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E17CF-4C55-5508-0CEC-F4BADD5C0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48EDEB-C972-E4F7-2602-CD64EAFDF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החזרת ערכים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42EEA03D-C101-4CEA-E7BA-C34A8A948B8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628980"/>
            <a:ext cx="7831137" cy="4770054"/>
          </a:xfrm>
        </p:spPr>
        <p:txBody>
          <a:bodyPr>
            <a:normAutofit/>
          </a:bodyPr>
          <a:lstStyle/>
          <a:p>
            <a:pPr fontAlgn="base"/>
            <a:r>
              <a:rPr lang="he-IL" sz="2400" spc="-70" dirty="0">
                <a:latin typeface="Consolas" panose="020B0609020204030204" pitchFamily="49" charset="0"/>
              </a:rPr>
              <a:t>החזרה </a:t>
            </a:r>
            <a:r>
              <a:rPr lang="en-US" sz="2400" spc="-70" dirty="0">
                <a:latin typeface="Consolas" panose="020B0609020204030204" pitchFamily="49" charset="0"/>
              </a:rPr>
              <a:t>by-value</a:t>
            </a:r>
            <a:r>
              <a:rPr lang="he-IL" sz="2400" spc="-70" dirty="0">
                <a:latin typeface="Consolas" panose="020B0609020204030204" pitchFamily="49" charset="0"/>
              </a:rPr>
              <a:t>: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int Image::</a:t>
            </a:r>
            <a:r>
              <a:rPr lang="en-US" sz="2400" spc="-70" dirty="0" err="1">
                <a:latin typeface="Consolas" panose="020B0609020204030204" pitchFamily="49" charset="0"/>
              </a:rPr>
              <a:t>getSize</a:t>
            </a:r>
            <a:r>
              <a:rPr lang="en-US" sz="2400" spc="-70" dirty="0">
                <a:latin typeface="Consolas" panose="020B0609020204030204" pitchFamily="49" charset="0"/>
              </a:rPr>
              <a:t>()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{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return _width * _height;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}</a:t>
            </a:r>
          </a:p>
          <a:p>
            <a:pPr algn="l" rtl="0" fontAlgn="base"/>
            <a:endParaRPr lang="en-US" sz="2400" spc="-70" dirty="0">
              <a:latin typeface="Consolas" panose="020B0609020204030204" pitchFamily="49" charset="0"/>
            </a:endParaRPr>
          </a:p>
          <a:p>
            <a:pPr algn="r" fontAlgn="base"/>
            <a:r>
              <a:rPr lang="he-IL" sz="2400" spc="-70" dirty="0">
                <a:latin typeface="Consolas" panose="020B0609020204030204" pitchFamily="49" charset="0"/>
              </a:rPr>
              <a:t>- משתנים פרימיטיביים – מחזירים עותק (בד"כ)</a:t>
            </a:r>
          </a:p>
        </p:txBody>
      </p:sp>
    </p:spTree>
    <p:extLst>
      <p:ext uri="{BB962C8B-B14F-4D97-AF65-F5344CB8AC3E}">
        <p14:creationId xmlns:p14="http://schemas.microsoft.com/office/powerpoint/2010/main" val="2681493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FB249-09C7-600F-E6D6-BE7A8E7F6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BD28BEE-B4E1-2F91-038A-561DABD50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החזרת ערכים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DABF59AB-9469-CFD6-21C5-7A88FAD1731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9388"/>
            <a:ext cx="7831137" cy="5219648"/>
          </a:xfrm>
        </p:spPr>
        <p:txBody>
          <a:bodyPr>
            <a:normAutofit fontScale="92500" lnSpcReduction="10000"/>
          </a:bodyPr>
          <a:lstStyle/>
          <a:p>
            <a:pPr algn="r" fontAlgn="base"/>
            <a:r>
              <a:rPr lang="he-IL" sz="3000" dirty="0">
                <a:latin typeface="Consolas" panose="020B0609020204030204" pitchFamily="49" charset="0"/>
              </a:rPr>
              <a:t>להלן מחלקה</a:t>
            </a:r>
            <a:endParaRPr lang="en-US" sz="30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class Image {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int _width, _height;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char *_bytes;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public: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US" sz="2400" spc="-70" dirty="0">
                <a:latin typeface="Consolas" panose="020B0609020204030204" pitchFamily="49" charset="0"/>
              </a:rPr>
              <a:t>Image(int width, int height, char *bytes)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    : _width(width), _height(height)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      _bytes(new char[width * height])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{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    std::memcpy(_bytes, bytes, width * height);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}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IL" sz="2400" dirty="0">
                <a:latin typeface="Consolas" panose="020B0609020204030204" pitchFamily="49" charset="0"/>
              </a:rPr>
              <a:t>⋮</a:t>
            </a:r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538105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E50FF-52E4-A810-D38A-BBF86FBB9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F1CBBF8-38BF-C3B9-CADE-F752034CD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החזרת ערכים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6DAA6970-ABC1-DABA-7182-F3C3724F32B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628980"/>
            <a:ext cx="7831137" cy="4770054"/>
          </a:xfrm>
        </p:spPr>
        <p:txBody>
          <a:bodyPr>
            <a:normAutofit/>
          </a:bodyPr>
          <a:lstStyle/>
          <a:p>
            <a:pPr fontAlgn="base"/>
            <a:r>
              <a:rPr lang="he-IL" sz="2400" spc="-70" dirty="0">
                <a:latin typeface="Consolas" panose="020B0609020204030204" pitchFamily="49" charset="0"/>
              </a:rPr>
              <a:t>החזרה </a:t>
            </a:r>
            <a:r>
              <a:rPr lang="en-US" sz="2400" spc="-70" dirty="0">
                <a:latin typeface="Consolas" panose="020B0609020204030204" pitchFamily="49" charset="0"/>
              </a:rPr>
              <a:t>by-value</a:t>
            </a:r>
            <a:r>
              <a:rPr lang="he-IL" sz="2400" spc="-70" dirty="0">
                <a:latin typeface="Consolas" panose="020B0609020204030204" pitchFamily="49" charset="0"/>
              </a:rPr>
              <a:t>:</a:t>
            </a:r>
            <a:endParaRPr lang="en-US" sz="2400" spc="-7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Image </a:t>
            </a:r>
            <a:r>
              <a:rPr lang="en-US" sz="2400" spc="-70" dirty="0" err="1">
                <a:latin typeface="Consolas" panose="020B0609020204030204" pitchFamily="49" charset="0"/>
              </a:rPr>
              <a:t>myPicture</a:t>
            </a:r>
            <a:r>
              <a:rPr lang="en-US" sz="2400" spc="-70" dirty="0">
                <a:latin typeface="Consolas" panose="020B0609020204030204" pitchFamily="49" charset="0"/>
              </a:rPr>
              <a:t>()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{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Image avi(…);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⋮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return avi;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}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Image benni;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benni = </a:t>
            </a:r>
            <a:r>
              <a:rPr lang="en-US" sz="2400" spc="-70" dirty="0" err="1">
                <a:latin typeface="Consolas" panose="020B0609020204030204" pitchFamily="49" charset="0"/>
              </a:rPr>
              <a:t>myPicture</a:t>
            </a:r>
            <a:r>
              <a:rPr lang="en-US" sz="2400" spc="-70" dirty="0">
                <a:latin typeface="Consolas" panose="020B0609020204030204" pitchFamily="49" charset="0"/>
              </a:rPr>
              <a:t>();</a:t>
            </a:r>
            <a:endParaRPr lang="he-IL" sz="2400" spc="-70" dirty="0">
              <a:latin typeface="Consolas" panose="020B0609020204030204" pitchFamily="49" charset="0"/>
            </a:endParaRPr>
          </a:p>
          <a:p>
            <a:pPr marL="342900" indent="-342900" algn="r" fontAlgn="base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he-IL" sz="2400" spc="-70" dirty="0">
                <a:latin typeface="Consolas" panose="020B0609020204030204" pitchFamily="49" charset="0"/>
              </a:rPr>
              <a:t>בנאי העתקה או אופרטור השמה...?</a:t>
            </a:r>
            <a:endParaRPr lang="en-US" sz="2400" spc="-7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2495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9335A-8EA5-859B-8A86-71700CCF7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2A6CEE2-3321-5C21-EBAF-82B819AAF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החזרת ערכים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017CD3BF-564E-1763-65A6-9DFE799C54C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628980"/>
            <a:ext cx="7831137" cy="4770054"/>
          </a:xfrm>
        </p:spPr>
        <p:txBody>
          <a:bodyPr>
            <a:normAutofit/>
          </a:bodyPr>
          <a:lstStyle/>
          <a:p>
            <a:pPr fontAlgn="base"/>
            <a:r>
              <a:rPr lang="he-IL" sz="2400" spc="-70" dirty="0">
                <a:latin typeface="Consolas" panose="020B0609020204030204" pitchFamily="49" charset="0"/>
              </a:rPr>
              <a:t>החזרה </a:t>
            </a:r>
            <a:r>
              <a:rPr lang="en-US" sz="2400" spc="-70" dirty="0">
                <a:latin typeface="Consolas" panose="020B0609020204030204" pitchFamily="49" charset="0"/>
              </a:rPr>
              <a:t>by-reference</a:t>
            </a:r>
            <a:r>
              <a:rPr lang="he-IL" sz="2400" spc="-70" dirty="0">
                <a:latin typeface="Consolas" panose="020B0609020204030204" pitchFamily="49" charset="0"/>
              </a:rPr>
              <a:t>: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// bad example!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Image&amp; </a:t>
            </a:r>
            <a:r>
              <a:rPr lang="en-US" sz="2400" spc="-70" dirty="0" err="1">
                <a:latin typeface="Consolas" panose="020B0609020204030204" pitchFamily="49" charset="0"/>
              </a:rPr>
              <a:t>myPicture</a:t>
            </a:r>
            <a:r>
              <a:rPr lang="en-US" sz="2400" spc="-70" dirty="0">
                <a:latin typeface="Consolas" panose="020B0609020204030204" pitchFamily="49" charset="0"/>
              </a:rPr>
              <a:t>()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{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Image avi(…);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return avi; // </a:t>
            </a:r>
            <a:r>
              <a:rPr lang="he-IL" sz="2400" spc="-70" dirty="0">
                <a:latin typeface="Consolas" panose="020B0609020204030204" pitchFamily="49" charset="0"/>
              </a:rPr>
              <a:t>אסור!</a:t>
            </a:r>
            <a:endParaRPr lang="en-US" sz="2400" spc="-7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}</a:t>
            </a:r>
          </a:p>
          <a:p>
            <a:pPr marL="342900" indent="-342900" algn="r" fontAlgn="base">
              <a:buFont typeface="Arial" panose="020B0604020202020204" pitchFamily="34" charset="0"/>
              <a:buChar char="•"/>
            </a:pPr>
            <a:r>
              <a:rPr lang="he-IL" sz="2400" spc="-70" dirty="0">
                <a:latin typeface="Consolas" panose="020B0609020204030204" pitchFamily="49" charset="0"/>
              </a:rPr>
              <a:t>משתנה מקומי – </a:t>
            </a:r>
            <a:r>
              <a:rPr lang="he-IL" sz="2400" b="1" u="sng" spc="-70" dirty="0">
                <a:latin typeface="Consolas" panose="020B0609020204030204" pitchFamily="49" charset="0"/>
              </a:rPr>
              <a:t>במחסנית!</a:t>
            </a:r>
            <a:endParaRPr lang="en-US" sz="2400" b="1" u="sng" spc="-7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4803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94522-40DE-0C2B-9216-60022E263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D4C395-A6DA-F2D2-552D-D686FCD1E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החזרת ערכים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B3578A78-1534-7B58-6005-19AC1736D75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628980"/>
            <a:ext cx="7831137" cy="4770054"/>
          </a:xfrm>
        </p:spPr>
        <p:txBody>
          <a:bodyPr>
            <a:normAutofit/>
          </a:bodyPr>
          <a:lstStyle/>
          <a:p>
            <a:pPr fontAlgn="base"/>
            <a:r>
              <a:rPr lang="he-IL" sz="2400" spc="-70" dirty="0">
                <a:latin typeface="Consolas" panose="020B0609020204030204" pitchFamily="49" charset="0"/>
              </a:rPr>
              <a:t>החזרה </a:t>
            </a:r>
            <a:r>
              <a:rPr lang="en-US" sz="2400" spc="-70" dirty="0">
                <a:latin typeface="Consolas" panose="020B0609020204030204" pitchFamily="49" charset="0"/>
              </a:rPr>
              <a:t>by-reference</a:t>
            </a:r>
            <a:r>
              <a:rPr lang="he-IL" sz="2400" spc="-70" dirty="0">
                <a:latin typeface="Consolas" panose="020B0609020204030204" pitchFamily="49" charset="0"/>
              </a:rPr>
              <a:t>: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// ok example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Image&amp; Student::</a:t>
            </a:r>
            <a:r>
              <a:rPr lang="en-US" sz="2400" spc="-70" dirty="0" err="1">
                <a:latin typeface="Consolas" panose="020B0609020204030204" pitchFamily="49" charset="0"/>
              </a:rPr>
              <a:t>getPicture</a:t>
            </a:r>
            <a:r>
              <a:rPr lang="en-US" sz="2400" spc="-70" dirty="0">
                <a:latin typeface="Consolas" panose="020B0609020204030204" pitchFamily="49" charset="0"/>
              </a:rPr>
              <a:t>()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{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return </a:t>
            </a:r>
            <a:r>
              <a:rPr lang="en-US" sz="2400" spc="-70" dirty="0" err="1">
                <a:latin typeface="Consolas" panose="020B0609020204030204" pitchFamily="49" charset="0"/>
              </a:rPr>
              <a:t>img</a:t>
            </a:r>
            <a:r>
              <a:rPr lang="en-US" sz="2400" spc="-70" dirty="0">
                <a:latin typeface="Consolas" panose="020B0609020204030204" pitchFamily="49" charset="0"/>
              </a:rPr>
              <a:t>; // </a:t>
            </a:r>
            <a:r>
              <a:rPr lang="he-IL" sz="2400" spc="-70" dirty="0">
                <a:latin typeface="Consolas" panose="020B0609020204030204" pitchFamily="49" charset="0"/>
              </a:rPr>
              <a:t>מותר</a:t>
            </a:r>
            <a:endParaRPr lang="en-US" sz="2400" spc="-7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}</a:t>
            </a:r>
          </a:p>
          <a:p>
            <a:pPr marL="342900" indent="-342900" algn="r" fontAlgn="base">
              <a:buFont typeface="Arial" panose="020B0604020202020204" pitchFamily="34" charset="0"/>
              <a:buChar char="•"/>
            </a:pPr>
            <a:r>
              <a:rPr lang="he-IL" sz="2400" spc="-70" dirty="0">
                <a:latin typeface="Consolas" panose="020B0609020204030204" pitchFamily="49" charset="0"/>
              </a:rPr>
              <a:t>לשים לב: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Image&amp; benni = </a:t>
            </a:r>
            <a:r>
              <a:rPr lang="en-US" sz="2400" spc="-70" dirty="0" err="1">
                <a:latin typeface="Consolas" panose="020B0609020204030204" pitchFamily="49" charset="0"/>
              </a:rPr>
              <a:t>avi.getPicture</a:t>
            </a:r>
            <a:r>
              <a:rPr lang="en-US" sz="2400" spc="-70" dirty="0">
                <a:latin typeface="Consolas" panose="020B0609020204030204" pitchFamily="49" charset="0"/>
              </a:rPr>
              <a:t>();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benni = Image(…);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// avi’s picture changed!</a:t>
            </a:r>
            <a:endParaRPr lang="he-IL" sz="2400" spc="-7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2169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060A7-1CCE-C6EB-732A-72522ED0F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E636FC9-C79B-ECEC-E7A0-207D0EDB6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החזרת ערכים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30E2CC55-5971-B4EB-DA0C-1AC566F1DFC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628980"/>
            <a:ext cx="7831137" cy="4770054"/>
          </a:xfrm>
        </p:spPr>
        <p:txBody>
          <a:bodyPr>
            <a:normAutofit/>
          </a:bodyPr>
          <a:lstStyle/>
          <a:p>
            <a:pPr fontAlgn="base"/>
            <a:r>
              <a:rPr lang="he-IL" sz="2400" spc="-70" dirty="0">
                <a:latin typeface="Consolas" panose="020B0609020204030204" pitchFamily="49" charset="0"/>
              </a:rPr>
              <a:t>החזרה </a:t>
            </a:r>
            <a:r>
              <a:rPr lang="en-US" sz="2400" spc="-70" dirty="0">
                <a:latin typeface="Consolas" panose="020B0609020204030204" pitchFamily="49" charset="0"/>
              </a:rPr>
              <a:t>by-reference</a:t>
            </a:r>
            <a:r>
              <a:rPr lang="he-IL" sz="2400" spc="-70" dirty="0">
                <a:latin typeface="Consolas" panose="020B0609020204030204" pitchFamily="49" charset="0"/>
              </a:rPr>
              <a:t>: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// safe example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const Image&amp; Student::</a:t>
            </a:r>
            <a:r>
              <a:rPr lang="en-US" sz="2400" spc="-70" dirty="0" err="1">
                <a:latin typeface="Consolas" panose="020B0609020204030204" pitchFamily="49" charset="0"/>
              </a:rPr>
              <a:t>getPicture</a:t>
            </a:r>
            <a:r>
              <a:rPr lang="en-US" sz="2400" spc="-70" dirty="0">
                <a:latin typeface="Consolas" panose="020B0609020204030204" pitchFamily="49" charset="0"/>
              </a:rPr>
              <a:t>() const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{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return </a:t>
            </a:r>
            <a:r>
              <a:rPr lang="en-US" sz="2400" spc="-70" dirty="0" err="1">
                <a:latin typeface="Consolas" panose="020B0609020204030204" pitchFamily="49" charset="0"/>
              </a:rPr>
              <a:t>img</a:t>
            </a:r>
            <a:r>
              <a:rPr lang="en-US" sz="2400" spc="-70" dirty="0">
                <a:latin typeface="Consolas" panose="020B0609020204030204" pitchFamily="49" charset="0"/>
              </a:rPr>
              <a:t>; // </a:t>
            </a:r>
            <a:r>
              <a:rPr lang="he-IL" sz="2400" spc="-70" dirty="0">
                <a:latin typeface="Consolas" panose="020B0609020204030204" pitchFamily="49" charset="0"/>
              </a:rPr>
              <a:t>מקובל</a:t>
            </a:r>
            <a:endParaRPr lang="en-US" sz="2400" spc="-7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}</a:t>
            </a:r>
          </a:p>
          <a:p>
            <a:pPr algn="l" rtl="0" fontAlgn="base"/>
            <a:endParaRPr lang="en-US" sz="2400" spc="-7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const Image&amp; </a:t>
            </a:r>
            <a:r>
              <a:rPr lang="en-US" sz="2400" spc="-70" dirty="0" err="1">
                <a:latin typeface="Consolas" panose="020B0609020204030204" pitchFamily="49" charset="0"/>
              </a:rPr>
              <a:t>img</a:t>
            </a:r>
            <a:r>
              <a:rPr lang="en-US" sz="2400" spc="-70" dirty="0">
                <a:latin typeface="Consolas" panose="020B0609020204030204" pitchFamily="49" charset="0"/>
              </a:rPr>
              <a:t> = </a:t>
            </a:r>
            <a:r>
              <a:rPr lang="en-US" sz="2400" spc="-70" dirty="0" err="1">
                <a:latin typeface="Consolas" panose="020B0609020204030204" pitchFamily="49" charset="0"/>
              </a:rPr>
              <a:t>avi.getPicture</a:t>
            </a:r>
            <a:r>
              <a:rPr lang="en-US" sz="2400" spc="-70" dirty="0">
                <a:latin typeface="Consolas" panose="020B0609020204030204" pitchFamily="49" charset="0"/>
              </a:rPr>
              <a:t>();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// this is safe</a:t>
            </a:r>
          </a:p>
        </p:txBody>
      </p:sp>
    </p:spTree>
    <p:extLst>
      <p:ext uri="{BB962C8B-B14F-4D97-AF65-F5344CB8AC3E}">
        <p14:creationId xmlns:p14="http://schemas.microsoft.com/office/powerpoint/2010/main" val="1094207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2734</TotalTime>
  <Words>2763</Words>
  <Application>Microsoft Office PowerPoint</Application>
  <PresentationFormat>On-screen Show (4:3)</PresentationFormat>
  <Paragraphs>530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Aptos</vt:lpstr>
      <vt:lpstr>Arial</vt:lpstr>
      <vt:lpstr>Calibri</vt:lpstr>
      <vt:lpstr>Cambria Math</vt:lpstr>
      <vt:lpstr>Consolas</vt:lpstr>
      <vt:lpstr>Wingdings</vt:lpstr>
      <vt:lpstr>Office Theme</vt:lpstr>
      <vt:lpstr>פרק 3 מחלקות ועצמים</vt:lpstr>
      <vt:lpstr>יצירת מחלקה</vt:lpstr>
      <vt:lpstr>יצירת מחלקה</vt:lpstr>
      <vt:lpstr>יצירת מחלקה</vt:lpstr>
      <vt:lpstr>יצירת מחלקה</vt:lpstr>
      <vt:lpstr>יצירת מחלקה</vt:lpstr>
      <vt:lpstr>גישה לאובייקטים</vt:lpstr>
      <vt:lpstr>הגדרת אובייקט</vt:lpstr>
      <vt:lpstr>אובייקט כפרמטר לפונקציה</vt:lpstr>
      <vt:lpstr>אובייקט כפרמטר לפונקציה</vt:lpstr>
      <vt:lpstr>מצביע this</vt:lpstr>
      <vt:lpstr>אובייקט עם const</vt:lpstr>
      <vt:lpstr>אובייקט עם const</vt:lpstr>
      <vt:lpstr>אובייקט עם const</vt:lpstr>
      <vt:lpstr>אובייקט עם const</vt:lpstr>
      <vt:lpstr>struct</vt:lpstr>
      <vt:lpstr>struct</vt:lpstr>
      <vt:lpstr>struct</vt:lpstr>
      <vt:lpstr>struct</vt:lpstr>
      <vt:lpstr>struct</vt:lpstr>
      <vt:lpstr>למה נקודה פסיק...?</vt:lpstr>
      <vt:lpstr>למה נקודה פסיק...?</vt:lpstr>
      <vt:lpstr>מחלקה אנונימית</vt:lpstr>
      <vt:lpstr>מחלקה אנונימית</vt:lpstr>
      <vt:lpstr>בנאים</vt:lpstr>
      <vt:lpstr>בנאים</vt:lpstr>
      <vt:lpstr>static במחלקה</vt:lpstr>
      <vt:lpstr>static במחלקה</vt:lpstr>
      <vt:lpstr>static במחלקה</vt:lpstr>
      <vt:lpstr>static במחלקה</vt:lpstr>
      <vt:lpstr>static במחלקה</vt:lpstr>
      <vt:lpstr>static במחלקה</vt:lpstr>
      <vt:lpstr>static במחלקה</vt:lpstr>
      <vt:lpstr>static במחלקה</vt:lpstr>
      <vt:lpstr>static במחלקה</vt:lpstr>
      <vt:lpstr>static במחלקה</vt:lpstr>
      <vt:lpstr>static במחלקה</vt:lpstr>
      <vt:lpstr>בנאים: דלגציה</vt:lpstr>
      <vt:lpstr>בנאים: דלגציה</vt:lpstr>
      <vt:lpstr>בנאים: דלגציה</vt:lpstr>
      <vt:lpstr>בנאים: דלגציה</vt:lpstr>
      <vt:lpstr>החזרת ערכים</vt:lpstr>
      <vt:lpstr>החזרת ערכים</vt:lpstr>
      <vt:lpstr>החזרת ערכים</vt:lpstr>
      <vt:lpstr>החזרת ערכים</vt:lpstr>
      <vt:lpstr>החזרת ערכים</vt:lpstr>
      <vt:lpstr>החזרת ערכים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Tal R.</dc:creator>
  <cp:lastModifiedBy>Tal R.</cp:lastModifiedBy>
  <cp:revision>49</cp:revision>
  <dcterms:created xsi:type="dcterms:W3CDTF">2023-11-25T13:14:24Z</dcterms:created>
  <dcterms:modified xsi:type="dcterms:W3CDTF">2025-11-16T11:05:19Z</dcterms:modified>
</cp:coreProperties>
</file>