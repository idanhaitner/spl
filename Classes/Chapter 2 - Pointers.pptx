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541" r:id="rId2"/>
    <p:sldId id="576" r:id="rId3"/>
    <p:sldId id="559" r:id="rId4"/>
    <p:sldId id="585" r:id="rId5"/>
    <p:sldId id="575" r:id="rId6"/>
    <p:sldId id="577" r:id="rId7"/>
    <p:sldId id="569" r:id="rId8"/>
    <p:sldId id="571" r:id="rId9"/>
    <p:sldId id="573" r:id="rId10"/>
    <p:sldId id="586" r:id="rId11"/>
    <p:sldId id="588" r:id="rId12"/>
    <p:sldId id="589" r:id="rId13"/>
    <p:sldId id="590" r:id="rId14"/>
    <p:sldId id="591" r:id="rId15"/>
    <p:sldId id="574" r:id="rId16"/>
    <p:sldId id="579" r:id="rId17"/>
    <p:sldId id="592" r:id="rId18"/>
    <p:sldId id="599" r:id="rId19"/>
    <p:sldId id="583" r:id="rId20"/>
    <p:sldId id="582" r:id="rId21"/>
    <p:sldId id="600" r:id="rId22"/>
    <p:sldId id="601" r:id="rId23"/>
    <p:sldId id="602" r:id="rId24"/>
    <p:sldId id="603" r:id="rId25"/>
    <p:sldId id="543" r:id="rId26"/>
    <p:sldId id="542" r:id="rId27"/>
    <p:sldId id="604" r:id="rId28"/>
    <p:sldId id="605" r:id="rId29"/>
    <p:sldId id="610" r:id="rId30"/>
    <p:sldId id="606" r:id="rId31"/>
    <p:sldId id="607" r:id="rId32"/>
    <p:sldId id="608" r:id="rId33"/>
    <p:sldId id="609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B09557-BFF2-4811-8EB4-E6449A4E8ED8}" v="2" dt="2025-11-11T19:18:47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1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11T19:18:47.725" v="6652" actId="20577"/>
      <pc:docMkLst>
        <pc:docMk/>
      </pc:docMkLst>
      <pc:sldChg chg="modSp new mod">
        <pc:chgData name="Tal R." userId="03e9e69c0e8a7741" providerId="LiveId" clId="{012321CB-D30F-40A1-894C-E46D43B30E68}" dt="2025-11-08T18:27:33.594" v="5465" actId="403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08T18:27:33.594" v="5465" actId="403"/>
          <ac:spMkLst>
            <pc:docMk/>
            <pc:sldMk cId="467981463" sldId="541"/>
            <ac:spMk id="2" creationId="{63C98D00-06F6-E602-6C47-76C2BA233264}"/>
          </ac:spMkLst>
        </pc:spChg>
      </pc:sldChg>
      <pc:sldChg chg="modSp add mod modAnim">
        <pc:chgData name="Tal R." userId="03e9e69c0e8a7741" providerId="LiveId" clId="{012321CB-D30F-40A1-894C-E46D43B30E68}" dt="2025-11-08T18:59:26.626" v="6648" actId="20577"/>
        <pc:sldMkLst>
          <pc:docMk/>
          <pc:sldMk cId="2054857277" sldId="542"/>
        </pc:sldMkLst>
        <pc:spChg chg="mod">
          <ac:chgData name="Tal R." userId="03e9e69c0e8a7741" providerId="LiveId" clId="{012321CB-D30F-40A1-894C-E46D43B30E68}" dt="2025-11-08T18:59:26.626" v="6648" actId="20577"/>
          <ac:spMkLst>
            <pc:docMk/>
            <pc:sldMk cId="2054857277" sldId="542"/>
            <ac:spMk id="2" creationId="{D0E4C912-4FEA-FAF9-F92A-7A00ECC415C6}"/>
          </ac:spMkLst>
        </pc:spChg>
        <pc:spChg chg="mod">
          <ac:chgData name="Tal R." userId="03e9e69c0e8a7741" providerId="LiveId" clId="{012321CB-D30F-40A1-894C-E46D43B30E68}" dt="2025-11-08T18:59:14.974" v="6637" actId="27636"/>
          <ac:spMkLst>
            <pc:docMk/>
            <pc:sldMk cId="2054857277" sldId="542"/>
            <ac:spMk id="4" creationId="{3529C0FF-20A9-2C82-BF4B-9F11313BF2C2}"/>
          </ac:spMkLst>
        </pc:spChg>
      </pc:sldChg>
      <pc:sldChg chg="modSp add mod modAnim">
        <pc:chgData name="Tal R." userId="03e9e69c0e8a7741" providerId="LiveId" clId="{012321CB-D30F-40A1-894C-E46D43B30E68}" dt="2025-11-08T18:43:01.657" v="6229" actId="6549"/>
        <pc:sldMkLst>
          <pc:docMk/>
          <pc:sldMk cId="3799504507" sldId="543"/>
        </pc:sldMkLst>
        <pc:spChg chg="mod">
          <ac:chgData name="Tal R." userId="03e9e69c0e8a7741" providerId="LiveId" clId="{012321CB-D30F-40A1-894C-E46D43B30E68}" dt="2025-11-08T18:35:52.749" v="5794" actId="27636"/>
          <ac:spMkLst>
            <pc:docMk/>
            <pc:sldMk cId="3799504507" sldId="543"/>
            <ac:spMk id="2" creationId="{D0E4C912-4FEA-FAF9-F92A-7A00ECC415C6}"/>
          </ac:spMkLst>
        </pc:spChg>
        <pc:spChg chg="mod">
          <ac:chgData name="Tal R." userId="03e9e69c0e8a7741" providerId="LiveId" clId="{012321CB-D30F-40A1-894C-E46D43B30E68}" dt="2025-11-08T18:43:01.657" v="6229" actId="6549"/>
          <ac:spMkLst>
            <pc:docMk/>
            <pc:sldMk cId="3799504507" sldId="543"/>
            <ac:spMk id="4" creationId="{3529C0FF-20A9-2C82-BF4B-9F11313BF2C2}"/>
          </ac:spMkLst>
        </pc:spChg>
      </pc:sldChg>
      <pc:sldChg chg="modSp add modTransition addAnim delAnim modAnim">
        <pc:chgData name="Tal R." userId="03e9e69c0e8a7741" providerId="LiveId" clId="{012321CB-D30F-40A1-894C-E46D43B30E68}" dt="2025-11-03T19:11:24.280" v="2944" actId="20577"/>
        <pc:sldMkLst>
          <pc:docMk/>
          <pc:sldMk cId="3773083943" sldId="559"/>
        </pc:sldMkLst>
        <pc:spChg chg="mod">
          <ac:chgData name="Tal R." userId="03e9e69c0e8a7741" providerId="LiveId" clId="{012321CB-D30F-40A1-894C-E46D43B30E68}" dt="2025-11-03T19:11:24.280" v="2944" actId="20577"/>
          <ac:spMkLst>
            <pc:docMk/>
            <pc:sldMk cId="3773083943" sldId="559"/>
            <ac:spMk id="4" creationId="{4727BC4E-67F3-4B12-FA2E-579E8314583C}"/>
          </ac:spMkLst>
        </pc:spChg>
      </pc:sldChg>
      <pc:sldChg chg="modSp add mod addAnim delAnim modAnim">
        <pc:chgData name="Tal R." userId="03e9e69c0e8a7741" providerId="LiveId" clId="{012321CB-D30F-40A1-894C-E46D43B30E68}" dt="2025-11-03T19:23:25.013" v="3111" actId="20577"/>
        <pc:sldMkLst>
          <pc:docMk/>
          <pc:sldMk cId="2432317044" sldId="569"/>
        </pc:sldMkLst>
        <pc:spChg chg="mod">
          <ac:chgData name="Tal R." userId="03e9e69c0e8a7741" providerId="LiveId" clId="{012321CB-D30F-40A1-894C-E46D43B30E68}" dt="2025-11-03T19:16:19.528" v="2984" actId="20577"/>
          <ac:spMkLst>
            <pc:docMk/>
            <pc:sldMk cId="2432317044" sldId="569"/>
            <ac:spMk id="2" creationId="{DA66EBE6-819D-D187-29A8-8F2C0E6D5A65}"/>
          </ac:spMkLst>
        </pc:spChg>
        <pc:spChg chg="mod">
          <ac:chgData name="Tal R." userId="03e9e69c0e8a7741" providerId="LiveId" clId="{012321CB-D30F-40A1-894C-E46D43B30E68}" dt="2025-11-03T19:23:25.013" v="3111" actId="20577"/>
          <ac:spMkLst>
            <pc:docMk/>
            <pc:sldMk cId="2432317044" sldId="569"/>
            <ac:spMk id="4" creationId="{543F5161-4139-3DC1-8CB9-D3D0739028C6}"/>
          </ac:spMkLst>
        </pc:spChg>
        <pc:graphicFrameChg chg="mod">
          <ac:chgData name="Tal R." userId="03e9e69c0e8a7741" providerId="LiveId" clId="{012321CB-D30F-40A1-894C-E46D43B30E68}" dt="2025-11-03T19:18:29.270" v="3013" actId="1035"/>
          <ac:graphicFrameMkLst>
            <pc:docMk/>
            <pc:sldMk cId="2432317044" sldId="569"/>
            <ac:graphicFrameMk id="5" creationId="{29CC8070-B352-FAA3-1D65-84CBA7F57E7F}"/>
          </ac:graphicFrameMkLst>
        </pc:graphicFrameChg>
      </pc:sldChg>
      <pc:sldChg chg="add">
        <pc:chgData name="Tal R." userId="03e9e69c0e8a7741" providerId="LiveId" clId="{012321CB-D30F-40A1-894C-E46D43B30E68}" dt="2025-11-03T19:02:06.120" v="2685"/>
        <pc:sldMkLst>
          <pc:docMk/>
          <pc:sldMk cId="2923900974" sldId="571"/>
        </pc:sldMkLst>
      </pc:sldChg>
      <pc:sldChg chg="modSp add modAnim">
        <pc:chgData name="Tal R." userId="03e9e69c0e8a7741" providerId="LiveId" clId="{012321CB-D30F-40A1-894C-E46D43B30E68}" dt="2025-11-03T19:25:59.589" v="3257" actId="20577"/>
        <pc:sldMkLst>
          <pc:docMk/>
          <pc:sldMk cId="1789443799" sldId="573"/>
        </pc:sldMkLst>
        <pc:spChg chg="mod">
          <ac:chgData name="Tal R." userId="03e9e69c0e8a7741" providerId="LiveId" clId="{012321CB-D30F-40A1-894C-E46D43B30E68}" dt="2025-11-03T19:25:59.589" v="3257" actId="20577"/>
          <ac:spMkLst>
            <pc:docMk/>
            <pc:sldMk cId="1789443799" sldId="573"/>
            <ac:spMk id="8" creationId="{389E5DC7-0187-C79E-759A-5DDC0CEA6695}"/>
          </ac:spMkLst>
        </pc:spChg>
      </pc:sldChg>
      <pc:sldChg chg="modSp add mod modAnim">
        <pc:chgData name="Tal R." userId="03e9e69c0e8a7741" providerId="LiveId" clId="{012321CB-D30F-40A1-894C-E46D43B30E68}" dt="2025-11-03T19:43:34.340" v="3670"/>
        <pc:sldMkLst>
          <pc:docMk/>
          <pc:sldMk cId="771510407" sldId="574"/>
        </pc:sldMkLst>
        <pc:spChg chg="mod">
          <ac:chgData name="Tal R." userId="03e9e69c0e8a7741" providerId="LiveId" clId="{012321CB-D30F-40A1-894C-E46D43B30E68}" dt="2025-11-03T19:26:37.105" v="3270"/>
          <ac:spMkLst>
            <pc:docMk/>
            <pc:sldMk cId="771510407" sldId="574"/>
            <ac:spMk id="2" creationId="{16CEFE01-5028-F65D-0736-1952A9985599}"/>
          </ac:spMkLst>
        </pc:spChg>
        <pc:spChg chg="mod">
          <ac:chgData name="Tal R." userId="03e9e69c0e8a7741" providerId="LiveId" clId="{012321CB-D30F-40A1-894C-E46D43B30E68}" dt="2025-11-03T19:43:22.490" v="3669" actId="20577"/>
          <ac:spMkLst>
            <pc:docMk/>
            <pc:sldMk cId="771510407" sldId="574"/>
            <ac:spMk id="8" creationId="{B795E69B-2F46-2716-BCBC-7A8D8E0BF040}"/>
          </ac:spMkLst>
        </pc:spChg>
      </pc:sldChg>
      <pc:sldChg chg="modSp add mod">
        <pc:chgData name="Tal R." userId="03e9e69c0e8a7741" providerId="LiveId" clId="{012321CB-D30F-40A1-894C-E46D43B30E68}" dt="2025-11-03T19:18:21.252" v="3006" actId="1035"/>
        <pc:sldMkLst>
          <pc:docMk/>
          <pc:sldMk cId="2866465922" sldId="575"/>
        </pc:sldMkLst>
        <pc:spChg chg="mod">
          <ac:chgData name="Tal R." userId="03e9e69c0e8a7741" providerId="LiveId" clId="{012321CB-D30F-40A1-894C-E46D43B30E68}" dt="2025-11-03T19:13:12.471" v="2964"/>
          <ac:spMkLst>
            <pc:docMk/>
            <pc:sldMk cId="2866465922" sldId="575"/>
            <ac:spMk id="2" creationId="{E4EB8434-8070-C215-F343-5B91F560C647}"/>
          </ac:spMkLst>
        </pc:spChg>
        <pc:graphicFrameChg chg="mod">
          <ac:chgData name="Tal R." userId="03e9e69c0e8a7741" providerId="LiveId" clId="{012321CB-D30F-40A1-894C-E46D43B30E68}" dt="2025-11-03T19:18:21.252" v="3006" actId="1035"/>
          <ac:graphicFrameMkLst>
            <pc:docMk/>
            <pc:sldMk cId="2866465922" sldId="575"/>
            <ac:graphicFrameMk id="7" creationId="{1ACBCA6C-A994-E0F3-D07F-161ACC6A0482}"/>
          </ac:graphicFrameMkLst>
        </pc:graphicFrameChg>
      </pc:sldChg>
      <pc:sldChg chg="delSp modSp add mod delAnim">
        <pc:chgData name="Tal R." userId="03e9e69c0e8a7741" providerId="LiveId" clId="{012321CB-D30F-40A1-894C-E46D43B30E68}" dt="2025-11-03T19:08:24.118" v="2897" actId="478"/>
        <pc:sldMkLst>
          <pc:docMk/>
          <pc:sldMk cId="328169644" sldId="576"/>
        </pc:sldMkLst>
      </pc:sldChg>
      <pc:sldChg chg="modSp add mod ord modAnim">
        <pc:chgData name="Tal R." userId="03e9e69c0e8a7741" providerId="LiveId" clId="{012321CB-D30F-40A1-894C-E46D43B30E68}" dt="2025-11-03T19:22:32.902" v="3088" actId="6549"/>
        <pc:sldMkLst>
          <pc:docMk/>
          <pc:sldMk cId="1733777295" sldId="577"/>
        </pc:sldMkLst>
        <pc:spChg chg="mod">
          <ac:chgData name="Tal R." userId="03e9e69c0e8a7741" providerId="LiveId" clId="{012321CB-D30F-40A1-894C-E46D43B30E68}" dt="2025-11-03T19:18:56.966" v="3014"/>
          <ac:spMkLst>
            <pc:docMk/>
            <pc:sldMk cId="1733777295" sldId="577"/>
            <ac:spMk id="2" creationId="{7250D4F0-4CA1-29B9-A664-8FED372BF68A}"/>
          </ac:spMkLst>
        </pc:spChg>
        <pc:spChg chg="mod">
          <ac:chgData name="Tal R." userId="03e9e69c0e8a7741" providerId="LiveId" clId="{012321CB-D30F-40A1-894C-E46D43B30E68}" dt="2025-11-03T19:22:32.902" v="3088" actId="6549"/>
          <ac:spMkLst>
            <pc:docMk/>
            <pc:sldMk cId="1733777295" sldId="577"/>
            <ac:spMk id="4" creationId="{DBFAF06C-D1E2-9CA9-4F98-5968CA04F39F}"/>
          </ac:spMkLst>
        </pc:spChg>
        <pc:graphicFrameChg chg="mod modGraphic">
          <ac:chgData name="Tal R." userId="03e9e69c0e8a7741" providerId="LiveId" clId="{012321CB-D30F-40A1-894C-E46D43B30E68}" dt="2025-11-03T19:19:16.249" v="3027" actId="20577"/>
          <ac:graphicFrameMkLst>
            <pc:docMk/>
            <pc:sldMk cId="1733777295" sldId="577"/>
            <ac:graphicFrameMk id="5" creationId="{82C9169C-347B-E790-7B3A-E1E7F9A4C989}"/>
          </ac:graphicFrameMkLst>
        </pc:graphicFrameChg>
      </pc:sldChg>
      <pc:sldChg chg="modSp add mod addAnim delAnim modAnim">
        <pc:chgData name="Tal R." userId="03e9e69c0e8a7741" providerId="LiveId" clId="{012321CB-D30F-40A1-894C-E46D43B30E68}" dt="2025-11-03T19:50:08.004" v="3784" actId="6549"/>
        <pc:sldMkLst>
          <pc:docMk/>
          <pc:sldMk cId="4097298169" sldId="579"/>
        </pc:sldMkLst>
        <pc:spChg chg="mod">
          <ac:chgData name="Tal R." userId="03e9e69c0e8a7741" providerId="LiveId" clId="{012321CB-D30F-40A1-894C-E46D43B30E68}" dt="2025-11-03T19:50:08.004" v="3784" actId="6549"/>
          <ac:spMkLst>
            <pc:docMk/>
            <pc:sldMk cId="4097298169" sldId="579"/>
            <ac:spMk id="8" creationId="{4BC7EC78-C9A9-4410-84C9-1E6DD0097DF7}"/>
          </ac:spMkLst>
        </pc:spChg>
      </pc:sldChg>
      <pc:sldChg chg="addSp delSp modSp add mod modAnim">
        <pc:chgData name="Tal R." userId="03e9e69c0e8a7741" providerId="LiveId" clId="{012321CB-D30F-40A1-894C-E46D43B30E68}" dt="2025-11-06T17:14:13.660" v="5010" actId="14100"/>
        <pc:sldMkLst>
          <pc:docMk/>
          <pc:sldMk cId="34621616" sldId="582"/>
        </pc:sldMkLst>
        <pc:spChg chg="add mod">
          <ac:chgData name="Tal R." userId="03e9e69c0e8a7741" providerId="LiveId" clId="{012321CB-D30F-40A1-894C-E46D43B30E68}" dt="2025-11-06T15:11:35.360" v="4988" actId="1035"/>
          <ac:spMkLst>
            <pc:docMk/>
            <pc:sldMk cId="34621616" sldId="582"/>
            <ac:spMk id="3" creationId="{C2456321-5EF8-CB9D-44C2-A1103AAEB51B}"/>
          </ac:spMkLst>
        </pc:spChg>
        <pc:spChg chg="add mod">
          <ac:chgData name="Tal R." userId="03e9e69c0e8a7741" providerId="LiveId" clId="{012321CB-D30F-40A1-894C-E46D43B30E68}" dt="2025-11-06T15:11:28.307" v="4972" actId="20577"/>
          <ac:spMkLst>
            <pc:docMk/>
            <pc:sldMk cId="34621616" sldId="582"/>
            <ac:spMk id="4" creationId="{6ADCF18A-951B-323C-37A4-2E8323C6C9FC}"/>
          </ac:spMkLst>
        </pc:spChg>
        <pc:spChg chg="add mod">
          <ac:chgData name="Tal R." userId="03e9e69c0e8a7741" providerId="LiveId" clId="{012321CB-D30F-40A1-894C-E46D43B30E68}" dt="2025-11-06T15:11:21.688" v="4966"/>
          <ac:spMkLst>
            <pc:docMk/>
            <pc:sldMk cId="34621616" sldId="582"/>
            <ac:spMk id="5" creationId="{7CABF0D6-B2C5-0F3F-6533-00D1A46CAE20}"/>
          </ac:spMkLst>
        </pc:spChg>
        <pc:spChg chg="mod">
          <ac:chgData name="Tal R." userId="03e9e69c0e8a7741" providerId="LiveId" clId="{012321CB-D30F-40A1-894C-E46D43B30E68}" dt="2025-11-06T17:14:13.660" v="5010" actId="14100"/>
          <ac:spMkLst>
            <pc:docMk/>
            <pc:sldMk cId="34621616" sldId="582"/>
            <ac:spMk id="8" creationId="{A6AF1AEB-876C-86C9-E8C3-E4B5CF04A7B8}"/>
          </ac:spMkLst>
        </pc:spChg>
      </pc:sldChg>
      <pc:sldChg chg="delSp modSp add mod modTransition modAnim">
        <pc:chgData name="Tal R." userId="03e9e69c0e8a7741" providerId="LiveId" clId="{012321CB-D30F-40A1-894C-E46D43B30E68}" dt="2025-11-06T17:14:21.244" v="5011" actId="14100"/>
        <pc:sldMkLst>
          <pc:docMk/>
          <pc:sldMk cId="2347772568" sldId="583"/>
        </pc:sldMkLst>
        <pc:spChg chg="mod">
          <ac:chgData name="Tal R." userId="03e9e69c0e8a7741" providerId="LiveId" clId="{012321CB-D30F-40A1-894C-E46D43B30E68}" dt="2025-11-06T17:14:21.244" v="5011" actId="14100"/>
          <ac:spMkLst>
            <pc:docMk/>
            <pc:sldMk cId="2347772568" sldId="583"/>
            <ac:spMk id="8" creationId="{2DBDB2C5-61DB-34AD-F98E-3271393A431E}"/>
          </ac:spMkLst>
        </pc:spChg>
      </pc:sldChg>
      <pc:sldChg chg="addSp delSp modSp add mod delAnim modAnim">
        <pc:chgData name="Tal R." userId="03e9e69c0e8a7741" providerId="LiveId" clId="{012321CB-D30F-40A1-894C-E46D43B30E68}" dt="2025-11-03T19:20:32.261" v="3070" actId="20577"/>
        <pc:sldMkLst>
          <pc:docMk/>
          <pc:sldMk cId="183189666" sldId="585"/>
        </pc:sldMkLst>
        <pc:spChg chg="mod">
          <ac:chgData name="Tal R." userId="03e9e69c0e8a7741" providerId="LiveId" clId="{012321CB-D30F-40A1-894C-E46D43B30E68}" dt="2025-11-03T19:12:18.527" v="2959" actId="20577"/>
          <ac:spMkLst>
            <pc:docMk/>
            <pc:sldMk cId="183189666" sldId="585"/>
            <ac:spMk id="2" creationId="{2DB7EE9D-76FB-201C-1720-1E18C6651C33}"/>
          </ac:spMkLst>
        </pc:spChg>
        <pc:spChg chg="add mod">
          <ac:chgData name="Tal R." userId="03e9e69c0e8a7741" providerId="LiveId" clId="{012321CB-D30F-40A1-894C-E46D43B30E68}" dt="2025-11-03T19:20:32.261" v="3070" actId="20577"/>
          <ac:spMkLst>
            <pc:docMk/>
            <pc:sldMk cId="183189666" sldId="585"/>
            <ac:spMk id="8" creationId="{FEF99B00-9D68-E537-8A9C-B658C6BD058F}"/>
          </ac:spMkLst>
        </pc:spChg>
        <pc:graphicFrameChg chg="add mod">
          <ac:chgData name="Tal R." userId="03e9e69c0e8a7741" providerId="LiveId" clId="{012321CB-D30F-40A1-894C-E46D43B30E68}" dt="2025-11-03T19:18:17.768" v="3003" actId="1035"/>
          <ac:graphicFrameMkLst>
            <pc:docMk/>
            <pc:sldMk cId="183189666" sldId="585"/>
            <ac:graphicFrameMk id="10" creationId="{B4907B73-2AFF-C51B-790E-CBD3D9FDE2D6}"/>
          </ac:graphicFrameMkLst>
        </pc:graphicFrameChg>
      </pc:sldChg>
      <pc:sldChg chg="addSp modSp add del mod ord addAnim delAnim modAnim">
        <pc:chgData name="Tal R." userId="03e9e69c0e8a7741" providerId="LiveId" clId="{012321CB-D30F-40A1-894C-E46D43B30E68}" dt="2025-11-03T19:35:18.175" v="3508"/>
        <pc:sldMkLst>
          <pc:docMk/>
          <pc:sldMk cId="2141188342" sldId="586"/>
        </pc:sldMkLst>
        <pc:spChg chg="mod">
          <ac:chgData name="Tal R." userId="03e9e69c0e8a7741" providerId="LiveId" clId="{012321CB-D30F-40A1-894C-E46D43B30E68}" dt="2025-11-03T19:32:02.479" v="3428" actId="20577"/>
          <ac:spMkLst>
            <pc:docMk/>
            <pc:sldMk cId="2141188342" sldId="586"/>
            <ac:spMk id="8" creationId="{A4A653D5-1ACF-0FB1-CE52-952607D39697}"/>
          </ac:spMkLst>
        </pc:spChg>
        <pc:cxnChg chg="add mod">
          <ac:chgData name="Tal R." userId="03e9e69c0e8a7741" providerId="LiveId" clId="{012321CB-D30F-40A1-894C-E46D43B30E68}" dt="2025-11-03T19:31:05.820" v="3399" actId="1036"/>
          <ac:cxnSpMkLst>
            <pc:docMk/>
            <pc:sldMk cId="2141188342" sldId="586"/>
            <ac:cxnSpMk id="3" creationId="{1C5A16CF-D2DA-1F97-A8D3-0DCE49CD974C}"/>
          </ac:cxnSpMkLst>
        </pc:cxnChg>
      </pc:sldChg>
      <pc:sldChg chg="delSp modSp add mod modAnim">
        <pc:chgData name="Tal R." userId="03e9e69c0e8a7741" providerId="LiveId" clId="{012321CB-D30F-40A1-894C-E46D43B30E68}" dt="2025-11-03T19:34:32.532" v="3483" actId="20577"/>
        <pc:sldMkLst>
          <pc:docMk/>
          <pc:sldMk cId="1470269939" sldId="588"/>
        </pc:sldMkLst>
        <pc:spChg chg="mod">
          <ac:chgData name="Tal R." userId="03e9e69c0e8a7741" providerId="LiveId" clId="{012321CB-D30F-40A1-894C-E46D43B30E68}" dt="2025-11-03T19:34:32.532" v="3483" actId="20577"/>
          <ac:spMkLst>
            <pc:docMk/>
            <pc:sldMk cId="1470269939" sldId="588"/>
            <ac:spMk id="8" creationId="{1D4EEF17-C622-7641-5844-189A834F0BCE}"/>
          </ac:spMkLst>
        </pc:spChg>
      </pc:sldChg>
      <pc:sldChg chg="modSp add mod addAnim delAnim modAnim">
        <pc:chgData name="Tal R." userId="03e9e69c0e8a7741" providerId="LiveId" clId="{012321CB-D30F-40A1-894C-E46D43B30E68}" dt="2025-11-03T19:39:35.750" v="3623" actId="113"/>
        <pc:sldMkLst>
          <pc:docMk/>
          <pc:sldMk cId="794272527" sldId="589"/>
        </pc:sldMkLst>
        <pc:spChg chg="mod">
          <ac:chgData name="Tal R." userId="03e9e69c0e8a7741" providerId="LiveId" clId="{012321CB-D30F-40A1-894C-E46D43B30E68}" dt="2025-11-03T19:39:35.750" v="3623" actId="113"/>
          <ac:spMkLst>
            <pc:docMk/>
            <pc:sldMk cId="794272527" sldId="589"/>
            <ac:spMk id="8" creationId="{F21EBFE0-51BE-4C1C-5564-F04423DAE305}"/>
          </ac:spMkLst>
        </pc:spChg>
      </pc:sldChg>
      <pc:sldChg chg="modSp add mod modTransition modAnim">
        <pc:chgData name="Tal R." userId="03e9e69c0e8a7741" providerId="LiveId" clId="{012321CB-D30F-40A1-894C-E46D43B30E68}" dt="2025-11-03T19:42:10.031" v="3657"/>
        <pc:sldMkLst>
          <pc:docMk/>
          <pc:sldMk cId="2287391348" sldId="590"/>
        </pc:sldMkLst>
        <pc:spChg chg="mod">
          <ac:chgData name="Tal R." userId="03e9e69c0e8a7741" providerId="LiveId" clId="{012321CB-D30F-40A1-894C-E46D43B30E68}" dt="2025-11-03T19:41:05.265" v="3654" actId="403"/>
          <ac:spMkLst>
            <pc:docMk/>
            <pc:sldMk cId="2287391348" sldId="590"/>
            <ac:spMk id="8" creationId="{34AB25DC-0AFE-ABA6-58CF-37BB8E446BC0}"/>
          </ac:spMkLst>
        </pc:spChg>
      </pc:sldChg>
      <pc:sldChg chg="modSp add mod">
        <pc:chgData name="Tal R." userId="03e9e69c0e8a7741" providerId="LiveId" clId="{012321CB-D30F-40A1-894C-E46D43B30E68}" dt="2025-11-03T19:42:34.702" v="3660" actId="27636"/>
        <pc:sldMkLst>
          <pc:docMk/>
          <pc:sldMk cId="2860074061" sldId="591"/>
        </pc:sldMkLst>
        <pc:spChg chg="mod">
          <ac:chgData name="Tal R." userId="03e9e69c0e8a7741" providerId="LiveId" clId="{012321CB-D30F-40A1-894C-E46D43B30E68}" dt="2025-11-03T19:42:34.702" v="3660" actId="27636"/>
          <ac:spMkLst>
            <pc:docMk/>
            <pc:sldMk cId="2860074061" sldId="591"/>
            <ac:spMk id="8" creationId="{DB3E8344-4A07-4257-1D8B-966C8A8BC762}"/>
          </ac:spMkLst>
        </pc:spChg>
      </pc:sldChg>
      <pc:sldChg chg="addSp modSp add mod modTransition addAnim delAnim modAnim">
        <pc:chgData name="Tal R." userId="03e9e69c0e8a7741" providerId="LiveId" clId="{012321CB-D30F-40A1-894C-E46D43B30E68}" dt="2025-11-03T19:53:18.310" v="3808"/>
        <pc:sldMkLst>
          <pc:docMk/>
          <pc:sldMk cId="2728878402" sldId="592"/>
        </pc:sldMkLst>
        <pc:spChg chg="mod">
          <ac:chgData name="Tal R." userId="03e9e69c0e8a7741" providerId="LiveId" clId="{012321CB-D30F-40A1-894C-E46D43B30E68}" dt="2025-11-03T19:51:39.139" v="3795" actId="6549"/>
          <ac:spMkLst>
            <pc:docMk/>
            <pc:sldMk cId="2728878402" sldId="592"/>
            <ac:spMk id="8" creationId="{44D2B708-F264-6881-7407-3AAC13F9E3EE}"/>
          </ac:spMkLst>
        </pc:spChg>
        <pc:spChg chg="add mod">
          <ac:chgData name="Tal R." userId="03e9e69c0e8a7741" providerId="LiveId" clId="{012321CB-D30F-40A1-894C-E46D43B30E68}" dt="2025-11-03T19:52:05.425" v="3804" actId="1035"/>
          <ac:spMkLst>
            <pc:docMk/>
            <pc:sldMk cId="2728878402" sldId="592"/>
            <ac:spMk id="9" creationId="{D413E7C0-476C-0343-1E0E-70849B962FCB}"/>
          </ac:spMkLst>
        </pc:spChg>
        <pc:cxnChg chg="add mod">
          <ac:chgData name="Tal R." userId="03e9e69c0e8a7741" providerId="LiveId" clId="{012321CB-D30F-40A1-894C-E46D43B30E68}" dt="2025-11-03T19:52:02.708" v="3802" actId="1036"/>
          <ac:cxnSpMkLst>
            <pc:docMk/>
            <pc:sldMk cId="2728878402" sldId="592"/>
            <ac:cxnSpMk id="3" creationId="{D982B191-C477-6EF7-A73D-B37D5B74312E}"/>
          </ac:cxnSpMkLst>
        </pc:cxnChg>
      </pc:sldChg>
      <pc:sldChg chg="delSp modSp add mod addAnim delAnim modAnim">
        <pc:chgData name="Tal R." userId="03e9e69c0e8a7741" providerId="LiveId" clId="{012321CB-D30F-40A1-894C-E46D43B30E68}" dt="2025-11-06T15:01:14.493" v="4799"/>
        <pc:sldMkLst>
          <pc:docMk/>
          <pc:sldMk cId="180134454" sldId="599"/>
        </pc:sldMkLst>
        <pc:spChg chg="mod">
          <ac:chgData name="Tal R." userId="03e9e69c0e8a7741" providerId="LiveId" clId="{012321CB-D30F-40A1-894C-E46D43B30E68}" dt="2025-11-06T15:00:57.937" v="4797" actId="1035"/>
          <ac:spMkLst>
            <pc:docMk/>
            <pc:sldMk cId="180134454" sldId="599"/>
            <ac:spMk id="8" creationId="{FB857190-328A-22A6-F31C-A7E4C751B1D7}"/>
          </ac:spMkLst>
        </pc:spChg>
      </pc:sldChg>
      <pc:sldChg chg="addSp delSp modSp add mod modTransition addAnim delAnim modAnim">
        <pc:chgData name="Tal R." userId="03e9e69c0e8a7741" providerId="LiveId" clId="{012321CB-D30F-40A1-894C-E46D43B30E68}" dt="2025-11-08T18:56:26.488" v="6615" actId="113"/>
        <pc:sldMkLst>
          <pc:docMk/>
          <pc:sldMk cId="1915637229" sldId="600"/>
        </pc:sldMkLst>
        <pc:spChg chg="add mod">
          <ac:chgData name="Tal R." userId="03e9e69c0e8a7741" providerId="LiveId" clId="{012321CB-D30F-40A1-894C-E46D43B30E68}" dt="2025-11-06T15:10:45.020" v="4947" actId="1037"/>
          <ac:spMkLst>
            <pc:docMk/>
            <pc:sldMk cId="1915637229" sldId="600"/>
            <ac:spMk id="6" creationId="{B2F18744-D031-3C54-938F-80837E289A1B}"/>
          </ac:spMkLst>
        </pc:spChg>
        <pc:spChg chg="mod">
          <ac:chgData name="Tal R." userId="03e9e69c0e8a7741" providerId="LiveId" clId="{012321CB-D30F-40A1-894C-E46D43B30E68}" dt="2025-11-08T18:56:26.488" v="6615" actId="113"/>
          <ac:spMkLst>
            <pc:docMk/>
            <pc:sldMk cId="1915637229" sldId="600"/>
            <ac:spMk id="8" creationId="{715A1844-61CF-BBD0-9EAF-AA25F1529E6F}"/>
          </ac:spMkLst>
        </pc:spChg>
        <pc:spChg chg="add mod">
          <ac:chgData name="Tal R." userId="03e9e69c0e8a7741" providerId="LiveId" clId="{012321CB-D30F-40A1-894C-E46D43B30E68}" dt="2025-11-06T15:10:22.851" v="4924" actId="1076"/>
          <ac:spMkLst>
            <pc:docMk/>
            <pc:sldMk cId="1915637229" sldId="600"/>
            <ac:spMk id="10" creationId="{B87D8D19-82B4-75B7-EEAA-D36B7A3C9ACA}"/>
          </ac:spMkLst>
        </pc:spChg>
        <pc:spChg chg="add mod">
          <ac:chgData name="Tal R." userId="03e9e69c0e8a7741" providerId="LiveId" clId="{012321CB-D30F-40A1-894C-E46D43B30E68}" dt="2025-11-06T15:11:06.595" v="4960" actId="1037"/>
          <ac:spMkLst>
            <pc:docMk/>
            <pc:sldMk cId="1915637229" sldId="600"/>
            <ac:spMk id="11" creationId="{45A95EC9-33D2-4AD9-6E8F-85B7B1A2831E}"/>
          </ac:spMkLst>
        </pc:spChg>
      </pc:sldChg>
      <pc:sldChg chg="delSp modSp add mod delAnim">
        <pc:chgData name="Tal R." userId="03e9e69c0e8a7741" providerId="LiveId" clId="{012321CB-D30F-40A1-894C-E46D43B30E68}" dt="2025-11-06T17:22:37.757" v="5257" actId="20577"/>
        <pc:sldMkLst>
          <pc:docMk/>
          <pc:sldMk cId="2526927254" sldId="601"/>
        </pc:sldMkLst>
        <pc:spChg chg="mod">
          <ac:chgData name="Tal R." userId="03e9e69c0e8a7741" providerId="LiveId" clId="{012321CB-D30F-40A1-894C-E46D43B30E68}" dt="2025-11-06T17:12:41.504" v="5003" actId="20577"/>
          <ac:spMkLst>
            <pc:docMk/>
            <pc:sldMk cId="2526927254" sldId="601"/>
            <ac:spMk id="2" creationId="{64114851-B752-AE9E-5AB2-84B174315A57}"/>
          </ac:spMkLst>
        </pc:spChg>
        <pc:spChg chg="mod">
          <ac:chgData name="Tal R." userId="03e9e69c0e8a7741" providerId="LiveId" clId="{012321CB-D30F-40A1-894C-E46D43B30E68}" dt="2025-11-06T17:22:37.757" v="5257" actId="20577"/>
          <ac:spMkLst>
            <pc:docMk/>
            <pc:sldMk cId="2526927254" sldId="601"/>
            <ac:spMk id="8" creationId="{7B3FCB08-D8DE-AAA8-6431-FDE1AA38F1CA}"/>
          </ac:spMkLst>
        </pc:spChg>
      </pc:sldChg>
      <pc:sldChg chg="modSp add mod">
        <pc:chgData name="Tal R." userId="03e9e69c0e8a7741" providerId="LiveId" clId="{012321CB-D30F-40A1-894C-E46D43B30E68}" dt="2025-11-08T18:33:49.759" v="5792" actId="20577"/>
        <pc:sldMkLst>
          <pc:docMk/>
          <pc:sldMk cId="2847878457" sldId="602"/>
        </pc:sldMkLst>
        <pc:spChg chg="mod">
          <ac:chgData name="Tal R." userId="03e9e69c0e8a7741" providerId="LiveId" clId="{012321CB-D30F-40A1-894C-E46D43B30E68}" dt="2025-11-06T17:24:17.031" v="5319" actId="20577"/>
          <ac:spMkLst>
            <pc:docMk/>
            <pc:sldMk cId="2847878457" sldId="602"/>
            <ac:spMk id="2" creationId="{BEEF47BA-5EBD-7612-D2C2-624BFD6E35BA}"/>
          </ac:spMkLst>
        </pc:spChg>
        <pc:spChg chg="mod">
          <ac:chgData name="Tal R." userId="03e9e69c0e8a7741" providerId="LiveId" clId="{012321CB-D30F-40A1-894C-E46D43B30E68}" dt="2025-11-08T18:33:49.759" v="5792" actId="20577"/>
          <ac:spMkLst>
            <pc:docMk/>
            <pc:sldMk cId="2847878457" sldId="602"/>
            <ac:spMk id="8" creationId="{36D38C1C-9A03-AFA4-AE22-F7F427DD5CBF}"/>
          </ac:spMkLst>
        </pc:spChg>
      </pc:sldChg>
      <pc:sldChg chg="modSp add mod">
        <pc:chgData name="Tal R." userId="03e9e69c0e8a7741" providerId="LiveId" clId="{012321CB-D30F-40A1-894C-E46D43B30E68}" dt="2025-11-06T17:27:06.883" v="5439" actId="20577"/>
        <pc:sldMkLst>
          <pc:docMk/>
          <pc:sldMk cId="2860075427" sldId="603"/>
        </pc:sldMkLst>
        <pc:spChg chg="mod">
          <ac:chgData name="Tal R." userId="03e9e69c0e8a7741" providerId="LiveId" clId="{012321CB-D30F-40A1-894C-E46D43B30E68}" dt="2025-11-06T17:25:00.154" v="5336" actId="20577"/>
          <ac:spMkLst>
            <pc:docMk/>
            <pc:sldMk cId="2860075427" sldId="603"/>
            <ac:spMk id="2" creationId="{F43060ED-306E-8103-8FA4-BDF237D57147}"/>
          </ac:spMkLst>
        </pc:spChg>
        <pc:spChg chg="mod">
          <ac:chgData name="Tal R." userId="03e9e69c0e8a7741" providerId="LiveId" clId="{012321CB-D30F-40A1-894C-E46D43B30E68}" dt="2025-11-06T17:27:06.883" v="5439" actId="20577"/>
          <ac:spMkLst>
            <pc:docMk/>
            <pc:sldMk cId="2860075427" sldId="603"/>
            <ac:spMk id="8" creationId="{D2B9FDB4-C909-4408-DD40-60ADDC332883}"/>
          </ac:spMkLst>
        </pc:spChg>
      </pc:sldChg>
      <pc:sldChg chg="modSp">
        <pc:chgData name="Tal R." userId="03e9e69c0e8a7741" providerId="LiveId" clId="{012321CB-D30F-40A1-894C-E46D43B30E68}" dt="2025-11-11T19:18:10.095" v="6651" actId="20577"/>
        <pc:sldMkLst>
          <pc:docMk/>
          <pc:sldMk cId="2846146594" sldId="607"/>
        </pc:sldMkLst>
        <pc:spChg chg="mod">
          <ac:chgData name="Tal R." userId="03e9e69c0e8a7741" providerId="LiveId" clId="{012321CB-D30F-40A1-894C-E46D43B30E68}" dt="2025-11-11T19:18:10.095" v="6651" actId="20577"/>
          <ac:spMkLst>
            <pc:docMk/>
            <pc:sldMk cId="2846146594" sldId="607"/>
            <ac:spMk id="4" creationId="{2143DD19-4311-135A-D5B5-EF37BCE96E22}"/>
          </ac:spMkLst>
        </pc:spChg>
      </pc:sldChg>
      <pc:sldChg chg="modSp">
        <pc:chgData name="Tal R." userId="03e9e69c0e8a7741" providerId="LiveId" clId="{012321CB-D30F-40A1-894C-E46D43B30E68}" dt="2025-11-11T19:18:47.725" v="6652" actId="20577"/>
        <pc:sldMkLst>
          <pc:docMk/>
          <pc:sldMk cId="719623835" sldId="608"/>
        </pc:sldMkLst>
        <pc:spChg chg="mod">
          <ac:chgData name="Tal R." userId="03e9e69c0e8a7741" providerId="LiveId" clId="{012321CB-D30F-40A1-894C-E46D43B30E68}" dt="2025-11-11T19:18:47.725" v="6652" actId="20577"/>
          <ac:spMkLst>
            <pc:docMk/>
            <pc:sldMk cId="719623835" sldId="608"/>
            <ac:spMk id="4" creationId="{70A79B3B-2C57-BA78-67C6-733B6F2B5E39}"/>
          </ac:spMkLst>
        </pc:spChg>
      </pc:sldChg>
      <pc:sldMasterChg chg="delSp modSp mod addSldLayout delSldLayout modSldLayout">
        <pc:chgData name="Tal R." userId="03e9e69c0e8a7741" providerId="LiveId" clId="{012321CB-D30F-40A1-894C-E46D43B30E68}" dt="2025-11-03T19:02:04.386" v="2684" actId="47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01T20:34:14.649" v="138" actId="1076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03T18:56:04.852" v="2619" actId="21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01T20:37:16.061" v="210" actId="1076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03T18:56:04.852" v="2619" actId="21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</pc:sldLayoutChg>
        <pc:sldLayoutChg chg="addSp delSp mod">
          <pc:chgData name="Tal R." userId="03e9e69c0e8a7741" providerId="LiveId" clId="{012321CB-D30F-40A1-894C-E46D43B30E68}" dt="2025-11-01T20:32:49.183" v="131" actId="478"/>
          <pc:sldLayoutMkLst>
            <pc:docMk/>
            <pc:sldMasterMk cId="443307082" sldId="2147483648"/>
            <pc:sldLayoutMk cId="2285841394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/>
              <a:t>11/11/2025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470E-428A-49A2-9F21-2FC2656C022F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55DA9-2505-44F6-AA4C-A32366DA15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3338999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59" y="549275"/>
            <a:ext cx="7830241" cy="2789724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4" y="458966"/>
            <a:ext cx="7830241" cy="72000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063" y="1719263"/>
            <a:ext cx="7831137" cy="4859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>
                <a:latin typeface="Calibri" panose="020F0502020204030204" pitchFamily="34" charset="0"/>
                <a:cs typeface="Rubik" pitchFamily="2" charset="-79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701955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ב: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מצביעים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EC8B0-59FC-9EFF-4823-E7A11C9A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DA9A-FA3E-F08A-BBDA-CC040C584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מבנה ה </a:t>
            </a:r>
            <a:r>
              <a:rPr lang="en-US" dirty="0">
                <a:latin typeface="Rubik" pitchFamily="2" charset="-79"/>
              </a:rPr>
              <a:t>RAM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D5B80-00A3-4AA5-44A4-CF0D81A2EB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2978994"/>
            <a:ext cx="7831137" cy="3599605"/>
          </a:xfrm>
        </p:spPr>
        <p:txBody>
          <a:bodyPr>
            <a:normAutofit lnSpcReduction="10000"/>
          </a:bodyPr>
          <a:lstStyle/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זיכרון המחשב (</a:t>
            </a:r>
            <a:r>
              <a:rPr lang="en-US" dirty="0">
                <a:solidFill>
                  <a:srgbClr val="000000"/>
                </a:solidFill>
                <a:latin typeface="Rubik" pitchFamily="2" charset="-79"/>
              </a:rPr>
              <a:t>RAM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) הוא </a:t>
            </a:r>
            <a:r>
              <a:rPr lang="he-IL" sz="3200" u="sng" dirty="0">
                <a:solidFill>
                  <a:srgbClr val="000000"/>
                </a:solidFill>
                <a:latin typeface="Rubik" pitchFamily="2" charset="-79"/>
              </a:rPr>
              <a:t>סדרה של ביטים</a:t>
            </a:r>
          </a:p>
          <a:p>
            <a:pPr algn="r">
              <a:spcBef>
                <a:spcPts val="600"/>
              </a:spcBef>
            </a:pPr>
            <a:endParaRPr lang="he-IL" sz="32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לכל ביט יש ערך 0 או 1</a:t>
            </a:r>
          </a:p>
          <a:p>
            <a:pPr>
              <a:spcBef>
                <a:spcPts val="600"/>
              </a:spcBef>
            </a:pPr>
            <a:endParaRPr lang="he-IL" sz="32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הזיכרון מחולק לתאים</a:t>
            </a: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he-IL" sz="32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כל תא הוא </a:t>
            </a:r>
            <a:r>
              <a:rPr lang="he-IL" sz="3200" u="sng" dirty="0">
                <a:solidFill>
                  <a:srgbClr val="000000"/>
                </a:solidFill>
                <a:latin typeface="Rubik" pitchFamily="2" charset="-79"/>
              </a:rPr>
              <a:t>בגודל 8 ביטים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 (בית </a:t>
            </a:r>
            <a:r>
              <a:rPr lang="en-US" sz="3200" dirty="0">
                <a:solidFill>
                  <a:srgbClr val="000000"/>
                </a:solidFill>
                <a:latin typeface="Rubik" pitchFamily="2" charset="-79"/>
              </a:rPr>
              <a:t>byte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 אחד)</a:t>
            </a:r>
            <a:endParaRPr lang="he-IL" sz="3200" u="sng" dirty="0">
              <a:solidFill>
                <a:srgbClr val="000000"/>
              </a:solidFill>
              <a:latin typeface="Rubik" pitchFamily="2" charset="-79"/>
            </a:endParaRPr>
          </a:p>
        </p:txBody>
      </p:sp>
      <p:graphicFrame>
        <p:nvGraphicFramePr>
          <p:cNvPr id="7" name="Memory -2">
            <a:extLst>
              <a:ext uri="{FF2B5EF4-FFF2-40B4-BE49-F238E27FC236}">
                <a16:creationId xmlns:a16="http://schemas.microsoft.com/office/drawing/2014/main" id="{9C094FF6-3891-92A8-4754-DA3D59CFB9EC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3" name="Memory -1">
            <a:extLst>
              <a:ext uri="{FF2B5EF4-FFF2-40B4-BE49-F238E27FC236}">
                <a16:creationId xmlns:a16="http://schemas.microsoft.com/office/drawing/2014/main" id="{22B0A1D7-0CC9-DEC7-76C9-49428628008C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6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C1C5-4286-7EF9-7213-84E80708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AA04-1626-9B60-CF78-D065D09F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מבנה ה </a:t>
            </a:r>
            <a:r>
              <a:rPr lang="en-US" dirty="0">
                <a:latin typeface="Rubik" pitchFamily="2" charset="-79"/>
              </a:rPr>
              <a:t>RAM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7BC4E-67F3-4B12-FA2E-579E8314583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3338999"/>
            <a:ext cx="7831137" cy="3239600"/>
          </a:xfrm>
        </p:spPr>
        <p:txBody>
          <a:bodyPr>
            <a:normAutofit/>
          </a:bodyPr>
          <a:lstStyle/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לכל תא יש </a:t>
            </a:r>
            <a:r>
              <a:rPr lang="he-IL" sz="3200" u="sng" dirty="0">
                <a:solidFill>
                  <a:srgbClr val="000000"/>
                </a:solidFill>
                <a:latin typeface="Rubik" pitchFamily="2" charset="-79"/>
              </a:rPr>
              <a:t>מספר סידורי 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(מתחיל מ 0)</a:t>
            </a:r>
          </a:p>
          <a:p>
            <a:pPr algn="r">
              <a:spcBef>
                <a:spcPts val="600"/>
              </a:spcBef>
            </a:pPr>
            <a:endParaRPr lang="he-IL" sz="32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המספר הסידורי הוא </a:t>
            </a:r>
            <a:r>
              <a:rPr lang="he-IL" sz="3200" u="sng" dirty="0">
                <a:solidFill>
                  <a:srgbClr val="000000"/>
                </a:solidFill>
                <a:latin typeface="Rubik" pitchFamily="2" charset="-79"/>
              </a:rPr>
              <a:t>הכתובת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 של התא</a:t>
            </a:r>
          </a:p>
          <a:p>
            <a:pPr algn="r">
              <a:spcBef>
                <a:spcPts val="1800"/>
              </a:spcBef>
            </a:pPr>
            <a:endParaRPr lang="he-IL" sz="1400" dirty="0">
              <a:solidFill>
                <a:srgbClr val="000000"/>
              </a:solidFill>
              <a:latin typeface="Rubik" pitchFamily="2" charset="-79"/>
            </a:endParaRPr>
          </a:p>
          <a:p>
            <a:pPr algn="r">
              <a:spcBef>
                <a:spcPts val="1800"/>
              </a:spcBef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  <a:t> הערה: 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בהתחלה בכל הביטים יש 0</a:t>
            </a:r>
          </a:p>
        </p:txBody>
      </p:sp>
      <p:graphicFrame>
        <p:nvGraphicFramePr>
          <p:cNvPr id="7" name="Memory -2">
            <a:extLst>
              <a:ext uri="{FF2B5EF4-FFF2-40B4-BE49-F238E27FC236}">
                <a16:creationId xmlns:a16="http://schemas.microsoft.com/office/drawing/2014/main" id="{89D14D44-DB72-DAAC-1B39-FA64766E747A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3" name="Memory -1">
            <a:extLst>
              <a:ext uri="{FF2B5EF4-FFF2-40B4-BE49-F238E27FC236}">
                <a16:creationId xmlns:a16="http://schemas.microsoft.com/office/drawing/2014/main" id="{2B8B4CF1-CFC0-A671-D6F0-66A3CF496C6A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9" name="Memory">
            <a:extLst>
              <a:ext uri="{FF2B5EF4-FFF2-40B4-BE49-F238E27FC236}">
                <a16:creationId xmlns:a16="http://schemas.microsoft.com/office/drawing/2014/main" id="{B5902877-2CE2-D06F-6A18-F61ED0FB1902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⋯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08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F4B9-DC91-5A6F-378F-44E1A4F6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EE9D-76FB-201C-1720-1E18C665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משתנים בתוכנית</a:t>
            </a:r>
            <a:endParaRPr lang="en-US" dirty="0"/>
          </a:p>
        </p:txBody>
      </p:sp>
      <p:graphicFrame>
        <p:nvGraphicFramePr>
          <p:cNvPr id="7" name="Memory -2">
            <a:extLst>
              <a:ext uri="{FF2B5EF4-FFF2-40B4-BE49-F238E27FC236}">
                <a16:creationId xmlns:a16="http://schemas.microsoft.com/office/drawing/2014/main" id="{793E0497-2D27-B40B-998B-CA3D136571B2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78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3" name="Memory -1">
            <a:extLst>
              <a:ext uri="{FF2B5EF4-FFF2-40B4-BE49-F238E27FC236}">
                <a16:creationId xmlns:a16="http://schemas.microsoft.com/office/drawing/2014/main" id="{027BF904-5A8C-3ED8-A781-CA5171B08D09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9" name="Memory">
            <a:extLst>
              <a:ext uri="{FF2B5EF4-FFF2-40B4-BE49-F238E27FC236}">
                <a16:creationId xmlns:a16="http://schemas.microsoft.com/office/drawing/2014/main" id="{4E3FD421-C406-850F-B849-43472F38A36E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⋯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EF99B00-9D68-E537-8A9C-B658C6BD058F}"/>
              </a:ext>
            </a:extLst>
          </p:cNvPr>
          <p:cNvSpPr txBox="1">
            <a:spLocks/>
          </p:cNvSpPr>
          <p:nvPr/>
        </p:nvSpPr>
        <p:spPr>
          <a:xfrm>
            <a:off x="4031994" y="3200160"/>
            <a:ext cx="4680206" cy="3378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he-IL" sz="3600" dirty="0">
                <a:solidFill>
                  <a:srgbClr val="000000"/>
                </a:solidFill>
                <a:latin typeface="Rubik" pitchFamily="2" charset="-79"/>
              </a:rPr>
              <a:t>משתנה בתוכנית מייצג:</a:t>
            </a:r>
          </a:p>
          <a:p>
            <a:pPr marL="1028700" lvl="1" indent="-342900" algn="r" rtl="1">
              <a:spcBef>
                <a:spcPts val="1200"/>
              </a:spcBef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גודל (מספר בתים)</a:t>
            </a:r>
          </a:p>
          <a:p>
            <a:pPr marL="1028700" lvl="1" indent="-342900" algn="r" rtl="1">
              <a:spcBef>
                <a:spcPts val="1200"/>
              </a:spcBef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סוג נתונים</a:t>
            </a:r>
          </a:p>
          <a:p>
            <a:pPr marL="1028700" lvl="1" indent="-342900" algn="r" rtl="1">
              <a:spcBef>
                <a:spcPts val="1200"/>
              </a:spcBef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כתובת בזיכרון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907B73-2AFF-C51B-790E-CBD3D9FDE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91448"/>
              </p:ext>
            </p:extLst>
          </p:nvPr>
        </p:nvGraphicFramePr>
        <p:xfrm>
          <a:off x="1061961" y="3158997"/>
          <a:ext cx="2430027" cy="21234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506540">
                  <a:extLst>
                    <a:ext uri="{9D8B030D-6E8A-4147-A177-3AD203B41FA5}">
                      <a16:colId xmlns:a16="http://schemas.microsoft.com/office/drawing/2014/main" val="814474584"/>
                    </a:ext>
                  </a:extLst>
                </a:gridCol>
                <a:gridCol w="1113478">
                  <a:extLst>
                    <a:ext uri="{9D8B030D-6E8A-4147-A177-3AD203B41FA5}">
                      <a16:colId xmlns:a16="http://schemas.microsoft.com/office/drawing/2014/main" val="2015580050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173639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שם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טיפוס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כתובת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0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 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8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4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8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306E7-969A-5B85-EB36-0C0C0AEB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8434-8070-C215-F343-5B91F560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משתנים בתוכנית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A3D73-6E41-4D36-2252-E8C578882E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41993" y="2708992"/>
            <a:ext cx="4770207" cy="3869608"/>
          </a:xfrm>
        </p:spPr>
        <p:txBody>
          <a:bodyPr>
            <a:normAutofit/>
          </a:bodyPr>
          <a:lstStyle/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he-IL" sz="32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הגודל וסוג הנתונים נקבעים ע"י </a:t>
            </a:r>
            <a:r>
              <a:rPr lang="he-IL" sz="3200" u="sng" dirty="0">
                <a:solidFill>
                  <a:srgbClr val="000000"/>
                </a:solidFill>
                <a:latin typeface="Rubik" pitchFamily="2" charset="-79"/>
              </a:rPr>
              <a:t>הטיפוס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 של המשתנה.</a:t>
            </a:r>
          </a:p>
          <a:p>
            <a:pPr algn="r">
              <a:spcBef>
                <a:spcPts val="600"/>
              </a:spcBef>
            </a:pPr>
            <a:endParaRPr lang="he-IL" sz="32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בזמן </a:t>
            </a:r>
            <a:r>
              <a:rPr lang="he-IL" sz="3200" u="sng" dirty="0">
                <a:solidFill>
                  <a:srgbClr val="000000"/>
                </a:solidFill>
                <a:latin typeface="Rubik" pitchFamily="2" charset="-79"/>
              </a:rPr>
              <a:t>הקומפילציה</a:t>
            </a:r>
            <a:r>
              <a:rPr lang="he-IL" sz="3200" dirty="0">
                <a:solidFill>
                  <a:srgbClr val="000000"/>
                </a:solidFill>
                <a:latin typeface="Rubik" pitchFamily="2" charset="-79"/>
              </a:rPr>
              <a:t> נשמר מידע על כל משתנה.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CBCA6C-A994-E0F3-D07F-161ACC6A0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84389"/>
              </p:ext>
            </p:extLst>
          </p:nvPr>
        </p:nvGraphicFramePr>
        <p:xfrm>
          <a:off x="1061961" y="3158997"/>
          <a:ext cx="2430027" cy="21234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506540">
                  <a:extLst>
                    <a:ext uri="{9D8B030D-6E8A-4147-A177-3AD203B41FA5}">
                      <a16:colId xmlns:a16="http://schemas.microsoft.com/office/drawing/2014/main" val="814474584"/>
                    </a:ext>
                  </a:extLst>
                </a:gridCol>
                <a:gridCol w="1113478">
                  <a:extLst>
                    <a:ext uri="{9D8B030D-6E8A-4147-A177-3AD203B41FA5}">
                      <a16:colId xmlns:a16="http://schemas.microsoft.com/office/drawing/2014/main" val="2015580050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173639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שם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טיפוס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כתובת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0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 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8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45054"/>
                  </a:ext>
                </a:extLst>
              </a:tr>
            </a:tbl>
          </a:graphicData>
        </a:graphic>
      </p:graphicFrame>
      <p:graphicFrame>
        <p:nvGraphicFramePr>
          <p:cNvPr id="3" name="Memory">
            <a:extLst>
              <a:ext uri="{FF2B5EF4-FFF2-40B4-BE49-F238E27FC236}">
                <a16:creationId xmlns:a16="http://schemas.microsoft.com/office/drawing/2014/main" id="{F8538A45-C8AF-528E-A00C-98B4E265C4AB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⋯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46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9C9CE-5C99-8C00-5E1C-4E9892DFF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D4F0-4CA1-29B9-A664-8FED372B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משתנים בתוכנית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AF06C-D1E2-9CA9-4F98-5968CA04F3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2798992"/>
            <a:ext cx="7831137" cy="377960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כלומר – הקומפיילר יודע: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שם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טיפוס (סוג הנתונים וגודל)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כתובת</a:t>
            </a:r>
          </a:p>
          <a:p>
            <a:pPr>
              <a:spcBef>
                <a:spcPts val="1200"/>
              </a:spcBef>
            </a:pPr>
            <a:r>
              <a:rPr lang="he-IL" u="sng" dirty="0">
                <a:solidFill>
                  <a:srgbClr val="000000"/>
                </a:solidFill>
                <a:latin typeface="Rubik" pitchFamily="2" charset="-79"/>
              </a:rPr>
              <a:t>מתרגם</a:t>
            </a: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 את זה לפקודות מתאימות </a:t>
            </a:r>
            <a:br>
              <a:rPr lang="en-US" dirty="0">
                <a:solidFill>
                  <a:srgbClr val="000000"/>
                </a:solidFill>
                <a:latin typeface="Rubik" pitchFamily="2" charset="-79"/>
              </a:rPr>
            </a:b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בשפת מכונה.</a:t>
            </a:r>
          </a:p>
          <a:p>
            <a:pPr>
              <a:spcBef>
                <a:spcPts val="1200"/>
              </a:spcBef>
            </a:pPr>
            <a:endParaRPr lang="he-IL" dirty="0">
              <a:solidFill>
                <a:srgbClr val="000000"/>
              </a:solidFill>
              <a:latin typeface="Rubik" pitchFamily="2" charset="-79"/>
            </a:endParaRPr>
          </a:p>
        </p:txBody>
      </p:sp>
      <p:graphicFrame>
        <p:nvGraphicFramePr>
          <p:cNvPr id="3" name="Memory">
            <a:extLst>
              <a:ext uri="{FF2B5EF4-FFF2-40B4-BE49-F238E27FC236}">
                <a16:creationId xmlns:a16="http://schemas.microsoft.com/office/drawing/2014/main" id="{52087497-4A88-FD5E-8B95-75257169763D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⋯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C9169C-347B-E790-7B3A-E1E7F9A4C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896656"/>
              </p:ext>
            </p:extLst>
          </p:nvPr>
        </p:nvGraphicFramePr>
        <p:xfrm>
          <a:off x="1061961" y="3158997"/>
          <a:ext cx="2430027" cy="21234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506540">
                  <a:extLst>
                    <a:ext uri="{9D8B030D-6E8A-4147-A177-3AD203B41FA5}">
                      <a16:colId xmlns:a16="http://schemas.microsoft.com/office/drawing/2014/main" val="814474584"/>
                    </a:ext>
                  </a:extLst>
                </a:gridCol>
                <a:gridCol w="1113478">
                  <a:extLst>
                    <a:ext uri="{9D8B030D-6E8A-4147-A177-3AD203B41FA5}">
                      <a16:colId xmlns:a16="http://schemas.microsoft.com/office/drawing/2014/main" val="2015580050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173639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שם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טיפוס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כתובת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0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 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8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4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77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52FF-F27F-7426-AA18-47005E78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EBE6-819D-D187-29A8-8F2C0E6D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משתנים בזמן ריצה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F5161-4139-3DC1-8CB9-D3D0739028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2978994"/>
            <a:ext cx="7831137" cy="359960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המחשב לא "מודע" למשתנים. </a:t>
            </a:r>
          </a:p>
          <a:p>
            <a:pPr>
              <a:spcBef>
                <a:spcPts val="600"/>
              </a:spcBef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פקודות בשפת מכונה: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לקרוא ולכתוב ערכים</a:t>
            </a:r>
            <a:br>
              <a:rPr lang="en-US" dirty="0">
                <a:solidFill>
                  <a:srgbClr val="000000"/>
                </a:solidFill>
                <a:latin typeface="Rubik" pitchFamily="2" charset="-79"/>
              </a:rPr>
            </a:br>
            <a:r>
              <a:rPr lang="he-IL" i="1" dirty="0">
                <a:solidFill>
                  <a:schemeClr val="accent1">
                    <a:lumMod val="75000"/>
                  </a:schemeClr>
                </a:solidFill>
                <a:latin typeface="Rubik" pitchFamily="2" charset="-79"/>
              </a:rPr>
              <a:t>"קרא 4 בתים מכתובת 4 עד 7"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לבצע פעולות בשיטות שונות</a:t>
            </a:r>
            <a:br>
              <a:rPr lang="en-US" dirty="0">
                <a:solidFill>
                  <a:srgbClr val="000000"/>
                </a:solidFill>
                <a:latin typeface="Rubik" pitchFamily="2" charset="-79"/>
              </a:rPr>
            </a:br>
            <a:r>
              <a:rPr lang="he-IL" i="1" dirty="0">
                <a:solidFill>
                  <a:schemeClr val="accent1">
                    <a:lumMod val="75000"/>
                  </a:schemeClr>
                </a:solidFill>
                <a:latin typeface="Rubik" pitchFamily="2" charset="-79"/>
              </a:rPr>
              <a:t>"בהנחה שזה שלם עם סימן, חלק את הערך הזה ב 3"</a:t>
            </a:r>
            <a:br>
              <a:rPr lang="en-US" i="1" dirty="0">
                <a:solidFill>
                  <a:schemeClr val="accent1">
                    <a:lumMod val="75000"/>
                  </a:schemeClr>
                </a:solidFill>
                <a:latin typeface="Rubik" pitchFamily="2" charset="-79"/>
              </a:rPr>
            </a:br>
            <a:r>
              <a:rPr lang="he-IL" i="1" dirty="0">
                <a:solidFill>
                  <a:schemeClr val="accent1">
                    <a:lumMod val="75000"/>
                  </a:schemeClr>
                </a:solidFill>
                <a:latin typeface="Rubik" pitchFamily="2" charset="-79"/>
              </a:rPr>
              <a:t>(בשיטת חלוקה של שלמים עם סימן)</a:t>
            </a:r>
          </a:p>
        </p:txBody>
      </p:sp>
      <p:graphicFrame>
        <p:nvGraphicFramePr>
          <p:cNvPr id="3" name="Memory">
            <a:extLst>
              <a:ext uri="{FF2B5EF4-FFF2-40B4-BE49-F238E27FC236}">
                <a16:creationId xmlns:a16="http://schemas.microsoft.com/office/drawing/2014/main" id="{8E4C2CF7-3D32-FD04-78CB-92A3C076F07F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⋯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CC8070-B352-FAA3-1D65-84CBA7F57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275954"/>
              </p:ext>
            </p:extLst>
          </p:nvPr>
        </p:nvGraphicFramePr>
        <p:xfrm>
          <a:off x="1061961" y="3158997"/>
          <a:ext cx="2430027" cy="2123440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506540">
                  <a:extLst>
                    <a:ext uri="{9D8B030D-6E8A-4147-A177-3AD203B41FA5}">
                      <a16:colId xmlns:a16="http://schemas.microsoft.com/office/drawing/2014/main" val="814474584"/>
                    </a:ext>
                  </a:extLst>
                </a:gridCol>
                <a:gridCol w="1113478">
                  <a:extLst>
                    <a:ext uri="{9D8B030D-6E8A-4147-A177-3AD203B41FA5}">
                      <a16:colId xmlns:a16="http://schemas.microsoft.com/office/drawing/2014/main" val="2015580050"/>
                    </a:ext>
                  </a:extLst>
                </a:gridCol>
                <a:gridCol w="810009">
                  <a:extLst>
                    <a:ext uri="{9D8B030D-6E8A-4147-A177-3AD203B41FA5}">
                      <a16:colId xmlns:a16="http://schemas.microsoft.com/office/drawing/2014/main" val="1173639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שם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טיפוס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כתובת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40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unsigned char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8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54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31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5AC8-6C5F-5973-4286-0A08DF70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CB21-BEFB-C7D8-083E-D954D0EA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ייצוג בבסיס 16</a:t>
            </a:r>
            <a:endParaRPr lang="en-US" dirty="0"/>
          </a:p>
        </p:txBody>
      </p:sp>
      <p:graphicFrame>
        <p:nvGraphicFramePr>
          <p:cNvPr id="42" name="Memory">
            <a:extLst>
              <a:ext uri="{FF2B5EF4-FFF2-40B4-BE49-F238E27FC236}">
                <a16:creationId xmlns:a16="http://schemas.microsoft.com/office/drawing/2014/main" id="{E0AEC6ED-16A0-D929-F201-37010FF621F5}"/>
              </a:ext>
            </a:extLst>
          </p:cNvPr>
          <p:cNvGraphicFramePr>
            <a:graphicFrameLocks noGrp="1"/>
          </p:cNvGraphicFramePr>
          <p:nvPr/>
        </p:nvGraphicFramePr>
        <p:xfrm>
          <a:off x="910130" y="1818728"/>
          <a:ext cx="8737920" cy="741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040">
                  <a:extLst>
                    <a:ext uri="{9D8B030D-6E8A-4147-A177-3AD203B41FA5}">
                      <a16:colId xmlns:a16="http://schemas.microsoft.com/office/drawing/2014/main" val="3123220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96308284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262217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6631290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852800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1276835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88136875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7599531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9370425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6038568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3211462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01533040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4004999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70366780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6009023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573283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69218881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1757782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38314543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0158492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487222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9461348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8935563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96812102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2561869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21320008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159060153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01511187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9242509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862785925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27264618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530070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626948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4554393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025761460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0403579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52641484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67635172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6368110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34496433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3738548494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12141945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401229966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20573289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51860532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422328216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1272829641"/>
                    </a:ext>
                  </a:extLst>
                </a:gridCol>
                <a:gridCol w="182040">
                  <a:extLst>
                    <a:ext uri="{9D8B030D-6E8A-4147-A177-3AD203B41FA5}">
                      <a16:colId xmlns:a16="http://schemas.microsoft.com/office/drawing/2014/main" val="273683618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⋯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bg1">
                        <a:alpha val="3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marL="0" marR="0" anchor="ctr">
                    <a:solidFill>
                      <a:schemeClr val="tx1">
                        <a:lumMod val="95000"/>
                        <a:lumOff val="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lang="LID4096" sz="1800" b="1" kern="1200" dirty="0">
                        <a:solidFill>
                          <a:srgbClr val="FFFFFF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endParaRPr lang="LID4096" b="1" dirty="0">
                        <a:solidFill>
                          <a:srgbClr val="FFFF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C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LID4096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7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334897"/>
                  </a:ext>
                </a:extLst>
              </a:tr>
            </a:tbl>
          </a:graphicData>
        </a:graphic>
      </p:graphicFrame>
      <p:sp>
        <p:nvSpPr>
          <p:cNvPr id="16" name="!!B6">
            <a:extLst>
              <a:ext uri="{FF2B5EF4-FFF2-40B4-BE49-F238E27FC236}">
                <a16:creationId xmlns:a16="http://schemas.microsoft.com/office/drawing/2014/main" id="{709973DA-57E6-1C85-D582-8A9C0740B452}"/>
              </a:ext>
            </a:extLst>
          </p:cNvPr>
          <p:cNvSpPr/>
          <p:nvPr/>
        </p:nvSpPr>
        <p:spPr>
          <a:xfrm>
            <a:off x="8206193" y="2196000"/>
            <a:ext cx="546125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/>
          </a:p>
        </p:txBody>
      </p:sp>
      <p:sp>
        <p:nvSpPr>
          <p:cNvPr id="31" name="!!5">
            <a:extLst>
              <a:ext uri="{FF2B5EF4-FFF2-40B4-BE49-F238E27FC236}">
                <a16:creationId xmlns:a16="http://schemas.microsoft.com/office/drawing/2014/main" id="{F2D08B78-311C-FF9E-4524-37D83DAD2F39}"/>
              </a:ext>
            </a:extLst>
          </p:cNvPr>
          <p:cNvSpPr txBox="1"/>
          <p:nvPr/>
        </p:nvSpPr>
        <p:spPr>
          <a:xfrm>
            <a:off x="8099513" y="1853094"/>
            <a:ext cx="39243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1800" b="1" spc="0" baseline="0">
                <a:ln/>
                <a:solidFill>
                  <a:srgbClr val="000000"/>
                </a:solidFill>
                <a:latin typeface="Cambria Math"/>
                <a:ea typeface="Cambria Math"/>
                <a:sym typeface="Cambria Math"/>
                <a:rtl val="0"/>
              </a:rPr>
              <a:t>⋯</a:t>
            </a: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E386BE2B-3D94-4FAF-F543-06FD829DCF71}"/>
              </a:ext>
            </a:extLst>
          </p:cNvPr>
          <p:cNvSpPr txBox="1"/>
          <p:nvPr/>
        </p:nvSpPr>
        <p:spPr>
          <a:xfrm>
            <a:off x="7308652" y="1862619"/>
            <a:ext cx="306705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1800" b="1" spc="0" baseline="0">
                <a:ln/>
                <a:solidFill>
                  <a:srgbClr val="000000"/>
                </a:solidFill>
                <a:latin typeface="Consolas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A7C07980-87B3-0CA6-072E-506E53522D8C}"/>
              </a:ext>
            </a:extLst>
          </p:cNvPr>
          <p:cNvSpPr txBox="1"/>
          <p:nvPr/>
        </p:nvSpPr>
        <p:spPr>
          <a:xfrm>
            <a:off x="5852327" y="1862619"/>
            <a:ext cx="306705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1800" b="1" spc="0" baseline="0">
                <a:ln/>
                <a:solidFill>
                  <a:srgbClr val="000000"/>
                </a:solidFill>
                <a:latin typeface="Consolas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62F07E16-40E9-9895-83FE-C0193239DB79}"/>
              </a:ext>
            </a:extLst>
          </p:cNvPr>
          <p:cNvSpPr txBox="1"/>
          <p:nvPr/>
        </p:nvSpPr>
        <p:spPr>
          <a:xfrm>
            <a:off x="4396012" y="1862619"/>
            <a:ext cx="306705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1800" b="1" spc="0" baseline="0">
                <a:ln/>
                <a:solidFill>
                  <a:srgbClr val="000000"/>
                </a:solidFill>
                <a:latin typeface="Consolas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F66B090F-3E2F-DD8A-A40B-6CB7B5C7E5AF}"/>
              </a:ext>
            </a:extLst>
          </p:cNvPr>
          <p:cNvSpPr txBox="1"/>
          <p:nvPr/>
        </p:nvSpPr>
        <p:spPr>
          <a:xfrm>
            <a:off x="2939687" y="1862619"/>
            <a:ext cx="306705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1800" b="1" spc="0" baseline="0">
                <a:ln/>
                <a:solidFill>
                  <a:srgbClr val="000000"/>
                </a:solidFill>
                <a:latin typeface="Consolas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F56BB504-420C-688A-E398-86A772EA3783}"/>
              </a:ext>
            </a:extLst>
          </p:cNvPr>
          <p:cNvSpPr txBox="1"/>
          <p:nvPr/>
        </p:nvSpPr>
        <p:spPr>
          <a:xfrm>
            <a:off x="1483372" y="1862619"/>
            <a:ext cx="306705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1800" b="1" spc="0" baseline="0" dirty="0">
                <a:ln/>
                <a:solidFill>
                  <a:srgbClr val="000000"/>
                </a:solidFill>
                <a:latin typeface="Consolas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70894F65-59EC-A61A-3F7B-6813F856E97E}"/>
              </a:ext>
            </a:extLst>
          </p:cNvPr>
          <p:cNvGrpSpPr/>
          <p:nvPr/>
        </p:nvGrpSpPr>
        <p:grpSpPr>
          <a:xfrm>
            <a:off x="6745542" y="2186469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D279F46E-B2F1-7CCE-F596-805A6D81AA33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/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9A67447C-5F8F-27EF-BD51-11DA6F1405FE}"/>
                </a:ext>
              </a:extLst>
            </p:cNvPr>
            <p:cNvSpPr txBox="1"/>
            <p:nvPr/>
          </p:nvSpPr>
          <p:spPr>
            <a:xfrm>
              <a:off x="7244359" y="2186469"/>
              <a:ext cx="430530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6961EECD-6523-3BD5-EBC0-0A39F268BCBB}"/>
              </a:ext>
            </a:extLst>
          </p:cNvPr>
          <p:cNvGrpSpPr/>
          <p:nvPr/>
        </p:nvGrpSpPr>
        <p:grpSpPr>
          <a:xfrm>
            <a:off x="5286634" y="2186469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690B0019-2616-91DC-0EF9-9025CEEA6C4B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/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F4ABB239-1473-D706-BDD2-AE16AF3AF447}"/>
                </a:ext>
              </a:extLst>
            </p:cNvPr>
            <p:cNvSpPr txBox="1"/>
            <p:nvPr/>
          </p:nvSpPr>
          <p:spPr>
            <a:xfrm>
              <a:off x="5788034" y="2186469"/>
              <a:ext cx="430530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F37C078B-15B8-0422-0D8E-086EFB99FB68}"/>
              </a:ext>
            </a:extLst>
          </p:cNvPr>
          <p:cNvGrpSpPr/>
          <p:nvPr/>
        </p:nvGrpSpPr>
        <p:grpSpPr>
          <a:xfrm>
            <a:off x="3830318" y="2186469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3550898D-30FC-AB9F-1DD6-7DFB0DE5AD71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/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3D82114D-FCDA-3F87-84CB-52E6FD162AF1}"/>
                </a:ext>
              </a:extLst>
            </p:cNvPr>
            <p:cNvSpPr txBox="1"/>
            <p:nvPr/>
          </p:nvSpPr>
          <p:spPr>
            <a:xfrm>
              <a:off x="4333300" y="2186469"/>
              <a:ext cx="430530" cy="3581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b="1" spc="0" baseline="0">
                  <a:ln/>
                  <a:solidFill>
                    <a:srgbClr val="FFFFFF"/>
                  </a:solidFill>
                  <a:latin typeface="Consolas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6EBF1F3F-901E-A4F0-8909-B35AFED65685}"/>
              </a:ext>
            </a:extLst>
          </p:cNvPr>
          <p:cNvGrpSpPr/>
          <p:nvPr/>
        </p:nvGrpSpPr>
        <p:grpSpPr>
          <a:xfrm>
            <a:off x="2373626" y="2186469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B5B9950F-2D2E-D29C-C45D-CA6622BFA604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/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2D3F8BF7-14C9-D865-A7D4-75C79B3DB39E}"/>
                </a:ext>
              </a:extLst>
            </p:cNvPr>
            <p:cNvSpPr txBox="1"/>
            <p:nvPr/>
          </p:nvSpPr>
          <p:spPr>
            <a:xfrm>
              <a:off x="2876984" y="2186469"/>
              <a:ext cx="430530" cy="3581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b="1" spc="0" baseline="0">
                  <a:ln/>
                  <a:solidFill>
                    <a:srgbClr val="FFFFFF"/>
                  </a:solidFill>
                  <a:latin typeface="Consolas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EDC9108F-FA3A-80DF-F6C4-BFCAEE7CCE61}"/>
              </a:ext>
            </a:extLst>
          </p:cNvPr>
          <p:cNvGrpSpPr/>
          <p:nvPr/>
        </p:nvGrpSpPr>
        <p:grpSpPr>
          <a:xfrm>
            <a:off x="920078" y="2186469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9B5C11CA-6587-990D-7F07-2552F267B6AB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/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D8F64FF5-8E66-4060-DBD3-5F9A9417DB70}"/>
                </a:ext>
              </a:extLst>
            </p:cNvPr>
            <p:cNvSpPr txBox="1"/>
            <p:nvPr/>
          </p:nvSpPr>
          <p:spPr>
            <a:xfrm>
              <a:off x="1482572" y="2186469"/>
              <a:ext cx="306705" cy="348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A91E66F-ACC3-D8D1-C2F9-DBF9378863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31132" y="2708992"/>
            <a:ext cx="5581068" cy="3869608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לצורך ההסבר נציג מעכשיו מספרים שלמים בתאים בייצוג בבסיס 16 (</a:t>
            </a:r>
            <a:r>
              <a:rPr lang="he-IL" sz="2400" dirty="0" err="1">
                <a:solidFill>
                  <a:srgbClr val="000000"/>
                </a:solidFill>
                <a:latin typeface="Rubik" pitchFamily="2" charset="-79"/>
              </a:rPr>
              <a:t>הקסאדצימלי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)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2390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FFC17-B67D-D6C4-3D17-63A2DC7F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314B0-B129-3419-8447-EFC06637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מה זה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89E5DC7-0187-C79E-759A-5DDC0CEA66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31132" y="1358977"/>
            <a:ext cx="5581068" cy="5219623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endParaRPr lang="he-IL" sz="3200" b="1" u="sng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משתנה </a:t>
            </a:r>
            <a:r>
              <a:rPr lang="he-IL" u="sng" dirty="0">
                <a:solidFill>
                  <a:srgbClr val="000000"/>
                </a:solidFill>
                <a:latin typeface="Rubik" pitchFamily="2" charset="-79"/>
              </a:rPr>
              <a:t>בזיכרון</a:t>
            </a: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 שמחזיק בתוכו כתובת אחרת </a:t>
            </a:r>
            <a:r>
              <a:rPr lang="he-IL" u="sng" dirty="0">
                <a:solidFill>
                  <a:srgbClr val="000000"/>
                </a:solidFill>
                <a:latin typeface="Rubik" pitchFamily="2" charset="-79"/>
              </a:rPr>
              <a:t>בזיכרון</a:t>
            </a: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. דרכו אפשר: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לקרוא מהכתובת הזו (והלאה)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</a:rPr>
              <a:t>לכתוב לכתובת הזו (והלאה)</a:t>
            </a:r>
          </a:p>
          <a:p>
            <a:pPr>
              <a:spcBef>
                <a:spcPts val="600"/>
              </a:spcBef>
            </a:pPr>
            <a:endParaRPr lang="he-IL" u="sng" dirty="0">
              <a:solidFill>
                <a:srgbClr val="000000"/>
              </a:solidFill>
              <a:latin typeface="Rubik" pitchFamily="2" charset="-79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ç"/>
            </a:pPr>
            <a:r>
              <a:rPr lang="he-IL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  <a:t>האם אפשר גם לכתוב</a:t>
            </a:r>
            <a:br>
              <a:rPr lang="en-US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</a:br>
            <a:r>
              <a:rPr lang="he-IL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  <a:t>ולקרוא מהכתובות שלפני</a:t>
            </a:r>
            <a:br>
              <a:rPr lang="en-US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</a:br>
            <a:r>
              <a:rPr lang="he-IL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  <a:t>הכתובת במצביע...?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BBB4E975-BF15-9C4E-66AC-84230F0E3EDB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1" name="!!5">
            <a:extLst>
              <a:ext uri="{FF2B5EF4-FFF2-40B4-BE49-F238E27FC236}">
                <a16:creationId xmlns:a16="http://schemas.microsoft.com/office/drawing/2014/main" id="{58599E07-FEDF-DA93-5129-C303FE1C6D86}"/>
              </a:ext>
            </a:extLst>
          </p:cNvPr>
          <p:cNvSpPr txBox="1"/>
          <p:nvPr/>
        </p:nvSpPr>
        <p:spPr>
          <a:xfrm rot="16200000">
            <a:off x="961171" y="417175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ambria Math"/>
                <a:ea typeface="Cambria Math"/>
                <a:sym typeface="Cambria Math"/>
                <a:rtl val="0"/>
              </a:rPr>
              <a:t>⋯</a:t>
            </a: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B20EEA3A-5A21-A5FE-70BC-C5A51F679567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0717153B-6178-F5A0-8AA5-DE4404095CF1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4CD1BD35-B1E1-40C3-DF6C-94B55FE6D285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7CC71E25-0A25-3D4C-01A4-D3C5BE4D5096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A9785AE0-D0B6-8FE3-C702-657C48FAFCB6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9ECA2BEF-EBDB-52FE-D44D-3C1B148CBA96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17469B68-FFA6-8C2D-A19C-BE5935A6D0CE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90D1D475-D299-6972-9CE2-63E8D619387C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0DB654D1-E428-8120-E614-405E3AE7E3B0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E5F852BB-1213-B2AA-D5FB-3C403C288BFD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2D9B0B1C-4B26-C8D3-39FD-2ECAADBE878F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DAE1EB29-0A72-8A94-2B7A-291E4F00C512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754A2CD3-3699-3836-84F6-E1252B013B68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75B3B58B-FB18-AC1F-0A81-A48D75863FA5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999703D8-2098-33E8-1467-472E6F6C898E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E8BF4124-111B-0284-F181-66D4DB4FDFBA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2CF42F57-D535-5A3E-F482-5B4B13CC715E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CB8F4489-9799-7C19-4FCF-63EFA6E4AF46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5D9AB6D0-E9EC-E59F-F25B-A85FB1A5D513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F055C87F-0025-2A26-E6D9-A921818C059D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85A84D29-F9AF-8721-E413-3B42DEB65A2F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EF82D335-3380-6FDD-1A22-86BDAA39F6EF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ADC9B950-C9F8-D12A-6056-B0D50DF3DAF6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63EDF001-1DBA-FCD3-7ED1-1614AD8A0AA7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740C5E6E-4C22-0E33-D0FB-5F9F10B9440F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08A57D96-F0C0-B927-D30C-B71ECC2EFB77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E262E74E-CB10-2B76-02C5-10715CCC9862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D000DACA-40F8-D1A6-77AA-FD46D77136F8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39483C47-B12C-E0A8-105B-590467826621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24DAC88B-9F40-2F7E-1FA6-466ED0ACD9EB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0F66837F-60B5-30E8-7BAD-5644C676DA5A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19C24C3A-712A-95C4-9332-07DA1A3742A7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3A27AA93-B00D-4E95-3FD7-A27E57FC4707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E1214938-2E38-9064-51FE-A033C38CCD2D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437D338B-F2BA-A907-4D5A-7CC28290C62E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EA2A97F9-D9EC-9CAF-AB16-49C2A5E3AA17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0B0606F7-FE74-C792-2674-9C0102EAD570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715536DF-8CD3-6FAC-EF8A-F7A79B93695C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A84C46A5-7573-FB19-D1A2-A18106670106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3ED9C61D-D468-27A6-7DB7-CF46E7E1843E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C631E678-14AF-D4D0-17C0-204A6BC63DBB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B05F2B27-4C26-E84D-4806-86A29B70D0CC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3D160C84-A48A-9E8D-AFE9-66890256C38A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B431610B-A184-2F3B-5240-9DEE3129FBC3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2E7845C0-C588-755B-9D63-C8975D0C4879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E715AD5C-2986-ED21-F9B5-BABE5FD0C717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430749A5-57F8-9544-FE46-BDAEC3D977B2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18751C72-9495-4B15-7D9C-5218D63B953A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025E24B3-E524-781C-7B01-FF9C969ED7B0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EFA872AD-A8B2-A007-BC5C-D8EA0A6F70D4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CE6DE353-95BE-6D39-A364-BB39D92B0F11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B79F017B-D68A-9642-1A87-4C79D59866EA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EC17B6C-DC68-3F2E-739F-57397ADC5E09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C620579-E377-60FE-29ED-DB8853713937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73EF939A-5747-DEFC-6830-FED5A5DF6328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443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6" grpId="0"/>
      <p:bldP spid="57" grpId="0"/>
      <p:bldP spid="58" grpId="0"/>
      <p:bldP spid="59" grpId="0"/>
      <p:bldP spid="88" grpId="0"/>
      <p:bldP spid="89" grpId="0"/>
      <p:bldP spid="90" grpId="0"/>
      <p:bldP spid="91" grpId="0"/>
      <p:bldP spid="104" grpId="0" animBg="1"/>
      <p:bldP spid="1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515C-69CB-F016-C63E-5831A4E3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994A-3554-01A7-8321-6BEA5EA7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4A653D5-1ACF-0FB1-CE52-952607D3969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1"/>
            <a:ext cx="5464996" cy="494962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הטיפוס נותן מידע על הטיפוס </a:t>
            </a:r>
            <a:r>
              <a:rPr lang="he-IL" sz="2400" u="sng" dirty="0" err="1">
                <a:solidFill>
                  <a:srgbClr val="000000"/>
                </a:solidFill>
                <a:latin typeface="Rubik" pitchFamily="2" charset="-79"/>
              </a:rPr>
              <a:t>המוצבע</a:t>
            </a:r>
            <a:endParaRPr lang="he-IL" sz="2400" u="sng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הוא מצביע למשתנה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 = 17978;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הגדרת מצביע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r"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r"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r">
              <a:spcBef>
                <a:spcPts val="18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                              אופרטור "כתובת-של"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1506D314-A691-6F28-CF52-2A5A0E7BFA25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4B902FEF-1945-5763-DD4F-DA3EE50DAC2E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AB743C34-0348-559F-C55E-F9003180684D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93783146-EDA8-0D1F-49EC-427925006187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0BB74DBD-1014-637C-E6CF-DC671585267B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0D148002-5AB8-00A6-CD29-5EF4D5E92C4F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6B712962-63C6-CEB5-0B20-C6CEFA553A0D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0B853C3F-D92C-CD6F-7401-AB4E7418375D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332DDFDD-B8D6-9537-BB34-0FBC25DC2592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73B8C0F3-A51E-E049-5331-7E7F2E8143F8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2763393F-E40E-7212-DF3A-C713EEC4AAC5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E44C3F02-43BB-0540-D2E1-8DD12719594E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5D719DEB-0B92-B054-DC4F-3E12B1DB3A63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4B24BACD-C133-11CF-A1C9-194681EEC585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B50CE2DE-BC90-786B-9F7F-BAC928335916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F8AAD2C3-75F1-EDE4-65D9-E290FC18F654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282A1D30-D58F-B852-12E2-271D71E60F0D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326529AC-987F-43AA-9B84-24FF35777AC6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BC576948-64B8-4101-EACB-EE7FEC13741E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B5A666A5-3387-F18C-3D2D-E08BFA040FD4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294CBA78-2875-7DA9-3DD2-5CDC9F7A6AC4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392BBE49-DED9-7AE6-C149-89135CBD261A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2BA6A959-6ABA-9E58-D549-907A7FCBCE86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93FB0FDC-DAD4-8529-AAB3-196613005BDF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499805FF-4B2E-BE0B-1DBF-0B56DFF7B4FD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1DB7EC4F-1888-F078-34B2-02FD73337306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F6A326A0-4241-F460-6EBB-078477F7D129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D4F7575D-C238-DCDC-BBC7-D5075924A8FB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3061D775-D124-B333-1796-6B9BBC5E58EC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792519D0-BEDF-BDDA-C8A3-97694999E569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1F8ADF11-4846-8EEE-8275-0CDDA58FC1AD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F14B27A7-1FD3-DA92-0F09-974C7E9A04F1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2E6FF6D3-6365-2E26-70D2-2071D840EB9D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1952BB1C-BFA3-0460-78F8-85A0F1233046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9D781699-C02C-1E92-758A-285C1F67174A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DF9D3E32-9556-F104-1AC8-2FD750F13572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6CCABE5C-EA21-C02E-EF5D-14FAF50845B9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857938A9-BE42-0FCC-34AB-6288D2C08918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CB918879-BBF4-37F4-8420-A459BC9947CC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0D1F7D57-2849-A5E5-C502-10ECBFF5E708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C6C6743E-F704-9FB6-5038-BCCE921FEDCC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41D6B95A-12E4-3B10-10E5-76F23B6D6A35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9FF6CB13-8FE5-7F15-8317-35DB3930E8A6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04F74FD3-CA68-766C-5463-1A2F7C1CF878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085D0308-9E3D-61A0-6CA0-187BD5E3D839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9104F83A-7F89-1B39-7C2E-A8A744795988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ED8181A4-74D9-151F-278A-46EE5125CFAE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81E4EC6B-341A-0AE6-A213-5C20223D1EF3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5773CB4C-1085-E04F-82CB-02ED208A93DF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07314402-1F83-7353-51CF-0E8FA2420BAC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6853BBE4-4C46-BAAE-E3EA-C0BE39E2A0F2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443BDA85-D54B-410F-8FA9-DB13F646BB5E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04E96C5C-9F79-956F-93D6-4D49B5E403E3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C75E77F-25CC-CFBF-83C3-BF8ED3C282B1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A4A6A73-7172-AABE-6AC9-617534F2A93D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C0277A05-61C4-C83E-7F64-F9ABCAD2ABC4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5A16CF-D2DA-1F97-A8D3-0DCE49CD974C}"/>
              </a:ext>
            </a:extLst>
          </p:cNvPr>
          <p:cNvCxnSpPr>
            <a:cxnSpLocks/>
          </p:cNvCxnSpPr>
          <p:nvPr/>
        </p:nvCxnSpPr>
        <p:spPr>
          <a:xfrm flipV="1">
            <a:off x="4121995" y="4576716"/>
            <a:ext cx="0" cy="117001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18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B94EE-CB92-6E3F-E020-371B8404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3E53-A010-8E1B-F6C7-869A55C1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D4EEF17-C622-7641-5844-189A834F0B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1"/>
            <a:ext cx="5464996" cy="494962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הטיפוס נותן מידע על הטיפוס </a:t>
            </a:r>
            <a:r>
              <a:rPr lang="he-IL" sz="2400" u="sng" dirty="0" err="1">
                <a:solidFill>
                  <a:srgbClr val="000000"/>
                </a:solidFill>
                <a:latin typeface="Rubik" pitchFamily="2" charset="-79"/>
              </a:rPr>
              <a:t>המוצבע</a:t>
            </a:r>
            <a:endParaRPr lang="he-IL" sz="2400" u="sng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הוא מצביע למשתנה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 = 17978;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הגדרת מצביע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*ps2 = &amp;s;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r"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FD8338AE-17B7-02C8-9F7A-90D98593CD2C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9BD5D2D8-9AB5-2DC1-ACC7-04CE458BF0CD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E92887D0-6DDC-430E-24B7-848D0ACC9D8D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2404B72C-6FDA-88DE-E1DB-004448DA0FEE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D03DF743-95C8-4BE4-3388-7612DC14F63B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6CBFF730-CABC-AFF3-D8A0-B83827ADD8ED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D1CBF927-E2D0-204E-4B3F-9CD9A29CAECD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458F685E-9A4E-4E00-B76F-D8C795FB984F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F2763776-F0B1-8073-866A-05AE1D7375A1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0503A6BF-1D1F-B1E6-D66B-16B4FEF41EB0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5AB598F8-5F79-78A6-3496-CB136F85CE8F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F94EB780-3F8F-1225-B312-3FE0197B6B96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204911D0-03DE-8ED6-60DD-313A51AD9192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7BA2F164-2111-4C5D-0CF5-F3AC5C40916C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877523B6-8876-5C41-387C-2A021ABC7CFC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EA5A113A-341A-FBA2-7B67-84A90A01F6AE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EB52B595-E544-7E89-878C-1576D39A5E7C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758019E8-67C5-FEF7-D0CC-6F24FFD2C4EB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74C59B4D-DC4A-C646-A832-F749B03B87AD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937717E1-1C5B-8D10-9913-00AD9F791523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4279959E-D05B-B048-37A4-429EF51F72C9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5B0C2450-C454-49B0-A238-F0916E626B16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ED90E8C8-866F-AAD1-59E1-33A08F2ED842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B84EE3AE-6E58-C567-8AB6-9C4CC186FBE1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5C28FA6A-BF80-C1C1-85C0-C8EE516148BA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5F30FA51-D4BD-647D-5B0B-20341365770B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6C8C2EA6-3716-0FCC-9746-E446003BD6E7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8897C726-FE54-E696-773D-EDDBCD5B4386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A7412981-6283-1980-414D-0AE206B10E09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B2178313-09D6-2B12-73F3-054E912D0938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554AC8A7-5E85-89FA-5AF7-5A5AC31EE54F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8D0526F3-7583-5D02-9605-3CB9F6BAA4F1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64AA1301-88AA-C067-89B4-34CA72BF235F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5F71D444-E350-9BBB-DEF5-5818BACEDEA1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B7084D3D-EA87-0190-E6FD-E47ACD6A0D61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62D620FD-2BD8-A76B-E489-3A36D4246EC5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3E0E446A-4DB2-BA73-22EB-FCEDAE444F48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D68FC3E7-1A01-0DE4-9A90-EE73D0042384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67E731DD-6051-BF7C-A792-AD8C88A3DFAD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EB9466AA-BA1A-38C9-850B-86E2C8188D3C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78393772-3969-E901-A64B-C21F598FD717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EFC083C3-4243-4EB0-E15B-D0794EE790C2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47245F35-46CC-128C-C8F2-99D42D576D51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C2B3CA44-7AA8-A182-E2EA-119C0155EFD2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BC41DC4B-6D49-C132-30A6-BEE85D5C6D35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81D4CA5E-2990-6902-14F6-5A52FCAE0ACD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B5C08FA0-6991-0A50-B8A1-FF0E8D599E1E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D42E16FC-8E00-17CF-5C79-2CA0C268E4E9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2CA71E94-855E-D1AF-B2A5-9996ACAFA012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2A4256A8-1497-99AF-9D08-E0F5D294A4FB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4F9B99E7-7833-C228-43A5-947892BC9A0B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8E4CE500-AF8F-0CAD-2523-E7DE38E5E7F3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A49DD239-F5AF-C17D-2CB5-BD7ADCB8C10A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E3C90E4-C548-C6C4-413D-64224724E6E0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F3CD246-81FC-C64E-18CD-81B9082D5B6F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71DE0D1-0D04-B73C-F73C-7E996E708A7E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26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FF94F-73B5-EE55-5F8F-5DCC2CE0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01A7-F27D-D000-44D9-5FB3DD5F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21EBFE0-51BE-4C1C-5564-F04423DAE3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1"/>
            <a:ext cx="5464996" cy="494962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הטיפוס נותן מידע על הטיפוס </a:t>
            </a:r>
            <a:r>
              <a:rPr lang="he-IL" sz="2400" u="sng" dirty="0">
                <a:solidFill>
                  <a:srgbClr val="000000"/>
                </a:solidFill>
                <a:latin typeface="Rubik" pitchFamily="2" charset="-79"/>
              </a:rPr>
              <a:t>המוצבע</a:t>
            </a:r>
          </a:p>
          <a:p>
            <a:pPr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 = 17978;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הגדרת מצביע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r">
              <a:spcBef>
                <a:spcPts val="18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הוא מצביע למשתנה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השמה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*ps2 = &amp;s;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אתחול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*ps3 = ps2, *ps4 = NULL;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ps4 = ps3;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AB295309-2553-9FE4-7CB0-51784C20FFE3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16E5ECD0-1557-16F6-5A52-511C12B842AE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764E8EAB-FBD3-3AC4-9A72-94681E72F117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CE282428-1D83-A96B-1F9A-29E072668BEA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B14BF7EA-CEBA-275C-07E7-3553DD3E2149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B180893F-2C0A-E2F1-41DD-5EFBD6C6D402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B2841456-0004-2BA4-6721-6D02D6E1C546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9CDFDAF0-15FD-1DF8-0FBF-1367B2E8C899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AC19A80B-F310-B01A-3DBD-B46F86A790E8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8DAD36FE-9A29-ED9F-642D-44C4E425EE45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FBED1E83-41A5-0F41-9EDF-7A72577B5BB6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00D87BCA-E3BD-E0BF-2D79-922D0548CA94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99255018-8624-4DC7-BD65-041A7059AB1B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9A8EB2D0-5BFE-9EA8-CE2C-903A9CC0F52D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6B16DA0D-A0FE-FE4C-CCAB-4082EC38E01B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FC5DA2B0-2402-2265-4CF8-673C729E40E4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D6A6F16B-5BED-0D10-FBAE-CA58040CC0D0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7DA6D32A-7D84-2391-B686-2F5D44AB61CD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6C1CD03B-FA69-CCED-867B-754A17C00B5E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CFA8933A-D09F-F8B7-DE38-5E65244E62EF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C31347EB-411B-5949-1040-70BF53491A3E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EC109701-9BDD-3029-C406-C028088D6949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BE425D8C-8D4D-750E-F529-794D2203DBB4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F5FED237-112B-8A03-E130-40E312B328EE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97581364-ED0F-132B-6570-FE404D503B22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F300835E-6A7E-D181-B9E5-FBB9CCB96BB0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62893D56-0720-F7C0-CB24-AA300DD8DC15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28982C6B-0AF7-0733-5801-88021BDA9B85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2DD97EFA-5D4E-BF02-A15C-EA4608051E3F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C0D28CD1-D53B-625C-689D-F61C84E48854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D7172F91-2F27-5AA2-49C5-1E3D3EC090BB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8BC89A34-6521-A15A-F0A7-967219201F28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F093AC54-9F24-8A69-F689-439E1F1FAB74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028E1275-F1C1-B930-6669-379554BF3541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294C35E5-293F-9D1B-4F68-EF12FDA6C1B4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DAA1737C-89A5-DE4F-B77B-6DCD7E38A86D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C710D4F3-4FEA-BC12-EFB1-13880F520AD7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1E901CED-D82C-680A-6531-44E869A8F233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D0B10579-66A3-2436-9B23-BC4271A2235B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ED087AC2-AC8C-F4A4-AA4E-3B47AC9AD087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32356803-39DB-C301-C2E9-1ABFF4F2E9D2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5E91ECDE-190E-3B04-41DA-3C5BFF304C2A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29A8DAB9-EA8C-B46D-271B-22140604168A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6C22ECF2-1C05-0B3E-C290-A33A65A8CAFB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6C8057C5-1A47-9E6C-42AE-7A84BB01572F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55236B96-BE60-E8B7-BAC2-8EB124CF0CB6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0E8AB272-60E6-8A23-EB85-589CE58E50C3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D72D2B3A-D09B-BC84-0CEF-35E8BBB3EAA3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63B44AC4-7C3F-1E0A-B7A6-E22099D8E72E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FFF6E28B-781D-E719-057D-A5DEDA982FD1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A61CF2E4-F1B2-8519-861D-37DEA9A4E91A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4553E7AF-4732-A902-850C-23D6F4EBAFF2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50031F8A-8CEC-A09B-9F4E-7FED29ECA7F0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57E246C-870B-12FC-CDFA-D17BA601B055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EF9A7E-1876-3E19-DC13-9995741DE9FA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DE0E30E8-CFB2-29AC-ECC7-91D320313DC4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27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75364-18F5-B7CE-7FCC-9A898DBF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3061-B871-16D2-778D-41864239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4AB25DC-0AFE-ABA6-58CF-37BB8E446B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1"/>
            <a:ext cx="5464996" cy="4949620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הטיפוס נותן מידע על הטיפוס </a:t>
            </a:r>
            <a:r>
              <a:rPr lang="he-IL" sz="2400" u="sng" dirty="0" err="1">
                <a:solidFill>
                  <a:srgbClr val="000000"/>
                </a:solidFill>
                <a:latin typeface="Rubik" pitchFamily="2" charset="-79"/>
              </a:rPr>
              <a:t>המוצבע</a:t>
            </a:r>
            <a:endParaRPr lang="he-IL" sz="2400" u="sng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הוא מצביע למשתנה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 = 17978;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הגדרת מצביע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השמה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*ps2 = &amp;s;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אתחול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</a:t>
            </a:r>
            <a:r>
              <a:rPr lang="en-US" sz="5400" dirty="0">
                <a:solidFill>
                  <a:srgbClr val="000000"/>
                </a:solidFill>
                <a:latin typeface="Rubik" pitchFamily="2" charset="-79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ps3 = ps2, </a:t>
            </a:r>
            <a:r>
              <a:rPr lang="en-US" sz="5400" dirty="0">
                <a:solidFill>
                  <a:srgbClr val="000000"/>
                </a:solidFill>
                <a:latin typeface="Rubik" pitchFamily="2" charset="-79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ps4;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ps4 = ps3;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5F54BD9A-9022-424F-56E8-3338F6820D27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91A7B377-566A-DAB3-8B98-017BD9297D60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10A05CD0-C8C0-D7BA-4059-177DC0D25953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F2DBA822-A973-7D0B-21EB-EC9A7228D5DE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987F0B0D-1974-AC77-B215-2A5924C9CEB2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A702CBBB-6B34-9E36-B752-02A2B53DE5EB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2C6CE8F8-3D91-5E95-BF41-3224108B7A61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4AEBD51D-6A80-6BEA-C61A-A5A7635D9E3F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04EF63C1-4BD2-787C-F534-BD30610873BA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E3835071-7C14-9F84-561F-2CD3058D1261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508CDED7-0D1D-8FC4-3311-E2CC328BF823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98C3162B-B0B0-4B35-AC05-9E1CD4A61BAF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C6F27EE8-FE40-6560-7AEF-500E54ACBC3D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577B5586-0688-B23E-0496-F9AF5C65F106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C923F247-38A3-E98C-E82B-197F5FAFDE18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ACB1AD3F-F7E7-43DF-24F2-36CDF858A672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368637EB-4D1B-5DBB-96AE-F2503491DA13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A28959CA-5E62-02E9-4B9A-296E32D1AA1B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54BB90B5-4C23-533B-B0A3-44607237DF32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89DAD96D-05C6-C888-4614-FFB6445C92DB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F20FE4B9-452E-5C08-B6DB-3277E53DC636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EC3DB214-A466-DD6A-639C-92A5A5DE2A80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5F2F535C-127C-0AA4-0C02-BB455E034559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761B0D58-8A39-2509-100C-7424E406CB11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3F0E4893-965C-0DC6-FF7F-3B40EB592CD2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DEEE7715-917C-BEB1-81E8-AC7FF1D59695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DE0009D5-8312-4E8A-6641-114112234AF0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A5E2E4F4-587A-EFFC-4D4C-BB1A94DCFCDF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445D30EB-CC38-C5EA-95E2-D1F20ED71628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F630AF8C-2DDD-8593-0610-FE41B86BB62A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34579F8C-B47B-F1A0-9CE5-9892D5925FC4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5045067D-1707-A6FE-AE11-C6D4CC575091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73496356-E80F-5772-02C0-A1F4ABED164D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4FC98B5C-6B6A-ECB1-036C-01FFD2E2A323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334B3134-26EC-5572-AAEB-EA2381677809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993C283B-990A-6280-0699-532009949E1E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76175591-0CB3-723C-6A8D-1D11B5A55210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0F4D508F-B69E-DD15-C5A6-B09B969A0FC8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83EDB994-BE2C-24B7-9E4F-B85B117856D8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1D97F666-14BB-9B1C-DE64-4BB43B3C6120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E9E1DC0A-2ED3-B72B-664F-0636FF8A021B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DC0F4D76-6737-FC16-F2CA-F1AC929A7147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B7E874B8-874A-CA35-D993-F95978655BE2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DC591A7B-2B22-8E74-B7A1-CCE950786058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B8207D9A-A67E-AC5B-D52C-48A1B209B8E7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C16EA5C8-EB05-A4EB-3477-27291EB9A126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F535676F-F738-522F-21C3-95C49C5290F7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D0D1FD0A-A27B-A684-5A13-45EA693E1133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D4CCD3D5-A1F5-016A-E759-D93B99D68D4E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64CA5B92-CC81-2951-8B2E-A8CBB9C6E96E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3A8E8D8B-A234-37F6-EA23-6F60789D0C47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A3D27CB3-7B79-9FFF-0F24-255FFD70EA2B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DDC297D5-921D-9F6D-3A82-1E01BD869ECE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67C4C01-116C-464C-BA41-48D386599B95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FF92BA8-CA1B-4253-7B2E-A3083E58F428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7DCAC33-1239-9FEF-7BD8-E7E8C84C1B65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91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1843-326A-942D-CF64-E4E5BDE3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2AC3-57E5-E3D6-9A72-16B61959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B3E8344-4A07-4257-1D8B-966C8A8BC7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1"/>
            <a:ext cx="5464996" cy="494962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הטיפוס נותן מידע על הטיפוס </a:t>
            </a:r>
            <a:r>
              <a:rPr lang="he-IL" sz="2400" u="sng" dirty="0" err="1">
                <a:solidFill>
                  <a:srgbClr val="000000"/>
                </a:solidFill>
                <a:latin typeface="Rubik" pitchFamily="2" charset="-79"/>
              </a:rPr>
              <a:t>המוצבע</a:t>
            </a:r>
            <a:endParaRPr lang="he-IL" sz="2400" u="sng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הוא מצביע למשתנה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 = 17978;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הגדרת מצביע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השמה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*ps2 = &amp;s;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אתחול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*ps3 = ps2, *ps4;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ps4 = ps3;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D93F2564-E431-9C23-07B9-24DCA12A26BE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FA17D14C-DA74-F785-9D8B-E369CBA799C7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1361CFE1-B0E2-B5B7-2682-DD2484C0F267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774B7522-98F9-255F-E3FE-778E983F3534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26984A1E-B16B-24FA-F16E-B0BDB664BFF1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9DA2084E-CC93-5076-E536-0FAC101497C6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692035E7-5708-E94A-5F22-7143DEF4400E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CF72FE9E-A5F3-11E7-FC08-E57BE813D487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C448B6DC-3619-C780-B94F-055DD007A547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025E24C5-44C7-9A88-7AC3-8FA582A30DDB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1B47D0F8-274E-4B21-EB00-54607118EC02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50918154-9F70-F0F6-91C8-B51350782D1C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DA57C73B-B9AB-DDFF-3715-A1C831EC6755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DF62C35F-D315-73A7-BA94-5FF83FA35637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9B4511FE-4705-0251-509F-141A9ECD9FE0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E26FB356-78F9-C599-F045-6ABDAC953D1D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7EF1321E-90B6-A80F-7F1E-8D743FF5A520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0F189BBA-C694-D08F-6824-883A7290C32B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6034A887-B3E0-E659-75EE-941B23C311CF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B8399759-A463-8F68-BF30-025202C4E889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DCAA5361-52A2-7EE3-DC02-5A7E06EC3E17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0928FDDF-5776-73DD-55DB-4D77D5A6D8ED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69AE7676-B75F-D179-6715-6821C7EFE090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DAB172B4-016C-BD18-8363-DBF6963673C0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A5A10E87-D923-8761-73D5-D159D02B3DBC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EB6F0EDD-54B3-DDC0-C477-D2148BAC6642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00A33592-DC2C-B5E5-7AFF-DC1D6ED4885A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BB3A6825-4025-EA13-1F57-47BA14811CF3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72148774-069B-F821-2C32-B8369CBD0400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0D04DCCB-AA65-C164-648E-E1E09A8BCD4A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F719FC6B-A673-471B-9066-AC1DF2C87584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24EFC2F7-FC8C-CA0D-7218-B5A26A812E66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563983CF-0B93-E73A-68EE-1FFE2D4068FD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F1179C9D-8D53-47C0-7FAC-1C839B752A1A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4A6AF15E-A5B1-B5F4-6E26-C42DAF720CD1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E817F5DB-0BAF-CCA1-73A5-F039FA17B8AE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2EB58693-B6A9-6D9A-296E-0A1C3981E98B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3B77803B-3DA9-33CD-BD26-C13F207FAD49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90A5C45F-B97C-1D62-881D-221EA31AA6CE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FE0AE8C2-9A42-1AB4-A677-4EC6E3C40BA4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9C9A3412-1E3A-6042-0E18-7255F1547BF4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6BAB4AC7-1FA5-EFDA-DF92-4B38A17F9E61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4548F9FE-5796-B923-E7D3-F91B24ED7A1A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ED7D6496-A678-F142-1F8B-7361DA4BD5A9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6C38924C-037B-0E73-518D-8B352AA7C727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71B5DA9C-0501-6200-1AD7-A01723A3BE3C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99B37C88-ECDB-7853-4441-62740E5E84E1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729E4A8A-FAB3-3592-D4C8-587AC735AD05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CD9E6FF4-5E82-6E14-4690-7337025D8A36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908FF1FA-5191-1A9B-1584-ACB1111F4D1B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F4C8D3E1-78AA-E1B3-510F-3BC901E97B4F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910F68E3-9B10-D4F9-741A-BE8E32808F5A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D566554C-5938-CA35-D12F-0176D86CD43F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436104F-B8B5-6735-68DA-7CFD0843839B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D94D34E-2DAF-3EB7-38AF-F1C04A7D7512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EEBF23B4-32D1-9DC4-7324-FDF4B88A2901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074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B63F-B33B-92EB-AD4C-8580E6CF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FE01-5028-F65D-0736-1952A998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795E69B-2F46-2716-BCBC-7A8D8E0BF0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1"/>
            <a:ext cx="5464996" cy="494962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18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18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הגודל של </a:t>
            </a:r>
            <a:r>
              <a:rPr lang="he-IL" sz="2400" u="sng" dirty="0">
                <a:solidFill>
                  <a:srgbClr val="000000"/>
                </a:solidFill>
                <a:latin typeface="Rubik" pitchFamily="2" charset="-79"/>
              </a:rPr>
              <a:t>המצביע עצמו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הוא קבוע</a:t>
            </a:r>
          </a:p>
          <a:p>
            <a:pPr marL="342900" lvl="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אצלנו גודל מצביע: 8 בתים (64 ביט) </a:t>
            </a:r>
          </a:p>
          <a:p>
            <a:pPr lvl="0" algn="ctr">
              <a:spcBef>
                <a:spcPts val="18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  <a:sym typeface="Wingdings" panose="05000000000000000000" pitchFamily="2" charset="2"/>
              </a:rPr>
              <a:t>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מערכת 64</a:t>
            </a:r>
            <a:r>
              <a:rPr lang="he-IL" sz="2400" b="1" dirty="0">
                <a:solidFill>
                  <a:srgbClr val="000000"/>
                </a:solidFill>
                <a:latin typeface="Rubik" pitchFamily="2" charset="-79"/>
              </a:rPr>
              <a:t>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ביט</a:t>
            </a:r>
            <a:endParaRPr lang="he-IL" dirty="0"/>
          </a:p>
          <a:p>
            <a:pPr marL="342900" lvl="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b="1" dirty="0">
                <a:solidFill>
                  <a:srgbClr val="000000"/>
                </a:solidFill>
                <a:latin typeface="Rubik" pitchFamily="2" charset="-79"/>
              </a:rPr>
              <a:t>איזו מערכת בדוגמה?</a:t>
            </a:r>
            <a:br>
              <a:rPr lang="en-US" sz="2400" b="1" dirty="0">
                <a:solidFill>
                  <a:srgbClr val="000000"/>
                </a:solidFill>
                <a:latin typeface="Rubik" pitchFamily="2" charset="-79"/>
              </a:rPr>
            </a:b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(תזכורת: כל תא = 8 ביטים)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C065D3B0-F5C4-3637-EF35-2CFD6923F9AE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748EA639-6DD8-0FF5-B86F-0C964C570A9E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FD867373-9BB6-2C3B-ECDE-32B93902219A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485F74DA-6802-C0F4-08CF-BD45BB30049C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078A2B23-9C13-73EF-ECC6-2D01BA5CDA54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9C316D73-C710-97A6-18A3-A09D4D3BF903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D95FAE85-647A-081C-EF15-2508A641E3A3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3D4C2C15-FACF-2EB6-8D55-5BEFBF1B12E8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D1C7AE7E-70F4-2278-CC5F-FC62E5B65878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D37756EB-EBF3-1F60-B350-EEE1ED1C22FD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06D30B67-FD41-7A5F-CD48-FC3412C3825C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AB07C2A9-0B67-D857-E104-5181B5D6D6BD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E5D195B1-A416-E362-D6CD-D0FF247ADFB1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106343D6-99F3-BAC6-A6AD-74BBC869934A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E9AB981E-6E07-6757-C424-431C237C9B16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0F876DC1-0400-B6CE-C5EC-C3966E460CD9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667F5E76-1866-887A-2AA5-5020241A73C4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B711327F-688E-1957-A9A5-7B523FEE84C9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046F42F7-1BA9-395D-5E47-CAA7C3CA6334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5C8E66DF-0EF3-E438-4E2D-0FB3DE25CB92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575B7FC7-6661-0F3E-C41F-836CF50C67EE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E6AB8E31-EE70-B409-1C08-85DA410327E9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72FBCA9E-443D-610F-3D1B-FE1042D25510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7B116498-9DBA-8973-AB91-0FFF77E36FD2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3B93E5BE-EB30-3481-E3F6-2E7169839A4F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B268B733-A795-C8E8-42C2-C4C9843778DE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D54118A7-B42A-EEE6-A2EA-DA9132FD1E78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CEB6A9E2-7263-3A45-8897-6DED2E9D2C9B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F0011A93-6F2C-0550-E0D0-67AF4F1A98A3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F50CFEDD-E799-BC18-618B-696FE3B453FF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DF13083F-3E73-7742-9D8B-6544F02FE6A1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F47C7DFC-498F-5768-FF8C-D2055333630B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023B0235-739E-CDCB-D57E-0BC962C137BB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0ABC2E97-B80B-B15E-820A-CA24AADE0629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AC74EC2E-3601-7894-C763-D791E0E9A889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CBA3185F-ED26-D9EE-76E9-2CD3A4A9B61D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BE8AB50F-B5C8-2643-86BF-309ECC9AFF1B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A561A2C3-B467-1059-1F11-5D6637D44AA1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11E7E9B8-F9C4-48F0-3D84-C3FFC3580A78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62F1696C-00C6-140D-7B51-4B8B7D316AB0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58AE5CF6-B008-FCF7-9A17-D22E98F22438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41F41A3F-961B-6F69-AB42-1394EF8AC959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F94EBE50-D253-F621-70CD-BBE6BB669907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22C62B44-9169-2069-4B29-FDB75CB4765B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A61BD137-2827-5E75-E9DF-87C7AAD28A88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93B9379C-F2D8-B970-8F81-B1704D444309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E1E99E62-5A80-4744-28FB-D569A684BF54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6BF36DC2-4BE9-6A4F-1EA3-1996CE0DE556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B95B5A50-7429-353F-C1BA-FC5AFDC72E9B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E15A07E6-D49F-6C02-F995-457A44501707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244DFF02-221F-59B0-A88C-77B74BDD9D70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1B8F2B72-46B6-BBE2-2ACB-474428604FD7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3B812E96-F8E1-7EC2-EA10-C4EEFEC71499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0DDB825-B935-DBC2-AF38-A68BF0357103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13362C1-1594-98EC-5FB7-7F83A1B76D0F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7A7B07A-CBC1-1DFF-2CC9-362A58F5C1AE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51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9ECE-5E0E-980B-D9FD-CCCF58269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0FDF-271A-5C13-27A2-6E1CE194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שימוש במצביע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BC7EC78-C9A9-4410-84C9-1E6DD0097D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719263"/>
            <a:ext cx="5464996" cy="485933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s;</a:t>
            </a: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</a:t>
            </a: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3;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אופרטור כוכבית</a:t>
            </a: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std::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&lt;&lt;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אופרטור כוכבית</a:t>
            </a:r>
          </a:p>
          <a:p>
            <a:pPr marL="342900" lvl="0" indent="-342900" algn="l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address-of operator: &amp;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lvl="0" indent="-342900" algn="l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dereference operator: *</a:t>
            </a:r>
          </a:p>
          <a:p>
            <a:pPr marL="342900" lvl="0" indent="-342900" algn="r">
              <a:spcBef>
                <a:spcPts val="3600"/>
              </a:spcBef>
              <a:buFont typeface="Wingdings" panose="05000000000000000000" pitchFamily="2" charset="2"/>
              <a:buChar char="ç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מצביע 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יכול</a:t>
            </a:r>
            <a:br>
              <a:rPr lang="en-US" sz="2400" dirty="0">
                <a:solidFill>
                  <a:srgbClr val="000000"/>
                </a:solidFill>
                <a:latin typeface="Rubik" pitchFamily="2" charset="-79"/>
              </a:rPr>
            </a:b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להכיל כתובת של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long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...?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785F1528-18B2-155A-08B4-83B9F8B89B10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9A9F8E0C-2C5A-AA6D-E449-CBE50CBDA412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6F23BC2D-D56D-BBD3-8B1F-0D60359D186B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C845AC73-2B37-BC31-C8AD-ABC33FB351A4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C444B173-3854-16E4-283C-EB0E15A2A198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1A0DF177-D47B-3189-9400-B080C81A1CF3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E0CCB733-7DC4-13EE-0B2B-C0F3CF4844AF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CF01A565-1F07-B457-BAB1-695F5A2C4601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FEC19AA0-B1BE-91CE-6E98-AE0AE94E996B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B528012B-F72E-CFF6-580B-420CA626D1A9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64E9EF4E-1A84-6A29-CDFC-8398B1E0E209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C7085BBF-B555-02E2-7FF6-E2C3F8ACCD75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1AE470AA-79B4-5264-C01E-83A3859155C8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E3086A71-9B8F-18BD-DC6F-778F91FEBAE7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9231198E-ECDA-4619-B0E1-EFA36B8CA747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55D146CD-CE9D-676D-A27E-64BA4A8CD21D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51DAB499-E7AD-BBCE-BC34-6636E05FEB04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91703407-EAFD-77E2-2980-3446A78D8581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B410C1EC-066E-4136-C8FE-6444DE8396A4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809AEAE4-B333-153B-B36D-A9B4F91DDB6C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2F171649-44E0-E9C3-E0ED-3F26F68F64A2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7E247038-F889-299C-6E5D-61E4AD60F152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D72A2D62-2F90-A98C-6665-C7A4AA6EBC4C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904C733F-74FE-A3C5-7862-54B7FDCAE749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56003782-126D-6BAC-ABC7-59C32533204C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A9352F9F-AE1B-D745-D424-90ABF993DD73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7502418F-6E70-EE64-8BFA-93B1EE631BA0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5ACD5A44-E9CE-2447-6262-49B379C5E739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72C597E2-79A2-ABFE-F68C-0C92973561F5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078D2E8E-B92B-B14D-FF2F-69A19879DCB2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65E2AB9A-8DE5-B1D5-768B-1C862D009AE0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262E4145-AA8D-20F8-0A10-0605030F3CE0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02DE6948-C79C-229E-21E3-D093148BCBD5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4DA73415-29A3-4E03-407D-5394E49B4CA4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C596F356-3036-E456-417C-7B9D2C7B5F69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C6115B79-6456-DCA7-F5BA-73595DCD04E4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FE6D068D-B8CB-E8DE-CCF2-43A36783B06D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7975E0D3-815B-F843-699B-C65FB92E9AFC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1C1C0D41-FCDE-CC2D-47EB-A99260697F6F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F19B18AC-07A6-CAF3-6A3D-146FCB4E44CC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6AA0E1E6-B356-7E1D-CB2F-48F6FA7B8E87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6731D7CC-7D61-5D86-4998-EC9F12F1749E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1B8E093C-E6E6-DC57-AE64-34778CB2900C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CD6F3716-FB09-A62D-A1AF-9AF8F2E91B4A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568179C2-9F76-8458-8EE7-6E6A6DD73A5F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E2A2E4C4-AE4D-9F41-2838-0AC4E19600AB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090C51F0-DCA2-BD48-0CF7-EF43FF154A6B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8D933E88-ECC6-18A2-D5CA-2C4E7093282E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9BEEF620-3EA2-DFFD-A191-CF9344668445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3CA15B5D-421C-6932-B307-B627E0322826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4B6FD14F-0191-AAAB-7FB3-873994895044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18A13A3A-6AD2-F926-5D07-0714A0F07460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3B9DACFB-60DE-40CF-0E85-64B6B4622DB6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6644BDD-B25B-C5B4-B2D2-10EF8FA200B1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D3A3227-9C74-0270-29B3-E89A1EAE9817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F8ACA3D9-F4C1-0AFE-064C-59CAF4944D6F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29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FF02-3023-DA15-6155-8F883E63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1583-77A5-2F72-72B6-01574F36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שימוש במצביע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4D2B708-F264-6881-7407-3AAC13F9E3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719263"/>
            <a:ext cx="5464996" cy="485933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</a:t>
            </a:r>
            <a:r>
              <a:rPr lang="en-US" sz="5400" dirty="0">
                <a:solidFill>
                  <a:srgbClr val="000000"/>
                </a:solidFill>
                <a:latin typeface="Rubik" pitchFamily="2" charset="-79"/>
              </a:rPr>
              <a:t>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ps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&amp;s;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39D9D38B-3A67-E4F0-414D-9B6A90A200C2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D0259E88-0822-3C2C-6B2A-4108B0CDA139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9BD4567B-731A-2F70-CA6F-31565E5D4725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DFC6A231-1D94-9AB5-CDF9-5EEE25533862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5913F5B3-52AF-9D50-5DC0-52D9EEE1BF4A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C65A945E-17BA-9369-7490-829378E96252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38B0DDAA-1303-0EBA-B15A-83556557BA88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8A5D2C31-1680-4A3B-C919-50BEAB543087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40FB3413-8C5A-7760-CF0C-278A8554F6BB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E5BD9AA9-CD87-DBFF-24F8-A41E6B1A01F0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A45BD58B-5958-9667-ADED-BC468532A344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7AEC2BE2-0EC3-7D4C-88C8-411461CFE480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F3A74A9E-354E-DEC3-D696-0C1373574F27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3379248C-47C1-79BE-CD6E-3519E6ED60BC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754B52E7-2BFA-132F-166E-7B2B2C798824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4722FF32-FE16-6390-1B55-922991725595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DE00548D-9889-8B83-D172-20CDA90A8E12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EA51642B-8A84-CE99-B677-0AB9632146B5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7411345E-4F20-BC05-2139-85CE0B4ABA21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ED6B0C9F-C2F3-6096-607C-B6B965B660B4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BD151E22-647D-C32A-40A5-6A31F4723E10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D7C2687C-CB6B-E3AA-3298-935B0D7269C9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0028C337-C17E-9B80-081B-7437669965F7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EACD78E6-72C2-4ECE-1A21-4917605D9CF4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549DE31D-3F6B-6E2D-FBA5-1E32D6E121B0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47A7BF02-58C5-E483-D859-9B15C439D0E0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EA7779F7-9D16-E85C-33CA-F751B926186E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8C50A7B6-AB14-E920-6CC0-D2F47B43DB5C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2B8DC5D0-6E26-F58F-4B45-DA2751CCAE01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CA99DD22-A37E-052E-20C2-91B3B339B326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708AFC82-0E71-4B93-A847-27545CC8AEB0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7690B243-B64A-A04D-615A-B25E163442D1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02FAB1FD-B5E4-1382-3EEA-8FE97A3709BE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86B2CCFA-4376-160F-740B-D7E5D6793D9B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21E0C45C-67FA-5577-087B-8ABD80876211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1A570B3E-CBE1-8722-E3A4-563B73E92675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F9F4AF0C-93CD-13A6-FCC7-CD997737023F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BC8F4EA3-1393-1D7B-C2A2-96ACEE6DFF64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7DEDF8F2-270A-2EDA-7F6A-23AE9F471CDC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65DF48BC-27D5-4A7F-8ED9-2DAFD11B2F41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A9860767-5FE3-01EE-6076-6F7D38D5585D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1A6F76BB-964F-B9E6-B573-24CE9BCA9353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E90294EF-4CB5-A29B-1251-7F687F4C5388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EC51028B-CCE0-61D0-39AE-7BE336A28A49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06E1D773-4DDA-74BA-6203-7C9DEC35C621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B81E7B5A-3930-C8FB-0F39-9F7CD9CDC536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1442AEC8-AF66-B8FE-7FC7-596551B68F1F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ADF078F8-0332-A16D-1750-C0579ED21E8E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4CB77FCC-D810-6208-5F86-67B6FB69119A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5272FAD4-F9FD-4563-7FAA-1A62A539218C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F952028F-5D52-D757-0DF1-826C871712F8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6836555B-C596-DBC6-C981-973DFEB6D7DB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AFE591FE-020B-CE98-FB34-958D683BDCF8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F9980DD-85B1-3626-D3A4-2B53E624B93A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9E3EAA7-0931-F34B-5E8D-246668FA401F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7D65D5A-03CB-305E-4272-A9A9A3C72552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982B191-C477-6EF7-A73D-B37D5B74312E}"/>
              </a:ext>
            </a:extLst>
          </p:cNvPr>
          <p:cNvCxnSpPr>
            <a:cxnSpLocks/>
          </p:cNvCxnSpPr>
          <p:nvPr/>
        </p:nvCxnSpPr>
        <p:spPr>
          <a:xfrm flipV="1">
            <a:off x="4233767" y="2560371"/>
            <a:ext cx="0" cy="1187007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413E7C0-476C-0343-1E0E-70849B962FCB}"/>
              </a:ext>
            </a:extLst>
          </p:cNvPr>
          <p:cNvSpPr txBox="1">
            <a:spLocks/>
          </p:cNvSpPr>
          <p:nvPr/>
        </p:nvSpPr>
        <p:spPr>
          <a:xfrm>
            <a:off x="3580798" y="3786894"/>
            <a:ext cx="1262396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8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מה זה?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28878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113F-38F9-2274-B4F1-C4BEAA9A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B2B0-D76B-D3D2-DA80-CDBD9CC6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</a:rPr>
              <a:t>שימוש במצביע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B857190-328A-22A6-F31C-A7E4C751B1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7204" y="1628980"/>
            <a:ext cx="5464996" cy="467961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נכון או לא נכון?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מצביע 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double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יכול להכיל כל כתובת של 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double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...?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מצביע 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double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יכול להכיל כל כתובת של 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...?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double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יכול להכיל כל כתובת של 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double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...?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יכול להכיל כל כתובת של 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...?</a:t>
            </a:r>
          </a:p>
        </p:txBody>
      </p:sp>
      <p:sp>
        <p:nvSpPr>
          <p:cNvPr id="16" name="!!B6">
            <a:extLst>
              <a:ext uri="{FF2B5EF4-FFF2-40B4-BE49-F238E27FC236}">
                <a16:creationId xmlns:a16="http://schemas.microsoft.com/office/drawing/2014/main" id="{B2002D9B-D062-DC9A-54F4-3A32D6B6D317}"/>
              </a:ext>
            </a:extLst>
          </p:cNvPr>
          <p:cNvSpPr/>
          <p:nvPr/>
        </p:nvSpPr>
        <p:spPr>
          <a:xfrm>
            <a:off x="1331788" y="4176291"/>
            <a:ext cx="1443600" cy="360000"/>
          </a:xfrm>
          <a:custGeom>
            <a:avLst/>
            <a:gdLst>
              <a:gd name="connsiteX0" fmla="*/ -94 w 546125"/>
              <a:gd name="connsiteY0" fmla="*/ -191 h 370836"/>
              <a:gd name="connsiteX1" fmla="*/ 546031 w 546125"/>
              <a:gd name="connsiteY1" fmla="*/ -191 h 370836"/>
              <a:gd name="connsiteX2" fmla="*/ 546031 w 546125"/>
              <a:gd name="connsiteY2" fmla="*/ 370646 h 370836"/>
              <a:gd name="connsiteX3" fmla="*/ -94 w 546125"/>
              <a:gd name="connsiteY3" fmla="*/ 370646 h 37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25" h="370836">
                <a:moveTo>
                  <a:pt x="-94" y="-191"/>
                </a:moveTo>
                <a:lnTo>
                  <a:pt x="546031" y="-191"/>
                </a:lnTo>
                <a:lnTo>
                  <a:pt x="546031" y="370646"/>
                </a:lnTo>
                <a:lnTo>
                  <a:pt x="-94" y="370646"/>
                </a:lnTo>
                <a:close/>
              </a:path>
            </a:pathLst>
          </a:custGeom>
          <a:solidFill>
            <a:srgbClr val="61C6E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2" name="!!4">
            <a:extLst>
              <a:ext uri="{FF2B5EF4-FFF2-40B4-BE49-F238E27FC236}">
                <a16:creationId xmlns:a16="http://schemas.microsoft.com/office/drawing/2014/main" id="{4D0060B8-002F-E253-EEE5-7790BD48F783}"/>
              </a:ext>
            </a:extLst>
          </p:cNvPr>
          <p:cNvSpPr txBox="1"/>
          <p:nvPr/>
        </p:nvSpPr>
        <p:spPr>
          <a:xfrm>
            <a:off x="984820" y="4575098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4</a:t>
            </a:r>
          </a:p>
        </p:txBody>
      </p:sp>
      <p:sp>
        <p:nvSpPr>
          <p:cNvPr id="33" name="!!3">
            <a:extLst>
              <a:ext uri="{FF2B5EF4-FFF2-40B4-BE49-F238E27FC236}">
                <a16:creationId xmlns:a16="http://schemas.microsoft.com/office/drawing/2014/main" id="{46F17581-44A6-98D5-B414-497D4389AFCC}"/>
              </a:ext>
            </a:extLst>
          </p:cNvPr>
          <p:cNvSpPr txBox="1"/>
          <p:nvPr/>
        </p:nvSpPr>
        <p:spPr>
          <a:xfrm>
            <a:off x="984820" y="4968281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3</a:t>
            </a:r>
          </a:p>
        </p:txBody>
      </p:sp>
      <p:sp>
        <p:nvSpPr>
          <p:cNvPr id="34" name="!!2">
            <a:extLst>
              <a:ext uri="{FF2B5EF4-FFF2-40B4-BE49-F238E27FC236}">
                <a16:creationId xmlns:a16="http://schemas.microsoft.com/office/drawing/2014/main" id="{B2652B66-CE04-A0BA-AEA6-0662E1D0F20F}"/>
              </a:ext>
            </a:extLst>
          </p:cNvPr>
          <p:cNvSpPr txBox="1"/>
          <p:nvPr/>
        </p:nvSpPr>
        <p:spPr>
          <a:xfrm>
            <a:off x="984820" y="53894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2</a:t>
            </a:r>
          </a:p>
        </p:txBody>
      </p:sp>
      <p:sp>
        <p:nvSpPr>
          <p:cNvPr id="35" name="!!1">
            <a:extLst>
              <a:ext uri="{FF2B5EF4-FFF2-40B4-BE49-F238E27FC236}">
                <a16:creationId xmlns:a16="http://schemas.microsoft.com/office/drawing/2014/main" id="{D7E7245D-3FB3-2A47-FF49-114336380C10}"/>
              </a:ext>
            </a:extLst>
          </p:cNvPr>
          <p:cNvSpPr txBox="1"/>
          <p:nvPr/>
        </p:nvSpPr>
        <p:spPr>
          <a:xfrm>
            <a:off x="984820" y="5757126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</a:t>
            </a:r>
          </a:p>
        </p:txBody>
      </p:sp>
      <p:sp>
        <p:nvSpPr>
          <p:cNvPr id="36" name="!!0">
            <a:extLst>
              <a:ext uri="{FF2B5EF4-FFF2-40B4-BE49-F238E27FC236}">
                <a16:creationId xmlns:a16="http://schemas.microsoft.com/office/drawing/2014/main" id="{3175412F-E1F7-9714-9836-2AE4A7495974}"/>
              </a:ext>
            </a:extLst>
          </p:cNvPr>
          <p:cNvSpPr txBox="1"/>
          <p:nvPr/>
        </p:nvSpPr>
        <p:spPr>
          <a:xfrm>
            <a:off x="984820" y="6150955"/>
            <a:ext cx="3132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LID4096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0</a:t>
            </a:r>
          </a:p>
        </p:txBody>
      </p:sp>
      <p:grpSp>
        <p:nvGrpSpPr>
          <p:cNvPr id="47" name="!!G4">
            <a:extLst>
              <a:ext uri="{FF2B5EF4-FFF2-40B4-BE49-F238E27FC236}">
                <a16:creationId xmlns:a16="http://schemas.microsoft.com/office/drawing/2014/main" id="{30712410-162B-789A-C2C9-598D32BB1F75}"/>
              </a:ext>
            </a:extLst>
          </p:cNvPr>
          <p:cNvGrpSpPr/>
          <p:nvPr/>
        </p:nvGrpSpPr>
        <p:grpSpPr>
          <a:xfrm>
            <a:off x="1331964" y="4567042"/>
            <a:ext cx="1443600" cy="369531"/>
            <a:chOff x="6745542" y="2186469"/>
            <a:chExt cx="1443600" cy="369531"/>
          </a:xfrm>
        </p:grpSpPr>
        <p:sp>
          <p:nvSpPr>
            <p:cNvPr id="17" name="!!B5">
              <a:extLst>
                <a:ext uri="{FF2B5EF4-FFF2-40B4-BE49-F238E27FC236}">
                  <a16:creationId xmlns:a16="http://schemas.microsoft.com/office/drawing/2014/main" id="{9866F96F-983D-944F-32B9-49E39ED8A229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7" name="!!V4">
              <a:extLst>
                <a:ext uri="{FF2B5EF4-FFF2-40B4-BE49-F238E27FC236}">
                  <a16:creationId xmlns:a16="http://schemas.microsoft.com/office/drawing/2014/main" id="{FF65E980-0A3D-C88A-B955-677987C994E7}"/>
                </a:ext>
              </a:extLst>
            </p:cNvPr>
            <p:cNvSpPr txBox="1"/>
            <p:nvPr/>
          </p:nvSpPr>
          <p:spPr>
            <a:xfrm>
              <a:off x="7244359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45</a:t>
              </a:r>
            </a:p>
          </p:txBody>
        </p:sp>
      </p:grpSp>
      <p:grpSp>
        <p:nvGrpSpPr>
          <p:cNvPr id="46" name="!!G3">
            <a:extLst>
              <a:ext uri="{FF2B5EF4-FFF2-40B4-BE49-F238E27FC236}">
                <a16:creationId xmlns:a16="http://schemas.microsoft.com/office/drawing/2014/main" id="{11BF8FCD-9BC4-6513-7A58-3D6A0305039C}"/>
              </a:ext>
            </a:extLst>
          </p:cNvPr>
          <p:cNvGrpSpPr/>
          <p:nvPr/>
        </p:nvGrpSpPr>
        <p:grpSpPr>
          <a:xfrm>
            <a:off x="1332140" y="4966093"/>
            <a:ext cx="1443600" cy="369531"/>
            <a:chOff x="5286634" y="2186469"/>
            <a:chExt cx="1443600" cy="369531"/>
          </a:xfrm>
        </p:grpSpPr>
        <p:sp>
          <p:nvSpPr>
            <p:cNvPr id="18" name="!!B4">
              <a:extLst>
                <a:ext uri="{FF2B5EF4-FFF2-40B4-BE49-F238E27FC236}">
                  <a16:creationId xmlns:a16="http://schemas.microsoft.com/office/drawing/2014/main" id="{A7A12DA2-A703-5EAF-1E56-8357328BA631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8" name="!!V3">
              <a:extLst>
                <a:ext uri="{FF2B5EF4-FFF2-40B4-BE49-F238E27FC236}">
                  <a16:creationId xmlns:a16="http://schemas.microsoft.com/office/drawing/2014/main" id="{926E98EB-69E5-ED7C-5D82-5105F25F60FE}"/>
                </a:ext>
              </a:extLst>
            </p:cNvPr>
            <p:cNvSpPr txBox="1"/>
            <p:nvPr/>
          </p:nvSpPr>
          <p:spPr>
            <a:xfrm>
              <a:off x="5788034" y="21864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46</a:t>
              </a:r>
            </a:p>
          </p:txBody>
        </p:sp>
      </p:grpSp>
      <p:grpSp>
        <p:nvGrpSpPr>
          <p:cNvPr id="45" name="!!G2">
            <a:extLst>
              <a:ext uri="{FF2B5EF4-FFF2-40B4-BE49-F238E27FC236}">
                <a16:creationId xmlns:a16="http://schemas.microsoft.com/office/drawing/2014/main" id="{00A43A66-6442-C0A6-1DAB-0578E46ACB4B}"/>
              </a:ext>
            </a:extLst>
          </p:cNvPr>
          <p:cNvGrpSpPr/>
          <p:nvPr/>
        </p:nvGrpSpPr>
        <p:grpSpPr>
          <a:xfrm>
            <a:off x="1332492" y="5355626"/>
            <a:ext cx="1442720" cy="369531"/>
            <a:chOff x="3830318" y="2186469"/>
            <a:chExt cx="1442720" cy="369531"/>
          </a:xfrm>
        </p:grpSpPr>
        <p:sp>
          <p:nvSpPr>
            <p:cNvPr id="19" name="!!B3">
              <a:extLst>
                <a:ext uri="{FF2B5EF4-FFF2-40B4-BE49-F238E27FC236}">
                  <a16:creationId xmlns:a16="http://schemas.microsoft.com/office/drawing/2014/main" id="{7F2E88F5-A6A8-E9E9-295E-6707C69FB107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9" name="!!V2">
              <a:extLst>
                <a:ext uri="{FF2B5EF4-FFF2-40B4-BE49-F238E27FC236}">
                  <a16:creationId xmlns:a16="http://schemas.microsoft.com/office/drawing/2014/main" id="{C6CFD552-F40F-0849-C944-BA0040C2DF1D}"/>
                </a:ext>
              </a:extLst>
            </p:cNvPr>
            <p:cNvSpPr txBox="1"/>
            <p:nvPr/>
          </p:nvSpPr>
          <p:spPr>
            <a:xfrm>
              <a:off x="4333300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3A</a:t>
              </a:r>
            </a:p>
          </p:txBody>
        </p:sp>
      </p:grpSp>
      <p:grpSp>
        <p:nvGrpSpPr>
          <p:cNvPr id="44" name="!!G1">
            <a:extLst>
              <a:ext uri="{FF2B5EF4-FFF2-40B4-BE49-F238E27FC236}">
                <a16:creationId xmlns:a16="http://schemas.microsoft.com/office/drawing/2014/main" id="{5F1AB2C5-A87E-27B0-9D16-615F7CDD3665}"/>
              </a:ext>
            </a:extLst>
          </p:cNvPr>
          <p:cNvGrpSpPr/>
          <p:nvPr/>
        </p:nvGrpSpPr>
        <p:grpSpPr>
          <a:xfrm>
            <a:off x="1332316" y="5747595"/>
            <a:ext cx="1443600" cy="369531"/>
            <a:chOff x="2373626" y="2186469"/>
            <a:chExt cx="1443600" cy="369531"/>
          </a:xfrm>
        </p:grpSpPr>
        <p:sp>
          <p:nvSpPr>
            <p:cNvPr id="20" name="!!B2">
              <a:extLst>
                <a:ext uri="{FF2B5EF4-FFF2-40B4-BE49-F238E27FC236}">
                  <a16:creationId xmlns:a16="http://schemas.microsoft.com/office/drawing/2014/main" id="{695EC966-5696-3987-F261-61EBC2AFD4AA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40" name="!!V1">
              <a:extLst>
                <a:ext uri="{FF2B5EF4-FFF2-40B4-BE49-F238E27FC236}">
                  <a16:creationId xmlns:a16="http://schemas.microsoft.com/office/drawing/2014/main" id="{82CBCCC1-4ED2-DDC5-7984-49AC6269D74C}"/>
                </a:ext>
              </a:extLst>
            </p:cNvPr>
            <p:cNvSpPr txBox="1"/>
            <p:nvPr/>
          </p:nvSpPr>
          <p:spPr>
            <a:xfrm>
              <a:off x="2876984" y="21864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F7</a:t>
              </a:r>
            </a:p>
          </p:txBody>
        </p:sp>
      </p:grpSp>
      <p:grpSp>
        <p:nvGrpSpPr>
          <p:cNvPr id="43" name="!!G0">
            <a:extLst>
              <a:ext uri="{FF2B5EF4-FFF2-40B4-BE49-F238E27FC236}">
                <a16:creationId xmlns:a16="http://schemas.microsoft.com/office/drawing/2014/main" id="{0B90FCA9-4CA0-7D69-3DEF-D55D5B337D2F}"/>
              </a:ext>
            </a:extLst>
          </p:cNvPr>
          <p:cNvGrpSpPr/>
          <p:nvPr/>
        </p:nvGrpSpPr>
        <p:grpSpPr>
          <a:xfrm>
            <a:off x="1332492" y="6139564"/>
            <a:ext cx="1443600" cy="369531"/>
            <a:chOff x="920078" y="2186469"/>
            <a:chExt cx="1443600" cy="369531"/>
          </a:xfrm>
        </p:grpSpPr>
        <p:sp>
          <p:nvSpPr>
            <p:cNvPr id="21" name="!!B1">
              <a:extLst>
                <a:ext uri="{FF2B5EF4-FFF2-40B4-BE49-F238E27FC236}">
                  <a16:creationId xmlns:a16="http://schemas.microsoft.com/office/drawing/2014/main" id="{BB4F4563-4D2A-0D95-7040-252624BA40F9}"/>
                </a:ext>
              </a:extLst>
            </p:cNvPr>
            <p:cNvSpPr/>
            <p:nvPr/>
          </p:nvSpPr>
          <p:spPr>
            <a:xfrm>
              <a:off x="920078" y="2196000"/>
              <a:ext cx="1443600" cy="360000"/>
            </a:xfrm>
            <a:custGeom>
              <a:avLst/>
              <a:gdLst>
                <a:gd name="connsiteX0" fmla="*/ -94 w 1456318"/>
                <a:gd name="connsiteY0" fmla="*/ -191 h 370836"/>
                <a:gd name="connsiteX1" fmla="*/ 1456224 w 1456318"/>
                <a:gd name="connsiteY1" fmla="*/ -191 h 370836"/>
                <a:gd name="connsiteX2" fmla="*/ 1456224 w 1456318"/>
                <a:gd name="connsiteY2" fmla="*/ 370646 h 370836"/>
                <a:gd name="connsiteX3" fmla="*/ -94 w 1456318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8" h="370836">
                  <a:moveTo>
                    <a:pt x="-94" y="-191"/>
                  </a:moveTo>
                  <a:lnTo>
                    <a:pt x="1456224" y="-191"/>
                  </a:lnTo>
                  <a:lnTo>
                    <a:pt x="1456224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87D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41" name="!!V0">
              <a:extLst>
                <a:ext uri="{FF2B5EF4-FFF2-40B4-BE49-F238E27FC236}">
                  <a16:creationId xmlns:a16="http://schemas.microsoft.com/office/drawing/2014/main" id="{9B609A42-0E31-3176-F0C1-AB17F7D21E88}"/>
                </a:ext>
              </a:extLst>
            </p:cNvPr>
            <p:cNvSpPr txBox="1"/>
            <p:nvPr/>
          </p:nvSpPr>
          <p:spPr>
            <a:xfrm>
              <a:off x="1479471" y="2186469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</a:p>
          </p:txBody>
        </p:sp>
      </p:grpSp>
      <p:sp>
        <p:nvSpPr>
          <p:cNvPr id="56" name="8">
            <a:extLst>
              <a:ext uri="{FF2B5EF4-FFF2-40B4-BE49-F238E27FC236}">
                <a16:creationId xmlns:a16="http://schemas.microsoft.com/office/drawing/2014/main" id="{932DABD5-FDE5-2EE4-919E-26B62C4DC793}"/>
              </a:ext>
            </a:extLst>
          </p:cNvPr>
          <p:cNvSpPr txBox="1"/>
          <p:nvPr/>
        </p:nvSpPr>
        <p:spPr>
          <a:xfrm>
            <a:off x="985768" y="2987051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8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7" name="7">
            <a:extLst>
              <a:ext uri="{FF2B5EF4-FFF2-40B4-BE49-F238E27FC236}">
                <a16:creationId xmlns:a16="http://schemas.microsoft.com/office/drawing/2014/main" id="{EE8B8E16-F339-2D5B-30E8-242AE5345DFC}"/>
              </a:ext>
            </a:extLst>
          </p:cNvPr>
          <p:cNvSpPr txBox="1"/>
          <p:nvPr/>
        </p:nvSpPr>
        <p:spPr>
          <a:xfrm>
            <a:off x="985768" y="33802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7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8" name="6">
            <a:extLst>
              <a:ext uri="{FF2B5EF4-FFF2-40B4-BE49-F238E27FC236}">
                <a16:creationId xmlns:a16="http://schemas.microsoft.com/office/drawing/2014/main" id="{078E90CD-8449-2736-5B96-812F33B1E4A6}"/>
              </a:ext>
            </a:extLst>
          </p:cNvPr>
          <p:cNvSpPr txBox="1"/>
          <p:nvPr/>
        </p:nvSpPr>
        <p:spPr>
          <a:xfrm>
            <a:off x="985768" y="3801408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6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7D4BEE41-5F9D-D5A7-6C40-8C7250B4187C}"/>
              </a:ext>
            </a:extLst>
          </p:cNvPr>
          <p:cNvSpPr txBox="1"/>
          <p:nvPr/>
        </p:nvSpPr>
        <p:spPr>
          <a:xfrm>
            <a:off x="985768" y="4169079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5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60" name="!!G4">
            <a:extLst>
              <a:ext uri="{FF2B5EF4-FFF2-40B4-BE49-F238E27FC236}">
                <a16:creationId xmlns:a16="http://schemas.microsoft.com/office/drawing/2014/main" id="{CFABACCF-1E65-9B2E-2349-E3BF86F85CCF}"/>
              </a:ext>
            </a:extLst>
          </p:cNvPr>
          <p:cNvGrpSpPr/>
          <p:nvPr/>
        </p:nvGrpSpPr>
        <p:grpSpPr>
          <a:xfrm>
            <a:off x="1331964" y="2978995"/>
            <a:ext cx="1443600" cy="369531"/>
            <a:chOff x="6745542" y="2186469"/>
            <a:chExt cx="1443600" cy="369531"/>
          </a:xfrm>
        </p:grpSpPr>
        <p:sp>
          <p:nvSpPr>
            <p:cNvPr id="61" name="!!B5">
              <a:extLst>
                <a:ext uri="{FF2B5EF4-FFF2-40B4-BE49-F238E27FC236}">
                  <a16:creationId xmlns:a16="http://schemas.microsoft.com/office/drawing/2014/main" id="{C5AE3CA0-367C-02E8-9A60-19DEF96DC6AA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2" name="!!V4">
              <a:extLst>
                <a:ext uri="{FF2B5EF4-FFF2-40B4-BE49-F238E27FC236}">
                  <a16:creationId xmlns:a16="http://schemas.microsoft.com/office/drawing/2014/main" id="{8A8CAEB7-2D79-E8FD-56DF-63BDF2DCCDED}"/>
                </a:ext>
              </a:extLst>
            </p:cNvPr>
            <p:cNvSpPr txBox="1"/>
            <p:nvPr/>
          </p:nvSpPr>
          <p:spPr>
            <a:xfrm>
              <a:off x="7309279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2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3" name="!!G3">
            <a:extLst>
              <a:ext uri="{FF2B5EF4-FFF2-40B4-BE49-F238E27FC236}">
                <a16:creationId xmlns:a16="http://schemas.microsoft.com/office/drawing/2014/main" id="{F671B900-BFE5-A08F-DEA1-C9710C2EFC51}"/>
              </a:ext>
            </a:extLst>
          </p:cNvPr>
          <p:cNvGrpSpPr/>
          <p:nvPr/>
        </p:nvGrpSpPr>
        <p:grpSpPr>
          <a:xfrm>
            <a:off x="1332140" y="3378046"/>
            <a:ext cx="1443600" cy="369531"/>
            <a:chOff x="5286634" y="2186469"/>
            <a:chExt cx="1443600" cy="369531"/>
          </a:xfrm>
        </p:grpSpPr>
        <p:sp>
          <p:nvSpPr>
            <p:cNvPr id="64" name="!!B4">
              <a:extLst>
                <a:ext uri="{FF2B5EF4-FFF2-40B4-BE49-F238E27FC236}">
                  <a16:creationId xmlns:a16="http://schemas.microsoft.com/office/drawing/2014/main" id="{63694C0E-133A-40FC-31B6-E8E6D96CC884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5" name="!!V3">
              <a:extLst>
                <a:ext uri="{FF2B5EF4-FFF2-40B4-BE49-F238E27FC236}">
                  <a16:creationId xmlns:a16="http://schemas.microsoft.com/office/drawing/2014/main" id="{05B497AD-2764-5EBA-A5E4-4C03F0363885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66" name="!!G2">
            <a:extLst>
              <a:ext uri="{FF2B5EF4-FFF2-40B4-BE49-F238E27FC236}">
                <a16:creationId xmlns:a16="http://schemas.microsoft.com/office/drawing/2014/main" id="{9AB1B336-9DFD-48FF-D01C-A60C9042A08B}"/>
              </a:ext>
            </a:extLst>
          </p:cNvPr>
          <p:cNvGrpSpPr/>
          <p:nvPr/>
        </p:nvGrpSpPr>
        <p:grpSpPr>
          <a:xfrm>
            <a:off x="1332492" y="3767579"/>
            <a:ext cx="1442720" cy="369531"/>
            <a:chOff x="3830318" y="2186469"/>
            <a:chExt cx="1442720" cy="369531"/>
          </a:xfrm>
        </p:grpSpPr>
        <p:sp>
          <p:nvSpPr>
            <p:cNvPr id="67" name="!!B3">
              <a:extLst>
                <a:ext uri="{FF2B5EF4-FFF2-40B4-BE49-F238E27FC236}">
                  <a16:creationId xmlns:a16="http://schemas.microsoft.com/office/drawing/2014/main" id="{0C137F83-205F-C1B9-F6B0-C17782C27CD1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68" name="!!V2">
              <a:extLst>
                <a:ext uri="{FF2B5EF4-FFF2-40B4-BE49-F238E27FC236}">
                  <a16:creationId xmlns:a16="http://schemas.microsoft.com/office/drawing/2014/main" id="{F337DB12-24A0-08F8-4E10-2C077A2A48B5}"/>
                </a:ext>
              </a:extLst>
            </p:cNvPr>
            <p:cNvSpPr txBox="1"/>
            <p:nvPr/>
          </p:nvSpPr>
          <p:spPr>
            <a:xfrm>
              <a:off x="4333300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FF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69" name="!!G1">
            <a:extLst>
              <a:ext uri="{FF2B5EF4-FFF2-40B4-BE49-F238E27FC236}">
                <a16:creationId xmlns:a16="http://schemas.microsoft.com/office/drawing/2014/main" id="{26E54BD6-6C1F-E7C2-A67A-96B12F09245A}"/>
              </a:ext>
            </a:extLst>
          </p:cNvPr>
          <p:cNvGrpSpPr/>
          <p:nvPr/>
        </p:nvGrpSpPr>
        <p:grpSpPr>
          <a:xfrm>
            <a:off x="1332316" y="4159548"/>
            <a:ext cx="1443600" cy="369531"/>
            <a:chOff x="2373626" y="2186469"/>
            <a:chExt cx="1443600" cy="369531"/>
          </a:xfrm>
        </p:grpSpPr>
        <p:sp>
          <p:nvSpPr>
            <p:cNvPr id="70" name="!!B2">
              <a:extLst>
                <a:ext uri="{FF2B5EF4-FFF2-40B4-BE49-F238E27FC236}">
                  <a16:creationId xmlns:a16="http://schemas.microsoft.com/office/drawing/2014/main" id="{BDFA5A01-A4E2-74BB-1CDD-26472978EE2E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71" name="!!V1">
              <a:extLst>
                <a:ext uri="{FF2B5EF4-FFF2-40B4-BE49-F238E27FC236}">
                  <a16:creationId xmlns:a16="http://schemas.microsoft.com/office/drawing/2014/main" id="{B07F8629-1BDE-50FB-F6B8-8D0C6775DDDA}"/>
                </a:ext>
              </a:extLst>
            </p:cNvPr>
            <p:cNvSpPr txBox="1"/>
            <p:nvPr/>
          </p:nvSpPr>
          <p:spPr>
            <a:xfrm>
              <a:off x="2876984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60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88" name="8">
            <a:extLst>
              <a:ext uri="{FF2B5EF4-FFF2-40B4-BE49-F238E27FC236}">
                <a16:creationId xmlns:a16="http://schemas.microsoft.com/office/drawing/2014/main" id="{5F2472E8-B106-DDA9-EFA1-A6CF57703A55}"/>
              </a:ext>
            </a:extLst>
          </p:cNvPr>
          <p:cNvSpPr txBox="1"/>
          <p:nvPr/>
        </p:nvSpPr>
        <p:spPr>
          <a:xfrm>
            <a:off x="922450" y="1415306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12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89" name="7">
            <a:extLst>
              <a:ext uri="{FF2B5EF4-FFF2-40B4-BE49-F238E27FC236}">
                <a16:creationId xmlns:a16="http://schemas.microsoft.com/office/drawing/2014/main" id="{ADFC5995-B0AA-0AF1-CA02-ED788667BC0E}"/>
              </a:ext>
            </a:extLst>
          </p:cNvPr>
          <p:cNvSpPr txBox="1"/>
          <p:nvPr/>
        </p:nvSpPr>
        <p:spPr>
          <a:xfrm>
            <a:off x="922450" y="1808489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800" b="1" spc="0" baseline="0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11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0" name="6">
            <a:extLst>
              <a:ext uri="{FF2B5EF4-FFF2-40B4-BE49-F238E27FC236}">
                <a16:creationId xmlns:a16="http://schemas.microsoft.com/office/drawing/2014/main" id="{E0D87277-3CB8-4376-4E95-C940D62C5534}"/>
              </a:ext>
            </a:extLst>
          </p:cNvPr>
          <p:cNvSpPr txBox="1"/>
          <p:nvPr/>
        </p:nvSpPr>
        <p:spPr>
          <a:xfrm>
            <a:off x="922450" y="2229663"/>
            <a:ext cx="43794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10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sp>
        <p:nvSpPr>
          <p:cNvPr id="91" name="5">
            <a:extLst>
              <a:ext uri="{FF2B5EF4-FFF2-40B4-BE49-F238E27FC236}">
                <a16:creationId xmlns:a16="http://schemas.microsoft.com/office/drawing/2014/main" id="{053D67E3-71B5-36A8-C7FF-FA1329380E3E}"/>
              </a:ext>
            </a:extLst>
          </p:cNvPr>
          <p:cNvSpPr txBox="1"/>
          <p:nvPr/>
        </p:nvSpPr>
        <p:spPr>
          <a:xfrm>
            <a:off x="985768" y="2597334"/>
            <a:ext cx="31130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b="1" dirty="0">
                <a:ln/>
                <a:solidFill>
                  <a:srgbClr val="000000"/>
                </a:solidFill>
                <a:latin typeface="Consolas" panose="020B0609020204030204" pitchFamily="49" charset="0"/>
                <a:sym typeface="Consolas"/>
                <a:rtl val="0"/>
              </a:rPr>
              <a:t>9</a:t>
            </a:r>
            <a:endParaRPr lang="LID4096" sz="1800" b="1" spc="0" baseline="0" dirty="0">
              <a:ln/>
              <a:solidFill>
                <a:srgbClr val="000000"/>
              </a:solidFill>
              <a:latin typeface="Consolas" panose="020B0609020204030204" pitchFamily="49" charset="0"/>
              <a:sym typeface="Consolas"/>
              <a:rtl val="0"/>
            </a:endParaRPr>
          </a:p>
        </p:txBody>
      </p:sp>
      <p:grpSp>
        <p:nvGrpSpPr>
          <p:cNvPr id="92" name="!!G4">
            <a:extLst>
              <a:ext uri="{FF2B5EF4-FFF2-40B4-BE49-F238E27FC236}">
                <a16:creationId xmlns:a16="http://schemas.microsoft.com/office/drawing/2014/main" id="{00F96F97-120D-5628-60CD-37BA28105EF8}"/>
              </a:ext>
            </a:extLst>
          </p:cNvPr>
          <p:cNvGrpSpPr/>
          <p:nvPr/>
        </p:nvGrpSpPr>
        <p:grpSpPr>
          <a:xfrm>
            <a:off x="1331964" y="1407250"/>
            <a:ext cx="1443600" cy="369531"/>
            <a:chOff x="6745542" y="2186469"/>
            <a:chExt cx="1443600" cy="369531"/>
          </a:xfrm>
        </p:grpSpPr>
        <p:sp>
          <p:nvSpPr>
            <p:cNvPr id="93" name="!!B5">
              <a:extLst>
                <a:ext uri="{FF2B5EF4-FFF2-40B4-BE49-F238E27FC236}">
                  <a16:creationId xmlns:a16="http://schemas.microsoft.com/office/drawing/2014/main" id="{4D976DB0-B68F-7147-2C72-E4A6D2B8FDDE}"/>
                </a:ext>
              </a:extLst>
            </p:cNvPr>
            <p:cNvSpPr/>
            <p:nvPr/>
          </p:nvSpPr>
          <p:spPr>
            <a:xfrm>
              <a:off x="6745542" y="2196000"/>
              <a:ext cx="144360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4" name="!!V4">
              <a:extLst>
                <a:ext uri="{FF2B5EF4-FFF2-40B4-BE49-F238E27FC236}">
                  <a16:creationId xmlns:a16="http://schemas.microsoft.com/office/drawing/2014/main" id="{6D6BA85B-EF87-F3A9-42F4-1A5CCAE8E758}"/>
                </a:ext>
              </a:extLst>
            </p:cNvPr>
            <p:cNvSpPr txBox="1"/>
            <p:nvPr/>
          </p:nvSpPr>
          <p:spPr>
            <a:xfrm>
              <a:off x="7245961" y="2186469"/>
              <a:ext cx="437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CE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5" name="!!G3">
            <a:extLst>
              <a:ext uri="{FF2B5EF4-FFF2-40B4-BE49-F238E27FC236}">
                <a16:creationId xmlns:a16="http://schemas.microsoft.com/office/drawing/2014/main" id="{72ECE36E-7AC0-82CE-13E4-F7B3398E3E21}"/>
              </a:ext>
            </a:extLst>
          </p:cNvPr>
          <p:cNvGrpSpPr/>
          <p:nvPr/>
        </p:nvGrpSpPr>
        <p:grpSpPr>
          <a:xfrm>
            <a:off x="1332140" y="1806301"/>
            <a:ext cx="1443600" cy="369531"/>
            <a:chOff x="5286634" y="2186469"/>
            <a:chExt cx="1443600" cy="369531"/>
          </a:xfrm>
        </p:grpSpPr>
        <p:sp>
          <p:nvSpPr>
            <p:cNvPr id="96" name="!!B4">
              <a:extLst>
                <a:ext uri="{FF2B5EF4-FFF2-40B4-BE49-F238E27FC236}">
                  <a16:creationId xmlns:a16="http://schemas.microsoft.com/office/drawing/2014/main" id="{DCE99A25-D849-53BA-A3FB-3E1FE585DC50}"/>
                </a:ext>
              </a:extLst>
            </p:cNvPr>
            <p:cNvSpPr/>
            <p:nvPr/>
          </p:nvSpPr>
          <p:spPr>
            <a:xfrm>
              <a:off x="5286634" y="2196000"/>
              <a:ext cx="1443600" cy="360000"/>
            </a:xfrm>
            <a:custGeom>
              <a:avLst/>
              <a:gdLst>
                <a:gd name="connsiteX0" fmla="*/ -94 w 1456325"/>
                <a:gd name="connsiteY0" fmla="*/ -191 h 370836"/>
                <a:gd name="connsiteX1" fmla="*/ 1456231 w 1456325"/>
                <a:gd name="connsiteY1" fmla="*/ -191 h 370836"/>
                <a:gd name="connsiteX2" fmla="*/ 1456231 w 1456325"/>
                <a:gd name="connsiteY2" fmla="*/ 370646 h 370836"/>
                <a:gd name="connsiteX3" fmla="*/ -94 w 145632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5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97" name="!!V3">
              <a:extLst>
                <a:ext uri="{FF2B5EF4-FFF2-40B4-BE49-F238E27FC236}">
                  <a16:creationId xmlns:a16="http://schemas.microsoft.com/office/drawing/2014/main" id="{2A1B6E66-DB9A-1D51-2464-C1D3CFC4E033}"/>
                </a:ext>
              </a:extLst>
            </p:cNvPr>
            <p:cNvSpPr txBox="1"/>
            <p:nvPr/>
          </p:nvSpPr>
          <p:spPr>
            <a:xfrm>
              <a:off x="5852955" y="2186469"/>
              <a:ext cx="31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cs typeface="Arial"/>
                  <a:sym typeface="Arial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98" name="!!G2">
            <a:extLst>
              <a:ext uri="{FF2B5EF4-FFF2-40B4-BE49-F238E27FC236}">
                <a16:creationId xmlns:a16="http://schemas.microsoft.com/office/drawing/2014/main" id="{A9FA9686-D76C-7C12-D809-E39364F1D70F}"/>
              </a:ext>
            </a:extLst>
          </p:cNvPr>
          <p:cNvGrpSpPr/>
          <p:nvPr/>
        </p:nvGrpSpPr>
        <p:grpSpPr>
          <a:xfrm>
            <a:off x="1332492" y="2195834"/>
            <a:ext cx="1442720" cy="369531"/>
            <a:chOff x="3830318" y="2186469"/>
            <a:chExt cx="1442720" cy="369531"/>
          </a:xfrm>
        </p:grpSpPr>
        <p:sp>
          <p:nvSpPr>
            <p:cNvPr id="99" name="!!B3">
              <a:extLst>
                <a:ext uri="{FF2B5EF4-FFF2-40B4-BE49-F238E27FC236}">
                  <a16:creationId xmlns:a16="http://schemas.microsoft.com/office/drawing/2014/main" id="{568B6A02-A398-2A77-75D3-D236F3CB3358}"/>
                </a:ext>
              </a:extLst>
            </p:cNvPr>
            <p:cNvSpPr/>
            <p:nvPr/>
          </p:nvSpPr>
          <p:spPr>
            <a:xfrm>
              <a:off x="3830318" y="2196000"/>
              <a:ext cx="1442720" cy="360000"/>
            </a:xfrm>
            <a:custGeom>
              <a:avLst/>
              <a:gdLst>
                <a:gd name="connsiteX0" fmla="*/ -94 w 1456315"/>
                <a:gd name="connsiteY0" fmla="*/ -191 h 370836"/>
                <a:gd name="connsiteX1" fmla="*/ 1456221 w 1456315"/>
                <a:gd name="connsiteY1" fmla="*/ -191 h 370836"/>
                <a:gd name="connsiteX2" fmla="*/ 1456221 w 1456315"/>
                <a:gd name="connsiteY2" fmla="*/ 370646 h 370836"/>
                <a:gd name="connsiteX3" fmla="*/ -94 w 1456315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15" h="370836">
                  <a:moveTo>
                    <a:pt x="-94" y="-191"/>
                  </a:moveTo>
                  <a:lnTo>
                    <a:pt x="1456221" y="-191"/>
                  </a:lnTo>
                  <a:lnTo>
                    <a:pt x="145622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1479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00" name="!!V2">
              <a:extLst>
                <a:ext uri="{FF2B5EF4-FFF2-40B4-BE49-F238E27FC236}">
                  <a16:creationId xmlns:a16="http://schemas.microsoft.com/office/drawing/2014/main" id="{BC666659-7C57-D5C9-031B-638A49A7D047}"/>
                </a:ext>
              </a:extLst>
            </p:cNvPr>
            <p:cNvSpPr txBox="1"/>
            <p:nvPr/>
          </p:nvSpPr>
          <p:spPr>
            <a:xfrm>
              <a:off x="4396618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grpSp>
        <p:nvGrpSpPr>
          <p:cNvPr id="101" name="!!G1">
            <a:extLst>
              <a:ext uri="{FF2B5EF4-FFF2-40B4-BE49-F238E27FC236}">
                <a16:creationId xmlns:a16="http://schemas.microsoft.com/office/drawing/2014/main" id="{E2355B3B-FD50-5AF0-8F80-00D6AEFF684A}"/>
              </a:ext>
            </a:extLst>
          </p:cNvPr>
          <p:cNvGrpSpPr/>
          <p:nvPr/>
        </p:nvGrpSpPr>
        <p:grpSpPr>
          <a:xfrm>
            <a:off x="1332316" y="2587803"/>
            <a:ext cx="1443600" cy="369531"/>
            <a:chOff x="2373626" y="2186469"/>
            <a:chExt cx="1443600" cy="369531"/>
          </a:xfrm>
        </p:grpSpPr>
        <p:sp>
          <p:nvSpPr>
            <p:cNvPr id="102" name="!!B2">
              <a:extLst>
                <a:ext uri="{FF2B5EF4-FFF2-40B4-BE49-F238E27FC236}">
                  <a16:creationId xmlns:a16="http://schemas.microsoft.com/office/drawing/2014/main" id="{BB55FD39-90AA-F3CA-A05A-E27E313F4B58}"/>
                </a:ext>
              </a:extLst>
            </p:cNvPr>
            <p:cNvSpPr/>
            <p:nvPr/>
          </p:nvSpPr>
          <p:spPr>
            <a:xfrm>
              <a:off x="2373626" y="2196000"/>
              <a:ext cx="1443600" cy="360000"/>
            </a:xfrm>
            <a:custGeom>
              <a:avLst/>
              <a:gdLst>
                <a:gd name="connsiteX0" fmla="*/ -94 w 1456324"/>
                <a:gd name="connsiteY0" fmla="*/ -191 h 370836"/>
                <a:gd name="connsiteX1" fmla="*/ 1456231 w 1456324"/>
                <a:gd name="connsiteY1" fmla="*/ -191 h 370836"/>
                <a:gd name="connsiteX2" fmla="*/ 1456231 w 1456324"/>
                <a:gd name="connsiteY2" fmla="*/ 370646 h 370836"/>
                <a:gd name="connsiteX3" fmla="*/ -94 w 1456324"/>
                <a:gd name="connsiteY3" fmla="*/ 370646 h 37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6324" h="370836">
                  <a:moveTo>
                    <a:pt x="-94" y="-191"/>
                  </a:moveTo>
                  <a:lnTo>
                    <a:pt x="1456231" y="-191"/>
                  </a:lnTo>
                  <a:lnTo>
                    <a:pt x="1456231" y="370646"/>
                  </a:lnTo>
                  <a:lnTo>
                    <a:pt x="-94" y="370646"/>
                  </a:lnTo>
                  <a:close/>
                </a:path>
              </a:pathLst>
            </a:custGeom>
            <a:solidFill>
              <a:srgbClr val="61C6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dirty="0">
                <a:latin typeface="Consolas" panose="020B0609020204030204" pitchFamily="49" charset="0"/>
              </a:endParaRPr>
            </a:p>
          </p:txBody>
        </p:sp>
        <p:sp>
          <p:nvSpPr>
            <p:cNvPr id="103" name="!!V1">
              <a:extLst>
                <a:ext uri="{FF2B5EF4-FFF2-40B4-BE49-F238E27FC236}">
                  <a16:creationId xmlns:a16="http://schemas.microsoft.com/office/drawing/2014/main" id="{356E538B-A754-B198-BA93-BAE7B27FBB22}"/>
                </a:ext>
              </a:extLst>
            </p:cNvPr>
            <p:cNvSpPr txBox="1"/>
            <p:nvPr/>
          </p:nvSpPr>
          <p:spPr>
            <a:xfrm>
              <a:off x="2940302" y="218646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b="1" spc="0" baseline="0" dirty="0">
                  <a:ln/>
                  <a:solidFill>
                    <a:srgbClr val="FFFFFF"/>
                  </a:solidFill>
                  <a:latin typeface="Consolas" panose="020B0609020204030204" pitchFamily="49" charset="0"/>
                  <a:sym typeface="Consolas"/>
                  <a:rtl val="0"/>
                </a:rPr>
                <a:t>0</a:t>
              </a:r>
              <a:endParaRPr lang="LID4096" sz="1800" b="1" spc="0" baseline="0" dirty="0">
                <a:ln/>
                <a:solidFill>
                  <a:srgbClr val="FFFFFF"/>
                </a:solidFill>
                <a:latin typeface="Consolas" panose="020B0609020204030204" pitchFamily="49" charset="0"/>
                <a:sym typeface="Consolas"/>
                <a:rtl val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12BEBD8-8844-E850-570F-0BD597EC8AD4}"/>
              </a:ext>
            </a:extLst>
          </p:cNvPr>
          <p:cNvSpPr/>
          <p:nvPr/>
        </p:nvSpPr>
        <p:spPr>
          <a:xfrm>
            <a:off x="1297072" y="1773767"/>
            <a:ext cx="1513861" cy="1604433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07622"/>
                      <a:gd name="connsiteY0" fmla="*/ 0 h 1740024"/>
                      <a:gd name="connsiteX1" fmla="*/ 519798 w 1607622"/>
                      <a:gd name="connsiteY1" fmla="*/ 0 h 1740024"/>
                      <a:gd name="connsiteX2" fmla="*/ 1007443 w 1607622"/>
                      <a:gd name="connsiteY2" fmla="*/ 0 h 1740024"/>
                      <a:gd name="connsiteX3" fmla="*/ 1607622 w 1607622"/>
                      <a:gd name="connsiteY3" fmla="*/ 0 h 1740024"/>
                      <a:gd name="connsiteX4" fmla="*/ 1607622 w 1607622"/>
                      <a:gd name="connsiteY4" fmla="*/ 562608 h 1740024"/>
                      <a:gd name="connsiteX5" fmla="*/ 1607622 w 1607622"/>
                      <a:gd name="connsiteY5" fmla="*/ 1107815 h 1740024"/>
                      <a:gd name="connsiteX6" fmla="*/ 1607622 w 1607622"/>
                      <a:gd name="connsiteY6" fmla="*/ 1740024 h 1740024"/>
                      <a:gd name="connsiteX7" fmla="*/ 1071748 w 1607622"/>
                      <a:gd name="connsiteY7" fmla="*/ 1740024 h 1740024"/>
                      <a:gd name="connsiteX8" fmla="*/ 503722 w 1607622"/>
                      <a:gd name="connsiteY8" fmla="*/ 1740024 h 1740024"/>
                      <a:gd name="connsiteX9" fmla="*/ 0 w 1607622"/>
                      <a:gd name="connsiteY9" fmla="*/ 1740024 h 1740024"/>
                      <a:gd name="connsiteX10" fmla="*/ 0 w 1607622"/>
                      <a:gd name="connsiteY10" fmla="*/ 1160016 h 1740024"/>
                      <a:gd name="connsiteX11" fmla="*/ 0 w 1607622"/>
                      <a:gd name="connsiteY11" fmla="*/ 597408 h 1740024"/>
                      <a:gd name="connsiteX12" fmla="*/ 0 w 1607622"/>
                      <a:gd name="connsiteY12" fmla="*/ 0 h 1740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07622" h="1740024" extrusionOk="0">
                        <a:moveTo>
                          <a:pt x="0" y="0"/>
                        </a:moveTo>
                        <a:cubicBezTo>
                          <a:pt x="173464" y="-60083"/>
                          <a:pt x="412380" y="60264"/>
                          <a:pt x="519798" y="0"/>
                        </a:cubicBezTo>
                        <a:cubicBezTo>
                          <a:pt x="627216" y="-60264"/>
                          <a:pt x="849798" y="32448"/>
                          <a:pt x="1007443" y="0"/>
                        </a:cubicBezTo>
                        <a:cubicBezTo>
                          <a:pt x="1165088" y="-32448"/>
                          <a:pt x="1377928" y="11897"/>
                          <a:pt x="1607622" y="0"/>
                        </a:cubicBezTo>
                        <a:cubicBezTo>
                          <a:pt x="1652370" y="123922"/>
                          <a:pt x="1566161" y="388060"/>
                          <a:pt x="1607622" y="562608"/>
                        </a:cubicBezTo>
                        <a:cubicBezTo>
                          <a:pt x="1649083" y="737156"/>
                          <a:pt x="1591562" y="928656"/>
                          <a:pt x="1607622" y="1107815"/>
                        </a:cubicBezTo>
                        <a:cubicBezTo>
                          <a:pt x="1623682" y="1286974"/>
                          <a:pt x="1586957" y="1551198"/>
                          <a:pt x="1607622" y="1740024"/>
                        </a:cubicBezTo>
                        <a:cubicBezTo>
                          <a:pt x="1380042" y="1794956"/>
                          <a:pt x="1197753" y="1695682"/>
                          <a:pt x="1071748" y="1740024"/>
                        </a:cubicBezTo>
                        <a:cubicBezTo>
                          <a:pt x="945743" y="1784366"/>
                          <a:pt x="714435" y="1677610"/>
                          <a:pt x="503722" y="1740024"/>
                        </a:cubicBezTo>
                        <a:cubicBezTo>
                          <a:pt x="293009" y="1802438"/>
                          <a:pt x="202110" y="1688197"/>
                          <a:pt x="0" y="1740024"/>
                        </a:cubicBezTo>
                        <a:cubicBezTo>
                          <a:pt x="-36577" y="1487006"/>
                          <a:pt x="52380" y="1411921"/>
                          <a:pt x="0" y="1160016"/>
                        </a:cubicBezTo>
                        <a:cubicBezTo>
                          <a:pt x="-52380" y="908111"/>
                          <a:pt x="64395" y="784991"/>
                          <a:pt x="0" y="597408"/>
                        </a:cubicBezTo>
                        <a:cubicBezTo>
                          <a:pt x="-64395" y="409825"/>
                          <a:pt x="57247" y="1931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9BA6D41-3F43-CF64-44C6-4D4473296378}"/>
              </a:ext>
            </a:extLst>
          </p:cNvPr>
          <p:cNvSpPr/>
          <p:nvPr/>
        </p:nvSpPr>
        <p:spPr>
          <a:xfrm>
            <a:off x="1291167" y="4936067"/>
            <a:ext cx="1519766" cy="821266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8447764">
                  <a:custGeom>
                    <a:avLst/>
                    <a:gdLst>
                      <a:gd name="connsiteX0" fmla="*/ 0 w 1607622"/>
                      <a:gd name="connsiteY0" fmla="*/ 0 h 932156"/>
                      <a:gd name="connsiteX1" fmla="*/ 519798 w 1607622"/>
                      <a:gd name="connsiteY1" fmla="*/ 0 h 932156"/>
                      <a:gd name="connsiteX2" fmla="*/ 1087824 w 1607622"/>
                      <a:gd name="connsiteY2" fmla="*/ 0 h 932156"/>
                      <a:gd name="connsiteX3" fmla="*/ 1607622 w 1607622"/>
                      <a:gd name="connsiteY3" fmla="*/ 0 h 932156"/>
                      <a:gd name="connsiteX4" fmla="*/ 1607622 w 1607622"/>
                      <a:gd name="connsiteY4" fmla="*/ 447435 h 932156"/>
                      <a:gd name="connsiteX5" fmla="*/ 1607622 w 1607622"/>
                      <a:gd name="connsiteY5" fmla="*/ 932156 h 932156"/>
                      <a:gd name="connsiteX6" fmla="*/ 1039596 w 1607622"/>
                      <a:gd name="connsiteY6" fmla="*/ 932156 h 932156"/>
                      <a:gd name="connsiteX7" fmla="*/ 471569 w 1607622"/>
                      <a:gd name="connsiteY7" fmla="*/ 932156 h 932156"/>
                      <a:gd name="connsiteX8" fmla="*/ 0 w 1607622"/>
                      <a:gd name="connsiteY8" fmla="*/ 932156 h 932156"/>
                      <a:gd name="connsiteX9" fmla="*/ 0 w 1607622"/>
                      <a:gd name="connsiteY9" fmla="*/ 447435 h 932156"/>
                      <a:gd name="connsiteX10" fmla="*/ 0 w 1607622"/>
                      <a:gd name="connsiteY10" fmla="*/ 0 h 932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07622" h="932156" extrusionOk="0">
                        <a:moveTo>
                          <a:pt x="0" y="0"/>
                        </a:moveTo>
                        <a:cubicBezTo>
                          <a:pt x="201280" y="-33323"/>
                          <a:pt x="331278" y="9484"/>
                          <a:pt x="519798" y="0"/>
                        </a:cubicBezTo>
                        <a:cubicBezTo>
                          <a:pt x="708318" y="-9484"/>
                          <a:pt x="936805" y="62346"/>
                          <a:pt x="1087824" y="0"/>
                        </a:cubicBezTo>
                        <a:cubicBezTo>
                          <a:pt x="1238843" y="-62346"/>
                          <a:pt x="1446601" y="21848"/>
                          <a:pt x="1607622" y="0"/>
                        </a:cubicBezTo>
                        <a:cubicBezTo>
                          <a:pt x="1651506" y="213106"/>
                          <a:pt x="1561961" y="235847"/>
                          <a:pt x="1607622" y="447435"/>
                        </a:cubicBezTo>
                        <a:cubicBezTo>
                          <a:pt x="1653283" y="659024"/>
                          <a:pt x="1589223" y="812232"/>
                          <a:pt x="1607622" y="932156"/>
                        </a:cubicBezTo>
                        <a:cubicBezTo>
                          <a:pt x="1434326" y="958923"/>
                          <a:pt x="1186943" y="916021"/>
                          <a:pt x="1039596" y="932156"/>
                        </a:cubicBezTo>
                        <a:cubicBezTo>
                          <a:pt x="892249" y="948291"/>
                          <a:pt x="601938" y="905501"/>
                          <a:pt x="471569" y="932156"/>
                        </a:cubicBezTo>
                        <a:cubicBezTo>
                          <a:pt x="341200" y="958811"/>
                          <a:pt x="200079" y="893040"/>
                          <a:pt x="0" y="932156"/>
                        </a:cubicBezTo>
                        <a:cubicBezTo>
                          <a:pt x="-41676" y="776951"/>
                          <a:pt x="10159" y="666947"/>
                          <a:pt x="0" y="447435"/>
                        </a:cubicBezTo>
                        <a:cubicBezTo>
                          <a:pt x="-10159" y="227923"/>
                          <a:pt x="53175" y="1937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9B593929-4ED6-3B90-4A23-74F64EE9D2D0}"/>
              </a:ext>
            </a:extLst>
          </p:cNvPr>
          <p:cNvCxnSpPr>
            <a:cxnSpLocks/>
          </p:cNvCxnSpPr>
          <p:nvPr/>
        </p:nvCxnSpPr>
        <p:spPr>
          <a:xfrm flipH="1">
            <a:off x="2819605" y="2583403"/>
            <a:ext cx="13852" cy="2962773"/>
          </a:xfrm>
          <a:prstGeom prst="bentConnector3">
            <a:avLst>
              <a:gd name="adj1" fmla="val -16503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34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A8DC-1746-EC84-2993-5601C801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4BD1-E341-7EF8-1095-55786E71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מצביע עם </a:t>
            </a:r>
            <a:r>
              <a:rPr lang="en-US" dirty="0"/>
              <a:t>const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DBDB2C5-61DB-34AD-F98E-3271393A43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0" y="1719263"/>
            <a:ext cx="7650239" cy="4859337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const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– דומה 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final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ב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Java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s1, s2;</a:t>
            </a: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*ps1 = &amp;s1;</a:t>
            </a:r>
          </a:p>
        </p:txBody>
      </p:sp>
    </p:spTree>
    <p:extLst>
      <p:ext uri="{BB962C8B-B14F-4D97-AF65-F5344CB8AC3E}">
        <p14:creationId xmlns:p14="http://schemas.microsoft.com/office/powerpoint/2010/main" val="234777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FB17A-9413-D749-65EC-3844A26D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676A-B396-2A86-06BC-8AA08804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מצביע עם </a:t>
            </a:r>
            <a:r>
              <a:rPr lang="en-US" dirty="0"/>
              <a:t>const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6AF1AEB-876C-86C9-E8C3-E4B5CF04A7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719263"/>
            <a:ext cx="7650239" cy="4859337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const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– דומה 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final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ב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Java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s1, s2;</a:t>
            </a:r>
          </a:p>
          <a:p>
            <a:pPr algn="l" rtl="0">
              <a:spcBef>
                <a:spcPts val="600"/>
              </a:spcBef>
            </a:pPr>
            <a:r>
              <a:rPr lang="en-US" sz="2400" b="1" dirty="0">
                <a:solidFill>
                  <a:srgbClr val="000000"/>
                </a:solidFill>
                <a:latin typeface="Rubik" pitchFamily="2" charset="-79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short *ps1 = &amp;s1;</a:t>
            </a:r>
          </a:p>
          <a:p>
            <a:pPr algn="l" rtl="0">
              <a:spcBef>
                <a:spcPts val="6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std::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&lt;&lt; *ps1; 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3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*ps1 = 3; 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ps1 = &amp;s2; 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56321-5EF8-CB9D-44C2-A1103AAEB51B}"/>
              </a:ext>
            </a:extLst>
          </p:cNvPr>
          <p:cNvSpPr txBox="1"/>
          <p:nvPr/>
        </p:nvSpPr>
        <p:spPr>
          <a:xfrm>
            <a:off x="3135280" y="5201100"/>
            <a:ext cx="1395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//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מותר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CF18A-951B-323C-37A4-2E8323C6C9FC}"/>
              </a:ext>
            </a:extLst>
          </p:cNvPr>
          <p:cNvSpPr txBox="1"/>
          <p:nvPr/>
        </p:nvSpPr>
        <p:spPr>
          <a:xfrm>
            <a:off x="2861981" y="4653669"/>
            <a:ext cx="1488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//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שגיאה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BF0D6-B2C5-0F3F-6533-00D1A46CAE20}"/>
              </a:ext>
            </a:extLst>
          </p:cNvPr>
          <p:cNvSpPr txBox="1"/>
          <p:nvPr/>
        </p:nvSpPr>
        <p:spPr>
          <a:xfrm>
            <a:off x="4094318" y="3867345"/>
            <a:ext cx="112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//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מותר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621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8AAC-AD05-43A7-DF7A-C206C6F2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FA51-DD1B-2A61-8BC6-899221C9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מצביע עם </a:t>
            </a:r>
            <a:r>
              <a:rPr lang="en-US" dirty="0"/>
              <a:t>const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15A1844-61CF-BBD0-9EAF-AA25F1529E6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719263"/>
            <a:ext cx="7650239" cy="4859337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const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– דומה ל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final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ב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Java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>
              <a:spcBef>
                <a:spcPts val="18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s1, s2;</a:t>
            </a: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short * </a:t>
            </a:r>
            <a:r>
              <a:rPr lang="en-US" sz="2400" b="1" dirty="0">
                <a:solidFill>
                  <a:srgbClr val="000000"/>
                </a:solidFill>
                <a:latin typeface="Rubik" pitchFamily="2" charset="-79"/>
              </a:rPr>
              <a:t>const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ps2 = &amp;s;</a:t>
            </a:r>
          </a:p>
          <a:p>
            <a:pPr algn="l" rtl="0">
              <a:spcBef>
                <a:spcPts val="600"/>
              </a:spcBef>
            </a:pP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std::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&lt;&lt; *ps2; 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lvl="0" algn="l" rtl="0">
              <a:spcBef>
                <a:spcPts val="3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*ps2 = 3; </a:t>
            </a:r>
          </a:p>
          <a:p>
            <a:pPr lvl="0" algn="l" rtl="0">
              <a:spcBef>
                <a:spcPts val="18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ps2 = &amp;s2; 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18744-D031-3C54-938F-80837E289A1B}"/>
              </a:ext>
            </a:extLst>
          </p:cNvPr>
          <p:cNvSpPr txBox="1"/>
          <p:nvPr/>
        </p:nvSpPr>
        <p:spPr>
          <a:xfrm>
            <a:off x="3294342" y="5222040"/>
            <a:ext cx="1395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//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שגיאה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7D8D19-82B4-75B7-EEAA-D36B7A3C9ACA}"/>
              </a:ext>
            </a:extLst>
          </p:cNvPr>
          <p:cNvSpPr txBox="1"/>
          <p:nvPr/>
        </p:nvSpPr>
        <p:spPr>
          <a:xfrm>
            <a:off x="3041983" y="4653669"/>
            <a:ext cx="112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//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מותר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A95EC9-33D2-4AD9-6E8F-85B7B1A2831E}"/>
              </a:ext>
            </a:extLst>
          </p:cNvPr>
          <p:cNvSpPr txBox="1"/>
          <p:nvPr/>
        </p:nvSpPr>
        <p:spPr>
          <a:xfrm>
            <a:off x="4274320" y="3867345"/>
            <a:ext cx="112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//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מותר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15637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0D4D-6103-E156-0BA0-21A9D1C3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4851-B752-AE9E-5AB2-84B17431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מצביע למצביע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B3FCB08-D8DE-AAA8-6431-FDE1AA38F1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719263"/>
            <a:ext cx="7650239" cy="48593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מצביע בעצמו הוא משתנה, יש לו כתובת</a:t>
            </a:r>
          </a:p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לכן ניתן להגדיר גם מצביע למצביע</a:t>
            </a:r>
          </a:p>
          <a:p>
            <a:pPr>
              <a:spcBef>
                <a:spcPts val="600"/>
              </a:spcBef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דוגמה:</a:t>
            </a:r>
          </a:p>
          <a:p>
            <a:pPr algn="l" rtl="0"/>
            <a:r>
              <a:rPr lang="en-US" sz="2400" dirty="0">
                <a:solidFill>
                  <a:srgbClr val="000000"/>
                </a:solidFill>
              </a:rPr>
              <a:t>int x = 3, *</a:t>
            </a:r>
            <a:r>
              <a:rPr lang="en-US" sz="2400" dirty="0" err="1">
                <a:solidFill>
                  <a:srgbClr val="000000"/>
                </a:solidFill>
              </a:rPr>
              <a:t>px</a:t>
            </a:r>
            <a:r>
              <a:rPr lang="en-US" sz="2400" dirty="0">
                <a:solidFill>
                  <a:srgbClr val="000000"/>
                </a:solidFill>
              </a:rPr>
              <a:t> = &amp;x, **</a:t>
            </a:r>
            <a:r>
              <a:rPr lang="en-US" sz="2400" dirty="0" err="1">
                <a:solidFill>
                  <a:srgbClr val="000000"/>
                </a:solidFill>
              </a:rPr>
              <a:t>ppx</a:t>
            </a:r>
            <a:r>
              <a:rPr lang="en-US" sz="2400" dirty="0">
                <a:solidFill>
                  <a:srgbClr val="000000"/>
                </a:solidFill>
              </a:rPr>
              <a:t> = &amp;</a:t>
            </a:r>
            <a:r>
              <a:rPr lang="en-US" sz="2400" dirty="0" err="1">
                <a:solidFill>
                  <a:srgbClr val="000000"/>
                </a:solidFill>
              </a:rPr>
              <a:t>px</a:t>
            </a:r>
            <a:r>
              <a:rPr lang="en-US" sz="2400" dirty="0">
                <a:solidFill>
                  <a:srgbClr val="000000"/>
                </a:solidFill>
              </a:rPr>
              <a:t>;</a:t>
            </a:r>
          </a:p>
          <a:p>
            <a:pPr algn="l" rtl="0"/>
            <a:endParaRPr lang="en-US" sz="2400" dirty="0">
              <a:solidFill>
                <a:srgbClr val="000000"/>
              </a:solidFill>
            </a:endParaRPr>
          </a:p>
          <a:p>
            <a:pPr algn="l" rtl="0"/>
            <a:r>
              <a:rPr lang="en-US" sz="2400" dirty="0">
                <a:solidFill>
                  <a:srgbClr val="000000"/>
                </a:solidFill>
              </a:rPr>
              <a:t>int y = **</a:t>
            </a:r>
            <a:r>
              <a:rPr lang="en-US" sz="2400" dirty="0" err="1">
                <a:solidFill>
                  <a:srgbClr val="000000"/>
                </a:solidFill>
              </a:rPr>
              <a:t>ppx</a:t>
            </a:r>
            <a:r>
              <a:rPr lang="en-US" sz="2400" dirty="0">
                <a:solidFill>
                  <a:srgbClr val="000000"/>
                </a:solidFill>
              </a:rPr>
              <a:t>; ???</a:t>
            </a:r>
          </a:p>
          <a:p>
            <a:pPr algn="l" rtl="0"/>
            <a:endParaRPr lang="en-US" sz="2400" dirty="0">
              <a:solidFill>
                <a:srgbClr val="000000"/>
              </a:solidFill>
            </a:endParaRPr>
          </a:p>
          <a:p>
            <a:pPr algn="l" rtl="0"/>
            <a:r>
              <a:rPr lang="en-US" sz="2400" dirty="0">
                <a:solidFill>
                  <a:srgbClr val="000000"/>
                </a:solidFill>
              </a:rPr>
              <a:t>int </a:t>
            </a:r>
            <a:r>
              <a:rPr lang="en-US" sz="2400" dirty="0" err="1">
                <a:solidFill>
                  <a:srgbClr val="000000"/>
                </a:solidFill>
              </a:rPr>
              <a:t>ppy</a:t>
            </a:r>
            <a:r>
              <a:rPr lang="en-US" sz="2400" dirty="0">
                <a:solidFill>
                  <a:srgbClr val="000000"/>
                </a:solidFill>
              </a:rPr>
              <a:t> = &amp;&amp;y; ???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/>
            <a:r>
              <a:rPr lang="en-US" sz="2400" dirty="0">
                <a:solidFill>
                  <a:srgbClr val="000000"/>
                </a:solidFill>
              </a:rPr>
              <a:t>int </a:t>
            </a:r>
            <a:r>
              <a:rPr lang="en-US" sz="2400" dirty="0" err="1">
                <a:solidFill>
                  <a:srgbClr val="000000"/>
                </a:solidFill>
              </a:rPr>
              <a:t>ppz</a:t>
            </a:r>
            <a:r>
              <a:rPr lang="en-US" sz="2400" dirty="0">
                <a:solidFill>
                  <a:srgbClr val="000000"/>
                </a:solidFill>
              </a:rPr>
              <a:t> = &amp;123 ???</a:t>
            </a:r>
          </a:p>
          <a:p>
            <a:pPr algn="l" rtl="0"/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92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2428-542C-0006-30E0-257080F3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47BA-5EBD-7612-D2C2-624BFD6E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מצביע </a:t>
            </a:r>
            <a:r>
              <a:rPr lang="en-US" dirty="0"/>
              <a:t>null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6D38C1C-9A03-AFA4-AE22-F7F427DD5CB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719263"/>
            <a:ext cx="7650239" cy="48593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מצביע שמכיל את הערך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0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 נקרא </a:t>
            </a:r>
            <a:r>
              <a:rPr lang="en-US" sz="2400" u="sng" dirty="0">
                <a:solidFill>
                  <a:srgbClr val="000000"/>
                </a:solidFill>
                <a:ea typeface="Roboto" panose="02000000000000000000" pitchFamily="2" charset="0"/>
              </a:rPr>
              <a:t>null pointer</a:t>
            </a:r>
            <a:endParaRPr lang="he-IL" sz="2400" u="sng" dirty="0">
              <a:solidFill>
                <a:srgbClr val="000000"/>
              </a:solidFill>
              <a:ea typeface="Roboto" panose="02000000000000000000" pitchFamily="2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כתובת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0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 היא "</a:t>
            </a:r>
            <a:r>
              <a:rPr lang="en-US" sz="2400" dirty="0">
                <a:solidFill>
                  <a:srgbClr val="000000"/>
                </a:solidFill>
                <a:ea typeface="Roboto" panose="02000000000000000000" pitchFamily="2" charset="0"/>
              </a:rPr>
              <a:t>sentinel value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" (ערך זקיף):</a:t>
            </a:r>
            <a:br>
              <a:rPr lang="en-US" sz="2400" dirty="0">
                <a:solidFill>
                  <a:srgbClr val="000000"/>
                </a:solidFill>
                <a:ea typeface="Roboto" panose="02000000000000000000" pitchFamily="2" charset="0"/>
              </a:rPr>
            </a:b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אינה  בשימוש – תמיד לא חוקית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כל גישה (קריאה או כתיבה) תגרום </a:t>
            </a:r>
            <a:r>
              <a:rPr lang="he-IL" sz="2400" u="sng" dirty="0">
                <a:solidFill>
                  <a:srgbClr val="000000"/>
                </a:solidFill>
                <a:ea typeface="Roboto" panose="02000000000000000000" pitchFamily="2" charset="0"/>
              </a:rPr>
              <a:t>לשגיאת זמן ריצה</a:t>
            </a:r>
            <a:r>
              <a:rPr lang="he-IL" sz="2400" b="1" dirty="0">
                <a:solidFill>
                  <a:srgbClr val="000000"/>
                </a:solidFill>
                <a:ea typeface="Roboto" panose="02000000000000000000" pitchFamily="2" charset="0"/>
              </a:rPr>
              <a:t> 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ea typeface="Roboto" panose="02000000000000000000" pitchFamily="2" charset="0"/>
              </a:rPr>
              <a:t>segmentation fault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).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בהגדרת מצביע: </a:t>
            </a:r>
            <a:r>
              <a:rPr lang="he-IL" sz="2400" u="sng" dirty="0">
                <a:solidFill>
                  <a:srgbClr val="000000"/>
                </a:solidFill>
                <a:ea typeface="Roboto" panose="02000000000000000000" pitchFamily="2" charset="0"/>
              </a:rPr>
              <a:t>לאתחל ל </a:t>
            </a:r>
            <a:r>
              <a:rPr lang="en-US" sz="2400" u="sng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0</a:t>
            </a:r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 (אם לא מאתחלים למשהו אחר)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שווי ערך ל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0</a:t>
            </a:r>
            <a:r>
              <a:rPr lang="he-IL" sz="240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: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GB" sz="2400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he-IL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GB" sz="2400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4787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180E-AC8A-EE33-49D9-1E091EAF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60ED-306E-8103-8FA4-BDF237D5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מצביע </a:t>
            </a:r>
            <a:r>
              <a:rPr lang="en-US" dirty="0"/>
              <a:t>void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2B9FDB4-C909-4408-DD40-60ADDC3328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719263"/>
            <a:ext cx="7650239" cy="48593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טיפוס </a:t>
            </a:r>
            <a:r>
              <a:rPr lang="he-IL" sz="2400" u="sng" dirty="0">
                <a:solidFill>
                  <a:srgbClr val="000000"/>
                </a:solidFill>
                <a:ea typeface="Roboto" panose="02000000000000000000" pitchFamily="2" charset="0"/>
              </a:rPr>
              <a:t>מיוחד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 שמשמש לשמירת כתובת ללא טיפוס</a:t>
            </a:r>
            <a:endParaRPr lang="en-US" sz="2400" dirty="0">
              <a:solidFill>
                <a:srgbClr val="000000"/>
              </a:solidFill>
              <a:ea typeface="Roboto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he-IL" sz="2400" dirty="0">
              <a:solidFill>
                <a:srgbClr val="000000"/>
              </a:solidFill>
              <a:ea typeface="Roboto" panose="02000000000000000000" pitchFamily="2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לא יודעים (או לא אכפת לנו) מה הטיפוס בכתובת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C969B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err="1">
                <a:solidFill>
                  <a:srgbClr val="4876D6"/>
                </a:solidFill>
                <a:latin typeface="Consolas" panose="020B0609020204030204" pitchFamily="49" charset="0"/>
              </a:rPr>
              <a:t>vp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ea typeface="Roboto" panose="02000000000000000000" pitchFamily="2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לא ניתן לעשות </a:t>
            </a:r>
            <a:r>
              <a:rPr lang="en-US" sz="2400" dirty="0">
                <a:solidFill>
                  <a:srgbClr val="000000"/>
                </a:solidFill>
                <a:ea typeface="Roboto" panose="02000000000000000000" pitchFamily="2" charset="0"/>
              </a:rPr>
              <a:t>dereference</a:t>
            </a: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 למצביע כזה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2400" dirty="0">
                <a:solidFill>
                  <a:srgbClr val="994CC3"/>
                </a:solidFill>
                <a:latin typeface="Consolas" panose="020B0609020204030204" pitchFamily="49" charset="0"/>
              </a:rPr>
              <a:t>short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4876D6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C969B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err="1">
                <a:solidFill>
                  <a:srgbClr val="4876D6"/>
                </a:solidFill>
                <a:latin typeface="Consolas" panose="020B0609020204030204" pitchFamily="49" charset="0"/>
              </a:rPr>
              <a:t>vp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C969B"/>
                </a:solidFill>
                <a:latin typeface="Consolas" panose="020B0609020204030204" pitchFamily="49" charset="0"/>
              </a:rPr>
              <a:t>&amp;</a:t>
            </a:r>
            <a:r>
              <a:rPr lang="en-US" sz="2400" dirty="0">
                <a:solidFill>
                  <a:srgbClr val="4876D6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rgbClr val="0C969B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err="1">
                <a:solidFill>
                  <a:srgbClr val="4876D6"/>
                </a:solidFill>
                <a:latin typeface="Consolas" panose="020B0609020204030204" pitchFamily="49" charset="0"/>
              </a:rPr>
              <a:t>vp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A0982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  <a:r>
              <a:rPr lang="en-US" sz="2400" i="1" dirty="0">
                <a:solidFill>
                  <a:srgbClr val="939DB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39DBB"/>
                </a:solidFill>
                <a:latin typeface="Consolas" panose="020B0609020204030204" pitchFamily="49" charset="0"/>
              </a:rPr>
              <a:t>//</a:t>
            </a:r>
            <a:r>
              <a:rPr lang="en-US" sz="2400" i="1" dirty="0">
                <a:solidFill>
                  <a:srgbClr val="939DBB"/>
                </a:solidFill>
                <a:latin typeface="Consolas" panose="020B0609020204030204" pitchFamily="49" charset="0"/>
              </a:rPr>
              <a:t> </a:t>
            </a:r>
            <a:r>
              <a:rPr lang="he-IL" sz="2400" i="1" dirty="0">
                <a:solidFill>
                  <a:srgbClr val="939DBB"/>
                </a:solidFill>
                <a:latin typeface="Consolas" panose="020B0609020204030204" pitchFamily="49" charset="0"/>
              </a:rPr>
              <a:t>שגיאת קומפילציה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he-IL" sz="2400" dirty="0">
              <a:solidFill>
                <a:srgbClr val="000000"/>
              </a:solidFill>
              <a:ea typeface="Roboto" panose="02000000000000000000" pitchFamily="2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ea typeface="Roboto" panose="02000000000000000000" pitchFamily="2" charset="0"/>
              </a:rPr>
              <a:t>משמעות בהמשך כשנדבר על אריתמטיקה של מצביעים</a:t>
            </a:r>
            <a:endParaRPr lang="he-IL" sz="2400" i="1" dirty="0">
              <a:solidFill>
                <a:srgbClr val="939DB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07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C912-4FEA-FAF9-F92A-7A00ECC4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אריתמטיקה של מצביעים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9C0FF-20A9-2C82-BF4B-9F11313BF2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9"/>
            <a:ext cx="7831137" cy="5039621"/>
          </a:xfrm>
        </p:spPr>
        <p:txBody>
          <a:bodyPr>
            <a:normAutofit lnSpcReduction="10000"/>
          </a:bodyPr>
          <a:lstStyle/>
          <a:p>
            <a:pPr marL="285750" indent="-28575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התוצאה תלויה </a:t>
            </a:r>
            <a:r>
              <a:rPr lang="he-IL" sz="2400" u="sng" dirty="0">
                <a:solidFill>
                  <a:srgbClr val="000000"/>
                </a:solidFill>
                <a:latin typeface="Rubik" pitchFamily="2" charset="-79"/>
              </a:rPr>
              <a:t>בגודל הטיפוס המוצבע</a:t>
            </a:r>
            <a:endParaRPr lang="en-US" sz="2400" u="sng" dirty="0">
              <a:solidFill>
                <a:srgbClr val="000000"/>
              </a:solidFill>
              <a:latin typeface="Rubik" pitchFamily="2" charset="-79"/>
            </a:endParaRPr>
          </a:p>
          <a:p>
            <a:pPr algn="r">
              <a:spcBef>
                <a:spcPts val="600"/>
              </a:spcBef>
            </a:pPr>
            <a:endParaRPr lang="en-US" sz="105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 x,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px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&amp;x;</a:t>
            </a:r>
          </a:p>
          <a:p>
            <a:pPr algn="l" rtl="0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"תצביע למשתנה מטיפוס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הבא":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600"/>
              </a:spcBef>
            </a:pP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px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++;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r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marL="342900" indent="-34290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"הערך </a:t>
            </a:r>
            <a:r>
              <a:rPr lang="he-IL" sz="2400" dirty="0" err="1">
                <a:solidFill>
                  <a:srgbClr val="000000"/>
                </a:solidFill>
                <a:latin typeface="Rubik" pitchFamily="2" charset="-79"/>
              </a:rPr>
              <a:t>המוצבע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 שני 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-ים לפני":</a:t>
            </a:r>
          </a:p>
          <a:p>
            <a:pPr algn="l" rtl="0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 y = *(px-2);</a:t>
            </a:r>
          </a:p>
          <a:p>
            <a:pPr algn="l" rtl="0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 *pa = 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px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, *pb = 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px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+ 10;</a:t>
            </a:r>
          </a:p>
          <a:p>
            <a:pPr algn="l" rtl="0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 d = pb - pa; // </a:t>
            </a:r>
            <a:r>
              <a:rPr lang="he-IL" sz="2400" dirty="0">
                <a:solidFill>
                  <a:srgbClr val="000000"/>
                </a:solidFill>
                <a:latin typeface="Rubik" pitchFamily="2" charset="-79"/>
              </a:rPr>
              <a:t>???</a:t>
            </a:r>
            <a:endParaRPr lang="en-US" sz="2400" dirty="0">
              <a:solidFill>
                <a:srgbClr val="000000"/>
              </a:solidFill>
              <a:latin typeface="Rubik" pitchFamily="2" charset="-79"/>
            </a:endParaRPr>
          </a:p>
          <a:p>
            <a:pPr algn="l" rtl="0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int *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pz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Rubik" pitchFamily="2" charset="-79"/>
              </a:rPr>
              <a:t>px</a:t>
            </a:r>
            <a:r>
              <a:rPr lang="en-US" sz="2400" dirty="0">
                <a:solidFill>
                  <a:srgbClr val="000000"/>
                </a:solidFill>
                <a:latin typeface="Rubik" pitchFamily="2" charset="-79"/>
              </a:rPr>
              <a:t> * 2; // ???</a:t>
            </a:r>
            <a:endParaRPr lang="he-IL" sz="2400" dirty="0">
              <a:solidFill>
                <a:srgbClr val="000000"/>
              </a:solidFill>
              <a:latin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950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C912-4FEA-FAF9-F92A-7A00ECC4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מערכים ומצביעים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9C0FF-20A9-2C82-BF4B-9F11313BF2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int ax[8], b;</a:t>
            </a:r>
          </a:p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he-IL" sz="2600" spc="-30" dirty="0">
                <a:solidFill>
                  <a:srgbClr val="000000"/>
                </a:solidFill>
                <a:latin typeface="Rubik" pitchFamily="2" charset="-79"/>
              </a:rPr>
              <a:t>סוגריים מרובעות:</a:t>
            </a:r>
            <a:r>
              <a:rPr lang="en-US" sz="2600" spc="-30" dirty="0">
                <a:solidFill>
                  <a:srgbClr val="000000"/>
                </a:solidFill>
                <a:latin typeface="Rubik" pitchFamily="2" charset="-79"/>
              </a:rPr>
              <a:t> </a:t>
            </a:r>
            <a:r>
              <a:rPr lang="he-IL" sz="2600" spc="-30" dirty="0">
                <a:solidFill>
                  <a:srgbClr val="000000"/>
                </a:solidFill>
                <a:latin typeface="Rubik" pitchFamily="2" charset="-79"/>
              </a:rPr>
              <a:t> </a:t>
            </a:r>
            <a:r>
              <a:rPr lang="en-US" sz="2600" spc="-30" dirty="0">
                <a:solidFill>
                  <a:srgbClr val="000000"/>
                </a:solidFill>
                <a:latin typeface="Rubik" pitchFamily="2" charset="-79"/>
              </a:rPr>
              <a:t>subscript operator</a:t>
            </a:r>
          </a:p>
          <a:p>
            <a:pPr algn="l" rtl="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b = ax[1];</a:t>
            </a:r>
          </a:p>
          <a:p>
            <a:pPr algn="l" rtl="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b = *(ax+1); // same</a:t>
            </a:r>
          </a:p>
          <a:p>
            <a:pPr marL="342000" indent="-342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rgbClr val="000000"/>
                </a:solidFill>
                <a:latin typeface="Rubik" pitchFamily="2" charset="-79"/>
              </a:rPr>
              <a:t>הקומפיילר מתייחס ל</a:t>
            </a:r>
            <a:r>
              <a:rPr lang="he-IL" sz="2600" u="sng" dirty="0">
                <a:solidFill>
                  <a:srgbClr val="000000"/>
                </a:solidFill>
                <a:latin typeface="Rubik" pitchFamily="2" charset="-79"/>
              </a:rPr>
              <a:t>שם של מערך</a:t>
            </a:r>
            <a:r>
              <a:rPr lang="he-IL" sz="2600" dirty="0">
                <a:solidFill>
                  <a:srgbClr val="000000"/>
                </a:solidFill>
                <a:latin typeface="Rubik" pitchFamily="2" charset="-79"/>
              </a:rPr>
              <a:t> </a:t>
            </a:r>
            <a:r>
              <a:rPr lang="he-IL" sz="2600" b="1" dirty="0">
                <a:solidFill>
                  <a:srgbClr val="000000"/>
                </a:solidFill>
                <a:latin typeface="Rubik" pitchFamily="2" charset="-79"/>
              </a:rPr>
              <a:t>כמו</a:t>
            </a:r>
            <a:r>
              <a:rPr lang="he-IL" sz="2600" dirty="0">
                <a:solidFill>
                  <a:srgbClr val="000000"/>
                </a:solidFill>
                <a:latin typeface="Rubik" pitchFamily="2" charset="-79"/>
              </a:rPr>
              <a:t> למצביע</a:t>
            </a:r>
          </a:p>
          <a:p>
            <a:pPr algn="l" rtl="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int *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</a:pP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= &amp;ax[0];</a:t>
            </a:r>
          </a:p>
          <a:p>
            <a:pPr algn="l" rtl="0">
              <a:lnSpc>
                <a:spcPct val="100000"/>
              </a:lnSpc>
            </a:pP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px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= ax; // same</a:t>
            </a:r>
            <a:endParaRPr lang="he-IL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000" indent="-342000" algn="r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600" dirty="0">
                <a:latin typeface="Consolas" panose="020B0609020204030204" pitchFamily="49" charset="0"/>
              </a:rPr>
              <a:t>הקומפיילר גם מתייחס </a:t>
            </a:r>
            <a:r>
              <a:rPr lang="he-IL" sz="2600" u="sng" dirty="0">
                <a:latin typeface="Consolas" panose="020B0609020204030204" pitchFamily="49" charset="0"/>
              </a:rPr>
              <a:t>למצביע</a:t>
            </a:r>
            <a:r>
              <a:rPr lang="he-IL" sz="2600" dirty="0">
                <a:latin typeface="Consolas" panose="020B0609020204030204" pitchFamily="49" charset="0"/>
              </a:rPr>
              <a:t> </a:t>
            </a:r>
            <a:r>
              <a:rPr lang="he-IL" sz="2600" b="1" dirty="0">
                <a:latin typeface="Consolas" panose="020B0609020204030204" pitchFamily="49" charset="0"/>
              </a:rPr>
              <a:t>כמו</a:t>
            </a:r>
            <a:r>
              <a:rPr lang="he-IL" sz="2600" dirty="0">
                <a:latin typeface="Consolas" panose="020B0609020204030204" pitchFamily="49" charset="0"/>
              </a:rPr>
              <a:t> לשם של מערך: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2600" dirty="0">
                <a:latin typeface="Consolas" panose="020B0609020204030204" pitchFamily="49" charset="0"/>
              </a:rPr>
              <a:t>int z = </a:t>
            </a:r>
            <a:r>
              <a:rPr lang="en-US" sz="2600" dirty="0" err="1">
                <a:latin typeface="Consolas" panose="020B0609020204030204" pitchFamily="49" charset="0"/>
              </a:rPr>
              <a:t>px</a:t>
            </a:r>
            <a:r>
              <a:rPr lang="en-US" sz="2600" dirty="0">
                <a:latin typeface="Consolas" panose="020B0609020204030204" pitchFamily="49" charset="0"/>
              </a:rPr>
              <a:t>[0];</a:t>
            </a:r>
            <a:endParaRPr lang="he-IL" sz="2600" dirty="0">
              <a:latin typeface="Consolas" panose="020B0609020204030204" pitchFamily="49" charset="0"/>
            </a:endParaRPr>
          </a:p>
          <a:p>
            <a:pPr marL="342000" lvl="0" indent="-3420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600" spc="-30" dirty="0">
                <a:solidFill>
                  <a:prstClr val="black"/>
                </a:solidFill>
              </a:rPr>
              <a:t>אבל </a:t>
            </a:r>
            <a:r>
              <a:rPr lang="he-IL" sz="2600" dirty="0">
                <a:latin typeface="Consolas" panose="020B0609020204030204" pitchFamily="49" charset="0"/>
              </a:rPr>
              <a:t>שם</a:t>
            </a:r>
            <a:r>
              <a:rPr lang="he-IL" sz="2600" spc="-30" dirty="0">
                <a:solidFill>
                  <a:prstClr val="black"/>
                </a:solidFill>
              </a:rPr>
              <a:t> של מערך </a:t>
            </a:r>
            <a:r>
              <a:rPr lang="he-IL" sz="2600" b="1" spc="-30" dirty="0">
                <a:solidFill>
                  <a:prstClr val="black"/>
                </a:solidFill>
              </a:rPr>
              <a:t>אינו</a:t>
            </a:r>
            <a:r>
              <a:rPr lang="he-IL" sz="2600" spc="-30" dirty="0">
                <a:solidFill>
                  <a:prstClr val="black"/>
                </a:solidFill>
              </a:rPr>
              <a:t> מצביע (אין לו תא בזיכרון) לכן לא ניתן לעשות: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2600" dirty="0">
                <a:latin typeface="Consolas" panose="020B0609020204030204" pitchFamily="49" charset="0"/>
              </a:rPr>
              <a:t>ax = </a:t>
            </a:r>
            <a:r>
              <a:rPr lang="en-US" sz="2600" dirty="0" err="1">
                <a:latin typeface="Consolas" panose="020B0609020204030204" pitchFamily="49" charset="0"/>
              </a:rPr>
              <a:t>px</a:t>
            </a:r>
            <a:r>
              <a:rPr lang="en-US" sz="2600" dirty="0">
                <a:latin typeface="Consolas" panose="020B0609020204030204" pitchFamily="49" charset="0"/>
              </a:rPr>
              <a:t>; // </a:t>
            </a:r>
            <a:r>
              <a:rPr lang="he-IL" sz="2600" dirty="0">
                <a:latin typeface="Consolas" panose="020B0609020204030204" pitchFamily="49" charset="0"/>
              </a:rPr>
              <a:t>שגיאה</a:t>
            </a:r>
          </a:p>
        </p:txBody>
      </p:sp>
    </p:spTree>
    <p:extLst>
      <p:ext uri="{BB962C8B-B14F-4D97-AF65-F5344CB8AC3E}">
        <p14:creationId xmlns:p14="http://schemas.microsoft.com/office/powerpoint/2010/main" val="20548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4E16F-11DF-ED59-CC15-BF437299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0AA1-3312-D548-8AF5-8CC32D7F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8BF7A-2BAA-7536-9AE0-E9D30C71F7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he-IL" sz="2600" b="1" u="sng" dirty="0">
                <a:latin typeface="Consolas" panose="020B0609020204030204" pitchFamily="49" charset="0"/>
              </a:rPr>
              <a:t>משתנים פרימיטיביים</a:t>
            </a:r>
          </a:p>
          <a:p>
            <a:pPr marL="457200" indent="-457200" algn="r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600" dirty="0">
                <a:latin typeface="Consolas" panose="020B0609020204030204" pitchFamily="49" charset="0"/>
              </a:rPr>
              <a:t>ב </a:t>
            </a:r>
            <a:r>
              <a:rPr lang="en-US" sz="2600" dirty="0">
                <a:latin typeface="Consolas" panose="020B0609020204030204" pitchFamily="49" charset="0"/>
              </a:rPr>
              <a:t>Java</a:t>
            </a:r>
            <a:r>
              <a:rPr lang="he-IL" sz="2600" dirty="0">
                <a:latin typeface="Consolas" panose="020B0609020204030204" pitchFamily="49" charset="0"/>
              </a:rPr>
              <a:t>: רק </a:t>
            </a:r>
            <a:r>
              <a:rPr lang="en-US" sz="2600" dirty="0">
                <a:latin typeface="Consolas" panose="020B0609020204030204" pitchFamily="49" charset="0"/>
              </a:rPr>
              <a:t>by value</a:t>
            </a:r>
            <a:endParaRPr lang="he-IL" sz="2600" dirty="0">
              <a:latin typeface="Consolas" panose="020B0609020204030204" pitchFamily="49" charset="0"/>
            </a:endParaRPr>
          </a:p>
          <a:p>
            <a:pPr marL="457200" indent="-457200" algn="r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600" dirty="0">
                <a:latin typeface="Consolas" panose="020B0609020204030204" pitchFamily="49" charset="0"/>
              </a:rPr>
              <a:t>ב </a:t>
            </a:r>
            <a:r>
              <a:rPr lang="en-US" sz="2600" dirty="0">
                <a:latin typeface="Consolas" panose="020B0609020204030204" pitchFamily="49" charset="0"/>
              </a:rPr>
              <a:t>C++</a:t>
            </a:r>
            <a:r>
              <a:rPr lang="he-IL" sz="2600" dirty="0">
                <a:latin typeface="Consolas" panose="020B0609020204030204" pitchFamily="49" charset="0"/>
              </a:rPr>
              <a:t>: אפשר </a:t>
            </a:r>
            <a:r>
              <a:rPr lang="en-US" sz="2600" dirty="0">
                <a:latin typeface="Consolas" panose="020B0609020204030204" pitchFamily="49" charset="0"/>
              </a:rPr>
              <a:t>by reference</a:t>
            </a:r>
            <a:endParaRPr lang="he-IL" sz="2600" dirty="0">
              <a:latin typeface="Consolas" panose="020B0609020204030204" pitchFamily="49" charset="0"/>
            </a:endParaRPr>
          </a:p>
          <a:p>
            <a:pPr algn="r">
              <a:lnSpc>
                <a:spcPct val="100000"/>
              </a:lnSpc>
              <a:spcBef>
                <a:spcPts val="1200"/>
              </a:spcBef>
            </a:pPr>
            <a:endParaRPr lang="he-IL" sz="2600" dirty="0">
              <a:latin typeface="Consolas" panose="020B0609020204030204" pitchFamily="49" charset="0"/>
            </a:endParaRPr>
          </a:p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he-IL" sz="2600" dirty="0">
                <a:latin typeface="Consolas" panose="020B0609020204030204" pitchFamily="49" charset="0"/>
              </a:rPr>
              <a:t>דוגמה: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</a:t>
            </a:r>
            <a:r>
              <a:rPr lang="en-US" sz="2600" dirty="0" err="1">
                <a:latin typeface="Consolas" panose="020B0609020204030204" pitchFamily="49" charset="0"/>
              </a:rPr>
              <a:t>func</a:t>
            </a:r>
            <a:r>
              <a:rPr lang="en-US" sz="2600" dirty="0">
                <a:latin typeface="Consolas" panose="020B0609020204030204" pitchFamily="49" charset="0"/>
              </a:rPr>
              <a:t>(int&amp;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x = 3;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7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74DDA-C551-70D3-074A-4E7585DA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FC99-972D-15E2-EE66-2499C47E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C6F85-EC8C-D7D2-D62D-44EEA911E0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dec(int&amp;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x--;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en-US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IL" dirty="0"/>
              <a:t>⋮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int a = 3;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dec(a);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// a == 2</a:t>
            </a:r>
            <a:endParaRPr lang="he-IL" sz="2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50D26-A75F-3DC8-30D8-246F7252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02F8-B109-C7C5-1574-8EAF0ECF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679CD-7E1F-946F-1DE4-D0A785F5676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dec(int&amp;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x--;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en-US" sz="2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5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4CE3-3BFF-B132-7799-E595DE20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AAEE-C422-DF56-06C1-66C24101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22F7B-F353-1DF4-8E7E-76A5E720BB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endParaRPr lang="en-US" sz="2000" dirty="0">
              <a:latin typeface="Consolas" panose="020B0609020204030204" pitchFamily="49" charset="0"/>
            </a:endParaRP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sz="2600" dirty="0">
                <a:latin typeface="Consolas" panose="020B0609020204030204" pitchFamily="49" charset="0"/>
              </a:rPr>
              <a:t>דומה ל: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dec(int*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(*x)--;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en-US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IL" dirty="0"/>
              <a:t>⋮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int a = 3;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dec(&amp;a);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// a == 2</a:t>
            </a:r>
            <a:endParaRPr lang="he-IL" sz="2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23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C3DD-84C4-DB5A-EBDA-26603569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E75C-D251-878C-A97A-691CB623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3DD19-4311-135A-D5B5-EF37BCE96E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endParaRPr lang="en-US" sz="1800" dirty="0">
              <a:latin typeface="Consolas" panose="020B0609020204030204" pitchFamily="49" charset="0"/>
            </a:endParaRP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sz="2600" dirty="0">
                <a:latin typeface="Consolas" panose="020B0609020204030204" pitchFamily="49" charset="0"/>
              </a:rPr>
              <a:t>מה יקרה פה?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</a:t>
            </a:r>
            <a:r>
              <a:rPr lang="en-US" sz="2600" dirty="0" err="1">
                <a:latin typeface="Consolas" panose="020B0609020204030204" pitchFamily="49" charset="0"/>
              </a:rPr>
              <a:t>printAddr</a:t>
            </a:r>
            <a:r>
              <a:rPr lang="en-US" sz="2600" dirty="0">
                <a:latin typeface="Consolas" panose="020B0609020204030204" pitchFamily="49" charset="0"/>
              </a:rPr>
              <a:t>(int&amp;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std::</a:t>
            </a:r>
            <a:r>
              <a:rPr lang="en-US" sz="2600" dirty="0" err="1">
                <a:latin typeface="Consolas" panose="020B0609020204030204" pitchFamily="49" charset="0"/>
              </a:rPr>
              <a:t>cout</a:t>
            </a:r>
            <a:r>
              <a:rPr lang="en-US" sz="2600" dirty="0">
                <a:latin typeface="Consolas" panose="020B0609020204030204" pitchFamily="49" charset="0"/>
              </a:rPr>
              <a:t> &lt;&lt; &amp;x;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en-US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IL" dirty="0"/>
              <a:t>⋮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int a;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std::</a:t>
            </a:r>
            <a:r>
              <a:rPr lang="en-US" sz="2600" dirty="0" err="1">
                <a:latin typeface="Consolas" panose="020B0609020204030204" pitchFamily="49" charset="0"/>
              </a:rPr>
              <a:t>cout</a:t>
            </a:r>
            <a:r>
              <a:rPr lang="en-US" sz="2600" dirty="0">
                <a:latin typeface="Consolas" panose="020B0609020204030204" pitchFamily="49" charset="0"/>
              </a:rPr>
              <a:t> &lt;&lt; &amp;a;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 err="1">
                <a:latin typeface="Consolas" panose="020B0609020204030204" pitchFamily="49" charset="0"/>
              </a:rPr>
              <a:t>printAddr</a:t>
            </a:r>
            <a:r>
              <a:rPr lang="en-US" sz="2600" dirty="0">
                <a:latin typeface="Consolas" panose="020B0609020204030204" pitchFamily="49" charset="0"/>
              </a:rPr>
              <a:t>(a);</a:t>
            </a:r>
          </a:p>
        </p:txBody>
      </p:sp>
    </p:spTree>
    <p:extLst>
      <p:ext uri="{BB962C8B-B14F-4D97-AF65-F5344CB8AC3E}">
        <p14:creationId xmlns:p14="http://schemas.microsoft.com/office/powerpoint/2010/main" val="284614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CD1A-2ADB-2473-EC6F-44AB90833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34E8-6ED0-AF0A-4835-72B431C5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79B3B-2C57-BA78-67C6-733B6F2B5E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endParaRPr lang="en-US" sz="1800" dirty="0">
              <a:latin typeface="Consolas" panose="020B0609020204030204" pitchFamily="49" charset="0"/>
            </a:endParaRP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sz="2600" dirty="0">
                <a:latin typeface="Consolas" panose="020B0609020204030204" pitchFamily="49" charset="0"/>
              </a:rPr>
              <a:t>מה יקרה פה?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</a:t>
            </a:r>
            <a:r>
              <a:rPr lang="en-US" sz="2600" dirty="0" err="1">
                <a:latin typeface="Consolas" panose="020B0609020204030204" pitchFamily="49" charset="0"/>
              </a:rPr>
              <a:t>printAddr</a:t>
            </a:r>
            <a:r>
              <a:rPr lang="en-US" sz="2600" dirty="0">
                <a:latin typeface="Consolas" panose="020B0609020204030204" pitchFamily="49" charset="0"/>
              </a:rPr>
              <a:t>(int*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std::</a:t>
            </a:r>
            <a:r>
              <a:rPr lang="en-US" sz="2600" dirty="0" err="1">
                <a:latin typeface="Consolas" panose="020B0609020204030204" pitchFamily="49" charset="0"/>
              </a:rPr>
              <a:t>cout</a:t>
            </a:r>
            <a:r>
              <a:rPr lang="en-US" sz="2600" dirty="0">
                <a:latin typeface="Consolas" panose="020B0609020204030204" pitchFamily="49" charset="0"/>
              </a:rPr>
              <a:t> &lt;&lt; &amp;x;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en-US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IL" dirty="0"/>
              <a:t>⋮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int a;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std::</a:t>
            </a:r>
            <a:r>
              <a:rPr lang="en-US" sz="2600" dirty="0" err="1">
                <a:latin typeface="Consolas" panose="020B0609020204030204" pitchFamily="49" charset="0"/>
              </a:rPr>
              <a:t>cout</a:t>
            </a:r>
            <a:r>
              <a:rPr lang="en-US" sz="2600" dirty="0">
                <a:latin typeface="Consolas" panose="020B0609020204030204" pitchFamily="49" charset="0"/>
              </a:rPr>
              <a:t> &lt;&lt; &amp;a;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 err="1">
                <a:latin typeface="Consolas" panose="020B0609020204030204" pitchFamily="49" charset="0"/>
              </a:rPr>
              <a:t>printAddr</a:t>
            </a:r>
            <a:r>
              <a:rPr lang="en-US" sz="2600" dirty="0">
                <a:latin typeface="Consolas" panose="020B0609020204030204" pitchFamily="49" charset="0"/>
              </a:rPr>
              <a:t>(&amp;a);</a:t>
            </a:r>
          </a:p>
        </p:txBody>
      </p:sp>
    </p:spTree>
    <p:extLst>
      <p:ext uri="{BB962C8B-B14F-4D97-AF65-F5344CB8AC3E}">
        <p14:creationId xmlns:p14="http://schemas.microsoft.com/office/powerpoint/2010/main" val="71962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D936-ECAC-1421-F111-23F0A45B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AC3A-BA14-79B4-D378-885F4673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Rubik" pitchFamily="2" charset="-79"/>
                <a:cs typeface="Rubik" pitchFamily="2" charset="-79"/>
              </a:rPr>
              <a:t>פרמטרים ב </a:t>
            </a:r>
            <a:r>
              <a:rPr lang="en-US" dirty="0">
                <a:latin typeface="Rubik" pitchFamily="2" charset="-79"/>
              </a:rPr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A5F9A-3B22-4C63-C3A5-54FCB6DFD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9"/>
            <a:ext cx="7831137" cy="512962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he-IL" sz="2600" b="1" u="sng" dirty="0">
                <a:latin typeface="Consolas" panose="020B0609020204030204" pitchFamily="49" charset="0"/>
              </a:rPr>
              <a:t>עם </a:t>
            </a:r>
            <a:r>
              <a:rPr lang="en-US" sz="2600" b="1" u="sng" dirty="0">
                <a:latin typeface="Consolas" panose="020B0609020204030204" pitchFamily="49" charset="0"/>
              </a:rPr>
              <a:t>const</a:t>
            </a:r>
            <a:endParaRPr lang="he-IL" sz="2600" b="1" u="sng" dirty="0">
              <a:latin typeface="Consolas" panose="020B0609020204030204" pitchFamily="49" charset="0"/>
            </a:endParaRP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void dec(const int&amp; x)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    x--; // ??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  <a:endParaRPr lang="he-IL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en-US" sz="26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IL" dirty="0"/>
              <a:t>⋮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int a = 3;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dec(a);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600" dirty="0">
                <a:latin typeface="Consolas" panose="020B0609020204030204" pitchFamily="49" charset="0"/>
              </a:rPr>
              <a:t>// a == 2 ?</a:t>
            </a:r>
            <a:endParaRPr lang="he-IL" sz="2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0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2210</Words>
  <Application>Microsoft Office PowerPoint</Application>
  <PresentationFormat>On-screen Show (4:3)</PresentationFormat>
  <Paragraphs>1156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Arial</vt:lpstr>
      <vt:lpstr>Calibri</vt:lpstr>
      <vt:lpstr>Cambria Math</vt:lpstr>
      <vt:lpstr>Consolas</vt:lpstr>
      <vt:lpstr>Roboto</vt:lpstr>
      <vt:lpstr>Rubik</vt:lpstr>
      <vt:lpstr>Wingdings</vt:lpstr>
      <vt:lpstr>Office Theme</vt:lpstr>
      <vt:lpstr>פרק ב: מצביעים</vt:lpstr>
      <vt:lpstr>מבנה ה RAM</vt:lpstr>
      <vt:lpstr>מבנה ה RAM</vt:lpstr>
      <vt:lpstr>משתנים בתוכנית</vt:lpstr>
      <vt:lpstr>משתנים בתוכנית</vt:lpstr>
      <vt:lpstr>משתנים בתוכנית</vt:lpstr>
      <vt:lpstr>משתנים בזמן ריצה</vt:lpstr>
      <vt:lpstr>ייצוג בבסיס 16</vt:lpstr>
      <vt:lpstr>מה זה מצביע</vt:lpstr>
      <vt:lpstr>הגדרת מצביע</vt:lpstr>
      <vt:lpstr>הגדרת מצביע</vt:lpstr>
      <vt:lpstr>הגדרת מצביע</vt:lpstr>
      <vt:lpstr>הגדרת מצביע</vt:lpstr>
      <vt:lpstr>הגדרת מצביע</vt:lpstr>
      <vt:lpstr>הגדרת מצביע</vt:lpstr>
      <vt:lpstr>שימוש במצביע</vt:lpstr>
      <vt:lpstr>שימוש במצביע</vt:lpstr>
      <vt:lpstr>שימוש במצביע</vt:lpstr>
      <vt:lpstr>מצביע עם const</vt:lpstr>
      <vt:lpstr>מצביע עם const</vt:lpstr>
      <vt:lpstr>מצביע עם const</vt:lpstr>
      <vt:lpstr>מצביע למצביע</vt:lpstr>
      <vt:lpstr>מצביע null</vt:lpstr>
      <vt:lpstr>מצביע void</vt:lpstr>
      <vt:lpstr>אריתמטיקה של מצביעים</vt:lpstr>
      <vt:lpstr>מערכים ומצביעים</vt:lpstr>
      <vt:lpstr>פרמטרים ב C++</vt:lpstr>
      <vt:lpstr>פרמטרים ב C++</vt:lpstr>
      <vt:lpstr>פרמטרים ב C++</vt:lpstr>
      <vt:lpstr>פרמטרים ב C++</vt:lpstr>
      <vt:lpstr>פרמטרים ב C++</vt:lpstr>
      <vt:lpstr>פרמטרים ב C++</vt:lpstr>
      <vt:lpstr>פרמטרים ב C++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55</cp:revision>
  <dcterms:created xsi:type="dcterms:W3CDTF">2023-11-25T13:14:24Z</dcterms:created>
  <dcterms:modified xsi:type="dcterms:W3CDTF">2025-11-11T19:18:56Z</dcterms:modified>
</cp:coreProperties>
</file>