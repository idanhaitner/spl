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08" r:id="rId2"/>
    <p:sldMasterId id="2147483722" r:id="rId3"/>
  </p:sldMasterIdLst>
  <p:notesMasterIdLst>
    <p:notesMasterId r:id="rId32"/>
  </p:notesMasterIdLst>
  <p:sldIdLst>
    <p:sldId id="256" r:id="rId4"/>
    <p:sldId id="354" r:id="rId5"/>
    <p:sldId id="360" r:id="rId6"/>
    <p:sldId id="355" r:id="rId7"/>
    <p:sldId id="362" r:id="rId8"/>
    <p:sldId id="397" r:id="rId9"/>
    <p:sldId id="390" r:id="rId10"/>
    <p:sldId id="393" r:id="rId11"/>
    <p:sldId id="398" r:id="rId12"/>
    <p:sldId id="399" r:id="rId13"/>
    <p:sldId id="400" r:id="rId14"/>
    <p:sldId id="370" r:id="rId15"/>
    <p:sldId id="371" r:id="rId16"/>
    <p:sldId id="394" r:id="rId17"/>
    <p:sldId id="401" r:id="rId18"/>
    <p:sldId id="402" r:id="rId19"/>
    <p:sldId id="369" r:id="rId20"/>
    <p:sldId id="403" r:id="rId21"/>
    <p:sldId id="404" r:id="rId22"/>
    <p:sldId id="405" r:id="rId23"/>
    <p:sldId id="372" r:id="rId24"/>
    <p:sldId id="382" r:id="rId25"/>
    <p:sldId id="373" r:id="rId26"/>
    <p:sldId id="406" r:id="rId27"/>
    <p:sldId id="377" r:id="rId28"/>
    <p:sldId id="396" r:id="rId29"/>
    <p:sldId id="376" r:id="rId30"/>
    <p:sldId id="378"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E4BEC5"/>
    <a:srgbClr val="FFCCCC"/>
    <a:srgbClr val="FF9393"/>
    <a:srgbClr val="DBBDBB"/>
    <a:srgbClr val="DBBCBB"/>
    <a:srgbClr val="E6D5F3"/>
    <a:srgbClr val="FF6161"/>
    <a:srgbClr val="008000"/>
    <a:srgbClr val="FEDE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67DE91-CDBA-D4F3-196E-11E9C1378C38}" v="6" dt="2025-12-23T11:18:41.5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99" autoAdjust="0"/>
    <p:restoredTop sz="70485" autoAdjust="0"/>
  </p:normalViewPr>
  <p:slideViewPr>
    <p:cSldViewPr snapToGrid="0">
      <p:cViewPr varScale="1">
        <p:scale>
          <a:sx n="45" d="100"/>
          <a:sy n="45" d="100"/>
        </p:scale>
        <p:origin x="1632"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נאנסי אבו קרניאת" userId="S::nancyabu@post.bgu.ac.il::23c56428-4e71-4ab6-aef3-f7853e5e29b6" providerId="AD" clId="Web-{B530E060-1D6A-7CA5-1BDB-89508A55B830}"/>
    <pc:docChg chg="addSld delSld">
      <pc:chgData name="נאנסי אבו קרניאת" userId="S::nancyabu@post.bgu.ac.il::23c56428-4e71-4ab6-aef3-f7853e5e29b6" providerId="AD" clId="Web-{B530E060-1D6A-7CA5-1BDB-89508A55B830}" dt="2025-12-18T14:11:33.860" v="1"/>
      <pc:docMkLst>
        <pc:docMk/>
      </pc:docMkLst>
    </pc:docChg>
  </pc:docChgLst>
  <pc:docChgLst>
    <pc:chgData name="נאנסי אבו קרניאת" userId="S::nancyabu@post.bgu.ac.il::23c56428-4e71-4ab6-aef3-f7853e5e29b6" providerId="AD" clId="Web-{A767DE91-CDBA-D4F3-196E-11E9C1378C38}"/>
    <pc:docChg chg="modSld">
      <pc:chgData name="נאנסי אבו קרניאת" userId="S::nancyabu@post.bgu.ac.il::23c56428-4e71-4ab6-aef3-f7853e5e29b6" providerId="AD" clId="Web-{A767DE91-CDBA-D4F3-196E-11E9C1378C38}" dt="2025-12-23T11:18:41.537" v="4" actId="1076"/>
      <pc:docMkLst>
        <pc:docMk/>
      </pc:docMkLst>
      <pc:sldChg chg="addSp delSp modSp delAnim">
        <pc:chgData name="נאנסי אבו קרניאת" userId="S::nancyabu@post.bgu.ac.il::23c56428-4e71-4ab6-aef3-f7853e5e29b6" providerId="AD" clId="Web-{A767DE91-CDBA-D4F3-196E-11E9C1378C38}" dt="2025-12-23T11:18:41.537" v="4" actId="1076"/>
        <pc:sldMkLst>
          <pc:docMk/>
          <pc:sldMk cId="1298900144" sldId="369"/>
        </pc:sldMkLst>
        <pc:spChg chg="del">
          <ac:chgData name="נאנסי אבו קרניאת" userId="S::nancyabu@post.bgu.ac.il::23c56428-4e71-4ab6-aef3-f7853e5e29b6" providerId="AD" clId="Web-{A767DE91-CDBA-D4F3-196E-11E9C1378C38}" dt="2025-12-23T11:18:31.943" v="0"/>
          <ac:spMkLst>
            <pc:docMk/>
            <pc:sldMk cId="1298900144" sldId="369"/>
            <ac:spMk id="5" creationId="{00000000-0000-0000-0000-000000000000}"/>
          </ac:spMkLst>
        </pc:spChg>
        <pc:picChg chg="add mod">
          <ac:chgData name="נאנסי אבו קרניאת" userId="S::nancyabu@post.bgu.ac.il::23c56428-4e71-4ab6-aef3-f7853e5e29b6" providerId="AD" clId="Web-{A767DE91-CDBA-D4F3-196E-11E9C1378C38}" dt="2025-12-23T11:18:41.537" v="4" actId="1076"/>
          <ac:picMkLst>
            <pc:docMk/>
            <pc:sldMk cId="1298900144" sldId="369"/>
            <ac:picMk id="4" creationId="{93D920C0-FEB0-BCA4-2B3A-20C62CE8079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DD6567-F3D2-4249-A7AE-3F8B56515B42}" type="doc">
      <dgm:prSet loTypeId="urn:microsoft.com/office/officeart/2009/3/layout/PlusandMinus" loCatId="relationship" qsTypeId="urn:microsoft.com/office/officeart/2005/8/quickstyle/simple1" qsCatId="simple" csTypeId="urn:microsoft.com/office/officeart/2005/8/colors/accent1_2" csCatId="accent1" phldr="1"/>
      <dgm:spPr/>
      <dgm:t>
        <a:bodyPr/>
        <a:lstStyle/>
        <a:p>
          <a:endParaRPr lang="en-US"/>
        </a:p>
      </dgm:t>
    </dgm:pt>
    <dgm:pt modelId="{5EC85654-C60C-4669-87E3-1A0F3A11E72D}">
      <dgm:prSet phldrT="[Text]"/>
      <dgm:spPr/>
      <dgm:t>
        <a:bodyPr anchor="ctr"/>
        <a:lstStyle/>
        <a:p>
          <a:r>
            <a:rPr lang="en-US" dirty="0"/>
            <a:t>The failure rate is low, unless the bandwidth is full. </a:t>
          </a:r>
        </a:p>
        <a:p>
          <a:endParaRPr lang="en-US" dirty="0"/>
        </a:p>
        <a:p>
          <a:r>
            <a:rPr lang="en-US" dirty="0"/>
            <a:t>Fast broadcast.</a:t>
          </a:r>
        </a:p>
      </dgm:t>
    </dgm:pt>
    <dgm:pt modelId="{02E327B3-EB41-4615-B155-0947A1A6B537}" type="parTrans" cxnId="{96B394BE-2CBE-4AE1-9DAF-772D04F90D47}">
      <dgm:prSet/>
      <dgm:spPr/>
      <dgm:t>
        <a:bodyPr/>
        <a:lstStyle/>
        <a:p>
          <a:endParaRPr lang="en-US"/>
        </a:p>
      </dgm:t>
    </dgm:pt>
    <dgm:pt modelId="{3397F34D-D4F5-48C9-A14B-110F4EFB22E4}" type="sibTrans" cxnId="{96B394BE-2CBE-4AE1-9DAF-772D04F90D47}">
      <dgm:prSet/>
      <dgm:spPr/>
      <dgm:t>
        <a:bodyPr/>
        <a:lstStyle/>
        <a:p>
          <a:endParaRPr lang="en-US"/>
        </a:p>
      </dgm:t>
    </dgm:pt>
    <dgm:pt modelId="{A833B0A8-C189-472A-9747-56856942B053}">
      <dgm:prSet phldrT="[Text]"/>
      <dgm:spPr/>
      <dgm:t>
        <a:bodyPr anchor="ctr"/>
        <a:lstStyle/>
        <a:p>
          <a:r>
            <a:rPr lang="en-US" dirty="0"/>
            <a:t>Unreliability, The datagram packet might:</a:t>
          </a:r>
        </a:p>
        <a:p>
          <a:r>
            <a:rPr lang="en-US" dirty="0"/>
            <a:t>- Not be delivered to the destination host. </a:t>
          </a:r>
        </a:p>
        <a:p>
          <a:r>
            <a:rPr lang="en-US" dirty="0"/>
            <a:t>- Be delivered in an incorrect order. </a:t>
          </a:r>
        </a:p>
        <a:p>
          <a:r>
            <a:rPr lang="en-US" dirty="0"/>
            <a:t>- Be delivered twice.</a:t>
          </a:r>
        </a:p>
        <a:p>
          <a:r>
            <a:rPr lang="en-US" dirty="0"/>
            <a:t>Complicated to program at the application level.</a:t>
          </a:r>
        </a:p>
      </dgm:t>
    </dgm:pt>
    <dgm:pt modelId="{A9C87F35-0D5E-48E1-83B4-0DBF24C48610}" type="parTrans" cxnId="{A8140479-B64B-4FE8-AFF7-8354666BFC5F}">
      <dgm:prSet/>
      <dgm:spPr/>
      <dgm:t>
        <a:bodyPr/>
        <a:lstStyle/>
        <a:p>
          <a:endParaRPr lang="en-US"/>
        </a:p>
      </dgm:t>
    </dgm:pt>
    <dgm:pt modelId="{8BC7F808-0E38-434E-B1A4-E0D9DEF36403}" type="sibTrans" cxnId="{A8140479-B64B-4FE8-AFF7-8354666BFC5F}">
      <dgm:prSet/>
      <dgm:spPr/>
      <dgm:t>
        <a:bodyPr/>
        <a:lstStyle/>
        <a:p>
          <a:endParaRPr lang="en-US"/>
        </a:p>
      </dgm:t>
    </dgm:pt>
    <dgm:pt modelId="{21A808AE-71B6-4010-A496-6D53B2B04DA0}" type="pres">
      <dgm:prSet presAssocID="{21DD6567-F3D2-4249-A7AE-3F8B56515B42}" presName="Name0" presStyleCnt="0">
        <dgm:presLayoutVars>
          <dgm:chMax val="2"/>
          <dgm:chPref val="2"/>
          <dgm:dir/>
          <dgm:animOne/>
          <dgm:resizeHandles val="exact"/>
        </dgm:presLayoutVars>
      </dgm:prSet>
      <dgm:spPr/>
    </dgm:pt>
    <dgm:pt modelId="{6105A7DA-10ED-4763-B2E9-99944AD26251}" type="pres">
      <dgm:prSet presAssocID="{21DD6567-F3D2-4249-A7AE-3F8B56515B42}" presName="Background" presStyleLbl="bgImgPlace1" presStyleIdx="0" presStyleCnt="1" custScaleX="102662" custScaleY="95702"/>
      <dgm:spPr/>
    </dgm:pt>
    <dgm:pt modelId="{AFFE9CD1-794F-4D35-9DE6-8D804DF78544}" type="pres">
      <dgm:prSet presAssocID="{21DD6567-F3D2-4249-A7AE-3F8B56515B42}" presName="ParentText1" presStyleLbl="revTx" presStyleIdx="0" presStyleCnt="2">
        <dgm:presLayoutVars>
          <dgm:chMax val="0"/>
          <dgm:chPref val="0"/>
          <dgm:bulletEnabled val="1"/>
        </dgm:presLayoutVars>
      </dgm:prSet>
      <dgm:spPr/>
    </dgm:pt>
    <dgm:pt modelId="{D47075BF-0866-4B7D-A369-A54B1CC256FA}" type="pres">
      <dgm:prSet presAssocID="{21DD6567-F3D2-4249-A7AE-3F8B56515B42}" presName="ParentText2" presStyleLbl="revTx" presStyleIdx="1" presStyleCnt="2">
        <dgm:presLayoutVars>
          <dgm:chMax val="0"/>
          <dgm:chPref val="0"/>
          <dgm:bulletEnabled val="1"/>
        </dgm:presLayoutVars>
      </dgm:prSet>
      <dgm:spPr/>
    </dgm:pt>
    <dgm:pt modelId="{ABCBDB7B-BD1F-4EDD-A6E2-FA547F81DF6C}" type="pres">
      <dgm:prSet presAssocID="{21DD6567-F3D2-4249-A7AE-3F8B56515B42}" presName="Plus" presStyleLbl="alignNode1" presStyleIdx="0" presStyleCnt="2" custScaleX="67679" custScaleY="61209" custLinFactNeighborX="4235" custLinFactNeighborY="27197"/>
      <dgm:spPr/>
    </dgm:pt>
    <dgm:pt modelId="{377529E8-5B19-4661-A5E0-E8298683A227}" type="pres">
      <dgm:prSet presAssocID="{21DD6567-F3D2-4249-A7AE-3F8B56515B42}" presName="Minus" presStyleLbl="alignNode1" presStyleIdx="1" presStyleCnt="2" custScaleX="63848" custScaleY="81375" custLinFactNeighborX="27901" custLinFactNeighborY="37451"/>
      <dgm:spPr/>
    </dgm:pt>
    <dgm:pt modelId="{6F7FF556-66D4-457A-9EAD-1D547C7EDD19}" type="pres">
      <dgm:prSet presAssocID="{21DD6567-F3D2-4249-A7AE-3F8B56515B42}" presName="Divider" presStyleLbl="parChTrans1D1" presStyleIdx="0" presStyleCnt="1"/>
      <dgm:spPr/>
    </dgm:pt>
  </dgm:ptLst>
  <dgm:cxnLst>
    <dgm:cxn modelId="{490FEB0F-8020-4782-B6ED-310791EC8575}" type="presOf" srcId="{21DD6567-F3D2-4249-A7AE-3F8B56515B42}" destId="{21A808AE-71B6-4010-A496-6D53B2B04DA0}" srcOrd="0" destOrd="0" presId="urn:microsoft.com/office/officeart/2009/3/layout/PlusandMinus"/>
    <dgm:cxn modelId="{DDC5933D-C54F-4121-8392-CCC138E667AE}" type="presOf" srcId="{5EC85654-C60C-4669-87E3-1A0F3A11E72D}" destId="{AFFE9CD1-794F-4D35-9DE6-8D804DF78544}" srcOrd="0" destOrd="0" presId="urn:microsoft.com/office/officeart/2009/3/layout/PlusandMinus"/>
    <dgm:cxn modelId="{4973E962-2720-41EC-BBA3-518E8ED7BAB5}" type="presOf" srcId="{A833B0A8-C189-472A-9747-56856942B053}" destId="{D47075BF-0866-4B7D-A369-A54B1CC256FA}" srcOrd="0" destOrd="0" presId="urn:microsoft.com/office/officeart/2009/3/layout/PlusandMinus"/>
    <dgm:cxn modelId="{A8140479-B64B-4FE8-AFF7-8354666BFC5F}" srcId="{21DD6567-F3D2-4249-A7AE-3F8B56515B42}" destId="{A833B0A8-C189-472A-9747-56856942B053}" srcOrd="1" destOrd="0" parTransId="{A9C87F35-0D5E-48E1-83B4-0DBF24C48610}" sibTransId="{8BC7F808-0E38-434E-B1A4-E0D9DEF36403}"/>
    <dgm:cxn modelId="{96B394BE-2CBE-4AE1-9DAF-772D04F90D47}" srcId="{21DD6567-F3D2-4249-A7AE-3F8B56515B42}" destId="{5EC85654-C60C-4669-87E3-1A0F3A11E72D}" srcOrd="0" destOrd="0" parTransId="{02E327B3-EB41-4615-B155-0947A1A6B537}" sibTransId="{3397F34D-D4F5-48C9-A14B-110F4EFB22E4}"/>
    <dgm:cxn modelId="{2E5F638B-51E2-455D-81B4-BBBAA027EEB5}" type="presParOf" srcId="{21A808AE-71B6-4010-A496-6D53B2B04DA0}" destId="{6105A7DA-10ED-4763-B2E9-99944AD26251}" srcOrd="0" destOrd="0" presId="urn:microsoft.com/office/officeart/2009/3/layout/PlusandMinus"/>
    <dgm:cxn modelId="{B4C6A8D2-B115-49CB-87D1-2451C16535ED}" type="presParOf" srcId="{21A808AE-71B6-4010-A496-6D53B2B04DA0}" destId="{AFFE9CD1-794F-4D35-9DE6-8D804DF78544}" srcOrd="1" destOrd="0" presId="urn:microsoft.com/office/officeart/2009/3/layout/PlusandMinus"/>
    <dgm:cxn modelId="{E1F62C13-D54F-4001-B695-06E6823A11B4}" type="presParOf" srcId="{21A808AE-71B6-4010-A496-6D53B2B04DA0}" destId="{D47075BF-0866-4B7D-A369-A54B1CC256FA}" srcOrd="2" destOrd="0" presId="urn:microsoft.com/office/officeart/2009/3/layout/PlusandMinus"/>
    <dgm:cxn modelId="{077241A2-5451-4E29-90D3-793C9A900D9D}" type="presParOf" srcId="{21A808AE-71B6-4010-A496-6D53B2B04DA0}" destId="{ABCBDB7B-BD1F-4EDD-A6E2-FA547F81DF6C}" srcOrd="3" destOrd="0" presId="urn:microsoft.com/office/officeart/2009/3/layout/PlusandMinus"/>
    <dgm:cxn modelId="{AE01259C-E097-4AEA-A4A3-A0F0DB732C21}" type="presParOf" srcId="{21A808AE-71B6-4010-A496-6D53B2B04DA0}" destId="{377529E8-5B19-4661-A5E0-E8298683A227}" srcOrd="4" destOrd="0" presId="urn:microsoft.com/office/officeart/2009/3/layout/PlusandMinus"/>
    <dgm:cxn modelId="{EF2063D4-348A-45BA-9124-311D19F20B13}" type="presParOf" srcId="{21A808AE-71B6-4010-A496-6D53B2B04DA0}" destId="{6F7FF556-66D4-457A-9EAD-1D547C7EDD19}" srcOrd="5" destOrd="0" presId="urn:microsoft.com/office/officeart/2009/3/layout/PlusandMinu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DD6567-F3D2-4249-A7AE-3F8B56515B42}" type="doc">
      <dgm:prSet loTypeId="urn:microsoft.com/office/officeart/2009/3/layout/PlusandMinus" loCatId="relationship" qsTypeId="urn:microsoft.com/office/officeart/2005/8/quickstyle/simple1" qsCatId="simple" csTypeId="urn:microsoft.com/office/officeart/2005/8/colors/accent1_2" csCatId="accent1" phldr="1"/>
      <dgm:spPr/>
      <dgm:t>
        <a:bodyPr/>
        <a:lstStyle/>
        <a:p>
          <a:endParaRPr lang="en-US"/>
        </a:p>
      </dgm:t>
    </dgm:pt>
    <dgm:pt modelId="{5EC85654-C60C-4669-87E3-1A0F3A11E72D}">
      <dgm:prSet phldrT="[Text]"/>
      <dgm:spPr/>
      <dgm:t>
        <a:bodyPr anchor="ctr"/>
        <a:lstStyle/>
        <a:p>
          <a:r>
            <a:rPr lang="en-US" dirty="0"/>
            <a:t>Cannot be used for broadcast / multicast transmission.</a:t>
          </a:r>
        </a:p>
        <a:p>
          <a:endParaRPr lang="en-US" dirty="0"/>
        </a:p>
        <a:p>
          <a:r>
            <a:rPr lang="en-US" dirty="0"/>
            <a:t>Might have a bad throughput.</a:t>
          </a:r>
        </a:p>
      </dgm:t>
    </dgm:pt>
    <dgm:pt modelId="{02E327B3-EB41-4615-B155-0947A1A6B537}" type="parTrans" cxnId="{96B394BE-2CBE-4AE1-9DAF-772D04F90D47}">
      <dgm:prSet/>
      <dgm:spPr/>
      <dgm:t>
        <a:bodyPr/>
        <a:lstStyle/>
        <a:p>
          <a:endParaRPr lang="en-US"/>
        </a:p>
      </dgm:t>
    </dgm:pt>
    <dgm:pt modelId="{3397F34D-D4F5-48C9-A14B-110F4EFB22E4}" type="sibTrans" cxnId="{96B394BE-2CBE-4AE1-9DAF-772D04F90D47}">
      <dgm:prSet/>
      <dgm:spPr/>
      <dgm:t>
        <a:bodyPr/>
        <a:lstStyle/>
        <a:p>
          <a:endParaRPr lang="en-US"/>
        </a:p>
      </dgm:t>
    </dgm:pt>
    <dgm:pt modelId="{A833B0A8-C189-472A-9747-56856942B053}">
      <dgm:prSet phldrT="[Text]"/>
      <dgm:spPr/>
      <dgm:t>
        <a:bodyPr anchor="ctr"/>
        <a:lstStyle/>
        <a:p>
          <a:r>
            <a:rPr lang="en-US" altLang="en-US" dirty="0">
              <a:solidFill>
                <a:srgbClr val="212121"/>
              </a:solidFill>
            </a:rPr>
            <a:t>Reliable</a:t>
          </a:r>
          <a:r>
            <a:rPr lang="en-US" dirty="0"/>
            <a:t>, Guarantee that: </a:t>
          </a:r>
        </a:p>
        <a:p>
          <a:r>
            <a:rPr lang="en-US" dirty="0"/>
            <a:t>- All data sent will be received without any error.</a:t>
          </a:r>
        </a:p>
        <a:p>
          <a:r>
            <a:rPr lang="en-US" dirty="0"/>
            <a:t>- Be delivered in the correct order. </a:t>
          </a:r>
        </a:p>
        <a:p>
          <a:r>
            <a:rPr lang="en-US" dirty="0"/>
            <a:t>- Errors are automatically corrected.</a:t>
          </a:r>
        </a:p>
      </dgm:t>
    </dgm:pt>
    <dgm:pt modelId="{A9C87F35-0D5E-48E1-83B4-0DBF24C48610}" type="parTrans" cxnId="{A8140479-B64B-4FE8-AFF7-8354666BFC5F}">
      <dgm:prSet/>
      <dgm:spPr/>
      <dgm:t>
        <a:bodyPr/>
        <a:lstStyle/>
        <a:p>
          <a:endParaRPr lang="en-US"/>
        </a:p>
      </dgm:t>
    </dgm:pt>
    <dgm:pt modelId="{8BC7F808-0E38-434E-B1A4-E0D9DEF36403}" type="sibTrans" cxnId="{A8140479-B64B-4FE8-AFF7-8354666BFC5F}">
      <dgm:prSet/>
      <dgm:spPr/>
      <dgm:t>
        <a:bodyPr/>
        <a:lstStyle/>
        <a:p>
          <a:endParaRPr lang="en-US"/>
        </a:p>
      </dgm:t>
    </dgm:pt>
    <dgm:pt modelId="{21A808AE-71B6-4010-A496-6D53B2B04DA0}" type="pres">
      <dgm:prSet presAssocID="{21DD6567-F3D2-4249-A7AE-3F8B56515B42}" presName="Name0" presStyleCnt="0">
        <dgm:presLayoutVars>
          <dgm:chMax val="2"/>
          <dgm:chPref val="2"/>
          <dgm:dir/>
          <dgm:animOne/>
          <dgm:resizeHandles val="exact"/>
        </dgm:presLayoutVars>
      </dgm:prSet>
      <dgm:spPr/>
    </dgm:pt>
    <dgm:pt modelId="{6105A7DA-10ED-4763-B2E9-99944AD26251}" type="pres">
      <dgm:prSet presAssocID="{21DD6567-F3D2-4249-A7AE-3F8B56515B42}" presName="Background" presStyleLbl="bgImgPlace1" presStyleIdx="0" presStyleCnt="1"/>
      <dgm:spPr/>
    </dgm:pt>
    <dgm:pt modelId="{AFFE9CD1-794F-4D35-9DE6-8D804DF78544}" type="pres">
      <dgm:prSet presAssocID="{21DD6567-F3D2-4249-A7AE-3F8B56515B42}" presName="ParentText1" presStyleLbl="revTx" presStyleIdx="0" presStyleCnt="2" custLinFactX="12670" custLinFactNeighborX="100000" custLinFactNeighborY="-380">
        <dgm:presLayoutVars>
          <dgm:chMax val="0"/>
          <dgm:chPref val="0"/>
          <dgm:bulletEnabled val="1"/>
        </dgm:presLayoutVars>
      </dgm:prSet>
      <dgm:spPr/>
    </dgm:pt>
    <dgm:pt modelId="{D47075BF-0866-4B7D-A369-A54B1CC256FA}" type="pres">
      <dgm:prSet presAssocID="{21DD6567-F3D2-4249-A7AE-3F8B56515B42}" presName="ParentText2" presStyleLbl="revTx" presStyleIdx="1" presStyleCnt="2" custLinFactX="-1808" custLinFactNeighborX="-100000" custLinFactNeighborY="7637">
        <dgm:presLayoutVars>
          <dgm:chMax val="0"/>
          <dgm:chPref val="0"/>
          <dgm:bulletEnabled val="1"/>
        </dgm:presLayoutVars>
      </dgm:prSet>
      <dgm:spPr/>
    </dgm:pt>
    <dgm:pt modelId="{ABCBDB7B-BD1F-4EDD-A6E2-FA547F81DF6C}" type="pres">
      <dgm:prSet presAssocID="{21DD6567-F3D2-4249-A7AE-3F8B56515B42}" presName="Plus" presStyleLbl="alignNode1" presStyleIdx="0" presStyleCnt="2"/>
      <dgm:spPr/>
    </dgm:pt>
    <dgm:pt modelId="{377529E8-5B19-4661-A5E0-E8298683A227}" type="pres">
      <dgm:prSet presAssocID="{21DD6567-F3D2-4249-A7AE-3F8B56515B42}" presName="Minus" presStyleLbl="alignNode1" presStyleIdx="1" presStyleCnt="2"/>
      <dgm:spPr/>
    </dgm:pt>
    <dgm:pt modelId="{6F7FF556-66D4-457A-9EAD-1D547C7EDD19}" type="pres">
      <dgm:prSet presAssocID="{21DD6567-F3D2-4249-A7AE-3F8B56515B42}" presName="Divider" presStyleLbl="parChTrans1D1" presStyleIdx="0" presStyleCnt="1"/>
      <dgm:spPr/>
    </dgm:pt>
  </dgm:ptLst>
  <dgm:cxnLst>
    <dgm:cxn modelId="{490FEB0F-8020-4782-B6ED-310791EC8575}" type="presOf" srcId="{21DD6567-F3D2-4249-A7AE-3F8B56515B42}" destId="{21A808AE-71B6-4010-A496-6D53B2B04DA0}" srcOrd="0" destOrd="0" presId="urn:microsoft.com/office/officeart/2009/3/layout/PlusandMinus"/>
    <dgm:cxn modelId="{DDC5933D-C54F-4121-8392-CCC138E667AE}" type="presOf" srcId="{5EC85654-C60C-4669-87E3-1A0F3A11E72D}" destId="{AFFE9CD1-794F-4D35-9DE6-8D804DF78544}" srcOrd="0" destOrd="0" presId="urn:microsoft.com/office/officeart/2009/3/layout/PlusandMinus"/>
    <dgm:cxn modelId="{4973E962-2720-41EC-BBA3-518E8ED7BAB5}" type="presOf" srcId="{A833B0A8-C189-472A-9747-56856942B053}" destId="{D47075BF-0866-4B7D-A369-A54B1CC256FA}" srcOrd="0" destOrd="0" presId="urn:microsoft.com/office/officeart/2009/3/layout/PlusandMinus"/>
    <dgm:cxn modelId="{A8140479-B64B-4FE8-AFF7-8354666BFC5F}" srcId="{21DD6567-F3D2-4249-A7AE-3F8B56515B42}" destId="{A833B0A8-C189-472A-9747-56856942B053}" srcOrd="1" destOrd="0" parTransId="{A9C87F35-0D5E-48E1-83B4-0DBF24C48610}" sibTransId="{8BC7F808-0E38-434E-B1A4-E0D9DEF36403}"/>
    <dgm:cxn modelId="{96B394BE-2CBE-4AE1-9DAF-772D04F90D47}" srcId="{21DD6567-F3D2-4249-A7AE-3F8B56515B42}" destId="{5EC85654-C60C-4669-87E3-1A0F3A11E72D}" srcOrd="0" destOrd="0" parTransId="{02E327B3-EB41-4615-B155-0947A1A6B537}" sibTransId="{3397F34D-D4F5-48C9-A14B-110F4EFB22E4}"/>
    <dgm:cxn modelId="{2E5F638B-51E2-455D-81B4-BBBAA027EEB5}" type="presParOf" srcId="{21A808AE-71B6-4010-A496-6D53B2B04DA0}" destId="{6105A7DA-10ED-4763-B2E9-99944AD26251}" srcOrd="0" destOrd="0" presId="urn:microsoft.com/office/officeart/2009/3/layout/PlusandMinus"/>
    <dgm:cxn modelId="{B4C6A8D2-B115-49CB-87D1-2451C16535ED}" type="presParOf" srcId="{21A808AE-71B6-4010-A496-6D53B2B04DA0}" destId="{AFFE9CD1-794F-4D35-9DE6-8D804DF78544}" srcOrd="1" destOrd="0" presId="urn:microsoft.com/office/officeart/2009/3/layout/PlusandMinus"/>
    <dgm:cxn modelId="{E1F62C13-D54F-4001-B695-06E6823A11B4}" type="presParOf" srcId="{21A808AE-71B6-4010-A496-6D53B2B04DA0}" destId="{D47075BF-0866-4B7D-A369-A54B1CC256FA}" srcOrd="2" destOrd="0" presId="urn:microsoft.com/office/officeart/2009/3/layout/PlusandMinus"/>
    <dgm:cxn modelId="{077241A2-5451-4E29-90D3-793C9A900D9D}" type="presParOf" srcId="{21A808AE-71B6-4010-A496-6D53B2B04DA0}" destId="{ABCBDB7B-BD1F-4EDD-A6E2-FA547F81DF6C}" srcOrd="3" destOrd="0" presId="urn:microsoft.com/office/officeart/2009/3/layout/PlusandMinus"/>
    <dgm:cxn modelId="{AE01259C-E097-4AEA-A4A3-A0F0DB732C21}" type="presParOf" srcId="{21A808AE-71B6-4010-A496-6D53B2B04DA0}" destId="{377529E8-5B19-4661-A5E0-E8298683A227}" srcOrd="4" destOrd="0" presId="urn:microsoft.com/office/officeart/2009/3/layout/PlusandMinus"/>
    <dgm:cxn modelId="{EF2063D4-348A-45BA-9124-311D19F20B13}" type="presParOf" srcId="{21A808AE-71B6-4010-A496-6D53B2B04DA0}" destId="{6F7FF556-66D4-457A-9EAD-1D547C7EDD19}" srcOrd="5" destOrd="0" presId="urn:microsoft.com/office/officeart/2009/3/layout/PlusandMinu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05A7DA-10ED-4763-B2E9-99944AD26251}">
      <dsp:nvSpPr>
        <dsp:cNvPr id="0" name=""/>
        <dsp:cNvSpPr/>
      </dsp:nvSpPr>
      <dsp:spPr>
        <a:xfrm>
          <a:off x="2597827" y="617427"/>
          <a:ext cx="5971875" cy="2876997"/>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FE9CD1-794F-4D35-9DE6-8D804DF78544}">
      <dsp:nvSpPr>
        <dsp:cNvPr id="0" name=""/>
        <dsp:cNvSpPr/>
      </dsp:nvSpPr>
      <dsp:spPr>
        <a:xfrm>
          <a:off x="2849093" y="904403"/>
          <a:ext cx="2701239" cy="2571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US" sz="1700" kern="1200" dirty="0"/>
            <a:t>The failure rate is low, unless the bandwidth is full. </a:t>
          </a:r>
        </a:p>
        <a:p>
          <a:pPr marL="0" lvl="0" indent="0" algn="l" defTabSz="755650">
            <a:lnSpc>
              <a:spcPct val="90000"/>
            </a:lnSpc>
            <a:spcBef>
              <a:spcPct val="0"/>
            </a:spcBef>
            <a:spcAft>
              <a:spcPct val="35000"/>
            </a:spcAft>
            <a:buNone/>
          </a:pPr>
          <a:endParaRPr lang="en-US" sz="1700" kern="1200" dirty="0"/>
        </a:p>
        <a:p>
          <a:pPr marL="0" lvl="0" indent="0" algn="l" defTabSz="755650">
            <a:lnSpc>
              <a:spcPct val="90000"/>
            </a:lnSpc>
            <a:spcBef>
              <a:spcPct val="0"/>
            </a:spcBef>
            <a:spcAft>
              <a:spcPct val="35000"/>
            </a:spcAft>
            <a:buNone/>
          </a:pPr>
          <a:r>
            <a:rPr lang="en-US" sz="1700" kern="1200" dirty="0"/>
            <a:t>Fast broadcast.</a:t>
          </a:r>
        </a:p>
      </dsp:txBody>
      <dsp:txXfrm>
        <a:off x="2849093" y="904403"/>
        <a:ext cx="2701239" cy="2571770"/>
      </dsp:txXfrm>
    </dsp:sp>
    <dsp:sp modelId="{D47075BF-0866-4B7D-A369-A54B1CC256FA}">
      <dsp:nvSpPr>
        <dsp:cNvPr id="0" name=""/>
        <dsp:cNvSpPr/>
      </dsp:nvSpPr>
      <dsp:spPr>
        <a:xfrm>
          <a:off x="5610509" y="904403"/>
          <a:ext cx="2701239" cy="2571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US" sz="1700" kern="1200" dirty="0"/>
            <a:t>Unreliability, The datagram packet might:</a:t>
          </a:r>
        </a:p>
        <a:p>
          <a:pPr marL="0" lvl="0" indent="0" algn="l" defTabSz="755650">
            <a:lnSpc>
              <a:spcPct val="90000"/>
            </a:lnSpc>
            <a:spcBef>
              <a:spcPct val="0"/>
            </a:spcBef>
            <a:spcAft>
              <a:spcPct val="35000"/>
            </a:spcAft>
            <a:buNone/>
          </a:pPr>
          <a:r>
            <a:rPr lang="en-US" sz="1700" kern="1200" dirty="0"/>
            <a:t>- Not be delivered to the destination host. </a:t>
          </a:r>
        </a:p>
        <a:p>
          <a:pPr marL="0" lvl="0" indent="0" algn="l" defTabSz="755650">
            <a:lnSpc>
              <a:spcPct val="90000"/>
            </a:lnSpc>
            <a:spcBef>
              <a:spcPct val="0"/>
            </a:spcBef>
            <a:spcAft>
              <a:spcPct val="35000"/>
            </a:spcAft>
            <a:buNone/>
          </a:pPr>
          <a:r>
            <a:rPr lang="en-US" sz="1700" kern="1200" dirty="0"/>
            <a:t>- Be delivered in an incorrect order. </a:t>
          </a:r>
        </a:p>
        <a:p>
          <a:pPr marL="0" lvl="0" indent="0" algn="l" defTabSz="755650">
            <a:lnSpc>
              <a:spcPct val="90000"/>
            </a:lnSpc>
            <a:spcBef>
              <a:spcPct val="0"/>
            </a:spcBef>
            <a:spcAft>
              <a:spcPct val="35000"/>
            </a:spcAft>
            <a:buNone/>
          </a:pPr>
          <a:r>
            <a:rPr lang="en-US" sz="1700" kern="1200" dirty="0"/>
            <a:t>- Be delivered twice.</a:t>
          </a:r>
        </a:p>
        <a:p>
          <a:pPr marL="0" lvl="0" indent="0" algn="l" defTabSz="755650">
            <a:lnSpc>
              <a:spcPct val="90000"/>
            </a:lnSpc>
            <a:spcBef>
              <a:spcPct val="0"/>
            </a:spcBef>
            <a:spcAft>
              <a:spcPct val="35000"/>
            </a:spcAft>
            <a:buNone/>
          </a:pPr>
          <a:r>
            <a:rPr lang="en-US" sz="1700" kern="1200" dirty="0"/>
            <a:t>Complicated to program at the application level.</a:t>
          </a:r>
        </a:p>
      </dsp:txBody>
      <dsp:txXfrm>
        <a:off x="5610509" y="904403"/>
        <a:ext cx="2701239" cy="2571770"/>
      </dsp:txXfrm>
    </dsp:sp>
    <dsp:sp modelId="{ABCBDB7B-BD1F-4EDD-A6E2-FA547F81DF6C}">
      <dsp:nvSpPr>
        <dsp:cNvPr id="0" name=""/>
        <dsp:cNvSpPr/>
      </dsp:nvSpPr>
      <dsp:spPr>
        <a:xfrm>
          <a:off x="2305318" y="480815"/>
          <a:ext cx="769280" cy="695738"/>
        </a:xfrm>
        <a:prstGeom prst="plus">
          <a:avLst>
            <a:gd name="adj" fmla="val 328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7529E8-5B19-4661-A5E0-E8298683A227}">
      <dsp:nvSpPr>
        <dsp:cNvPr id="0" name=""/>
        <dsp:cNvSpPr/>
      </dsp:nvSpPr>
      <dsp:spPr>
        <a:xfrm>
          <a:off x="8181790" y="531426"/>
          <a:ext cx="683044" cy="29832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7FF556-66D4-457A-9EAD-1D547C7EDD19}">
      <dsp:nvSpPr>
        <dsp:cNvPr id="0" name=""/>
        <dsp:cNvSpPr/>
      </dsp:nvSpPr>
      <dsp:spPr>
        <a:xfrm>
          <a:off x="5583764" y="909902"/>
          <a:ext cx="668" cy="2456288"/>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05A7DA-10ED-4763-B2E9-99944AD26251}">
      <dsp:nvSpPr>
        <dsp:cNvPr id="0" name=""/>
        <dsp:cNvSpPr/>
      </dsp:nvSpPr>
      <dsp:spPr>
        <a:xfrm>
          <a:off x="2755515" y="616070"/>
          <a:ext cx="5681619" cy="2936226"/>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FE9CD1-794F-4D35-9DE6-8D804DF78544}">
      <dsp:nvSpPr>
        <dsp:cNvPr id="0" name=""/>
        <dsp:cNvSpPr/>
      </dsp:nvSpPr>
      <dsp:spPr>
        <a:xfrm>
          <a:off x="5897952" y="949920"/>
          <a:ext cx="2638361" cy="2511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5" tIns="36195" rIns="36195" bIns="36195" numCol="1" spcCol="1270" anchor="ctr" anchorCtr="0">
          <a:noAutofit/>
        </a:bodyPr>
        <a:lstStyle/>
        <a:p>
          <a:pPr marL="0" lvl="0" indent="0" algn="l" defTabSz="844550">
            <a:lnSpc>
              <a:spcPct val="90000"/>
            </a:lnSpc>
            <a:spcBef>
              <a:spcPct val="0"/>
            </a:spcBef>
            <a:spcAft>
              <a:spcPct val="35000"/>
            </a:spcAft>
            <a:buNone/>
          </a:pPr>
          <a:r>
            <a:rPr lang="en-US" sz="1900" kern="1200" dirty="0"/>
            <a:t>Cannot be used for broadcast / multicast transmission.</a:t>
          </a:r>
        </a:p>
        <a:p>
          <a:pPr marL="0" lvl="0" indent="0" algn="l" defTabSz="844550">
            <a:lnSpc>
              <a:spcPct val="90000"/>
            </a:lnSpc>
            <a:spcBef>
              <a:spcPct val="0"/>
            </a:spcBef>
            <a:spcAft>
              <a:spcPct val="35000"/>
            </a:spcAft>
            <a:buNone/>
          </a:pPr>
          <a:endParaRPr lang="en-US" sz="1900" kern="1200" dirty="0"/>
        </a:p>
        <a:p>
          <a:pPr marL="0" lvl="0" indent="0" algn="l" defTabSz="844550">
            <a:lnSpc>
              <a:spcPct val="90000"/>
            </a:lnSpc>
            <a:spcBef>
              <a:spcPct val="0"/>
            </a:spcBef>
            <a:spcAft>
              <a:spcPct val="35000"/>
            </a:spcAft>
            <a:buNone/>
          </a:pPr>
          <a:r>
            <a:rPr lang="en-US" sz="1900" kern="1200" dirty="0"/>
            <a:t>Might have a bad throughput.</a:t>
          </a:r>
        </a:p>
      </dsp:txBody>
      <dsp:txXfrm>
        <a:off x="5897952" y="949920"/>
        <a:ext cx="2638361" cy="2511905"/>
      </dsp:txXfrm>
    </dsp:sp>
    <dsp:sp modelId="{D47075BF-0866-4B7D-A369-A54B1CC256FA}">
      <dsp:nvSpPr>
        <dsp:cNvPr id="0" name=""/>
        <dsp:cNvSpPr/>
      </dsp:nvSpPr>
      <dsp:spPr>
        <a:xfrm>
          <a:off x="2936384" y="1068858"/>
          <a:ext cx="2638361" cy="2511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5" tIns="36195" rIns="36195" bIns="36195" numCol="1" spcCol="1270" anchor="ctr" anchorCtr="0">
          <a:noAutofit/>
        </a:bodyPr>
        <a:lstStyle/>
        <a:p>
          <a:pPr marL="0" lvl="0" indent="0" algn="l" defTabSz="844550">
            <a:lnSpc>
              <a:spcPct val="90000"/>
            </a:lnSpc>
            <a:spcBef>
              <a:spcPct val="0"/>
            </a:spcBef>
            <a:spcAft>
              <a:spcPct val="35000"/>
            </a:spcAft>
            <a:buNone/>
          </a:pPr>
          <a:r>
            <a:rPr lang="en-US" altLang="en-US" sz="1900" kern="1200" dirty="0">
              <a:solidFill>
                <a:srgbClr val="212121"/>
              </a:solidFill>
            </a:rPr>
            <a:t>Reliable</a:t>
          </a:r>
          <a:r>
            <a:rPr lang="en-US" sz="1900" kern="1200" dirty="0"/>
            <a:t>, Guarantee that: </a:t>
          </a:r>
        </a:p>
        <a:p>
          <a:pPr marL="0" lvl="0" indent="0" algn="l" defTabSz="844550">
            <a:lnSpc>
              <a:spcPct val="90000"/>
            </a:lnSpc>
            <a:spcBef>
              <a:spcPct val="0"/>
            </a:spcBef>
            <a:spcAft>
              <a:spcPct val="35000"/>
            </a:spcAft>
            <a:buNone/>
          </a:pPr>
          <a:r>
            <a:rPr lang="en-US" sz="1900" kern="1200" dirty="0"/>
            <a:t>- All data sent will be received without any error.</a:t>
          </a:r>
        </a:p>
        <a:p>
          <a:pPr marL="0" lvl="0" indent="0" algn="l" defTabSz="844550">
            <a:lnSpc>
              <a:spcPct val="90000"/>
            </a:lnSpc>
            <a:spcBef>
              <a:spcPct val="0"/>
            </a:spcBef>
            <a:spcAft>
              <a:spcPct val="35000"/>
            </a:spcAft>
            <a:buNone/>
          </a:pPr>
          <a:r>
            <a:rPr lang="en-US" sz="1900" kern="1200" dirty="0"/>
            <a:t>- Be delivered in the correct order. </a:t>
          </a:r>
        </a:p>
        <a:p>
          <a:pPr marL="0" lvl="0" indent="0" algn="l" defTabSz="844550">
            <a:lnSpc>
              <a:spcPct val="90000"/>
            </a:lnSpc>
            <a:spcBef>
              <a:spcPct val="0"/>
            </a:spcBef>
            <a:spcAft>
              <a:spcPct val="35000"/>
            </a:spcAft>
            <a:buNone/>
          </a:pPr>
          <a:r>
            <a:rPr lang="en-US" sz="1900" kern="1200" dirty="0"/>
            <a:t>- Errors are automatically corrected.</a:t>
          </a:r>
        </a:p>
      </dsp:txBody>
      <dsp:txXfrm>
        <a:off x="2936384" y="1068858"/>
        <a:ext cx="2638361" cy="2511905"/>
      </dsp:txXfrm>
    </dsp:sp>
    <dsp:sp modelId="{ABCBDB7B-BD1F-4EDD-A6E2-FA547F81DF6C}">
      <dsp:nvSpPr>
        <dsp:cNvPr id="0" name=""/>
        <dsp:cNvSpPr/>
      </dsp:nvSpPr>
      <dsp:spPr>
        <a:xfrm>
          <a:off x="2167761" y="28467"/>
          <a:ext cx="1110201" cy="1110201"/>
        </a:xfrm>
        <a:prstGeom prst="plus">
          <a:avLst>
            <a:gd name="adj" fmla="val 328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7529E8-5B19-4661-A5E0-E8298683A227}">
      <dsp:nvSpPr>
        <dsp:cNvPr id="0" name=""/>
        <dsp:cNvSpPr/>
      </dsp:nvSpPr>
      <dsp:spPr>
        <a:xfrm>
          <a:off x="7653463" y="427722"/>
          <a:ext cx="1044895" cy="35807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7FF556-66D4-457A-9EAD-1D547C7EDD19}">
      <dsp:nvSpPr>
        <dsp:cNvPr id="0" name=""/>
        <dsp:cNvSpPr/>
      </dsp:nvSpPr>
      <dsp:spPr>
        <a:xfrm>
          <a:off x="5596324" y="964836"/>
          <a:ext cx="653" cy="2399111"/>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2.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atin typeface="Calibri" panose="020F0502020204030204" pitchFamily="34" charset="0"/>
                <a:ea typeface="Calibri" panose="020F0502020204030204" pitchFamily="34" charset="0"/>
                <a:cs typeface="Calibri" panose="020F0502020204030204" pitchFamily="34" charset="0"/>
              </a:defRPr>
            </a:lvl1pPr>
          </a:lstStyle>
          <a:p>
            <a:endParaRPr lang="he-IL" dirty="0"/>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atin typeface="Calibri" panose="020F0502020204030204" pitchFamily="34" charset="0"/>
                <a:ea typeface="Calibri" panose="020F0502020204030204" pitchFamily="34" charset="0"/>
                <a:cs typeface="Calibri" panose="020F0502020204030204" pitchFamily="34" charset="0"/>
              </a:defRPr>
            </a:lvl1pPr>
          </a:lstStyle>
          <a:p>
            <a:fld id="{B7D31FC3-ED3B-4D11-8182-8A885B779288}" type="datetimeFigureOut">
              <a:rPr lang="he-IL" smtClean="0"/>
              <a:pPr/>
              <a:t>ג'/טבת/תשפ"ו</a:t>
            </a:fld>
            <a:endParaRPr lang="he-IL"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1" anchor="ctr"/>
          <a:lstStyle/>
          <a:p>
            <a:endParaRPr lang="he-IL"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atin typeface="Calibri" panose="020F0502020204030204" pitchFamily="34" charset="0"/>
                <a:ea typeface="Calibri" panose="020F0502020204030204" pitchFamily="34" charset="0"/>
                <a:cs typeface="Calibri" panose="020F0502020204030204" pitchFamily="34" charset="0"/>
              </a:defRPr>
            </a:lvl1pPr>
          </a:lstStyle>
          <a:p>
            <a:endParaRPr lang="he-IL" dirty="0"/>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atin typeface="Calibri" panose="020F0502020204030204" pitchFamily="34" charset="0"/>
                <a:ea typeface="Calibri" panose="020F0502020204030204" pitchFamily="34" charset="0"/>
                <a:cs typeface="Calibri" panose="020F0502020204030204" pitchFamily="34" charset="0"/>
              </a:defRPr>
            </a:lvl1pPr>
          </a:lstStyle>
          <a:p>
            <a:fld id="{A278BE08-F3A6-4479-9E52-198802CB93FE}" type="slidenum">
              <a:rPr lang="he-IL" smtClean="0"/>
              <a:pPr/>
              <a:t>‹#›</a:t>
            </a:fld>
            <a:endParaRPr lang="he-IL" dirty="0"/>
          </a:p>
        </p:txBody>
      </p:sp>
    </p:spTree>
    <p:extLst>
      <p:ext uri="{BB962C8B-B14F-4D97-AF65-F5344CB8AC3E}">
        <p14:creationId xmlns:p14="http://schemas.microsoft.com/office/powerpoint/2010/main" val="155850382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Calibri" panose="020F0502020204030204" pitchFamily="34" charset="0"/>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Calibri" panose="020F0502020204030204" pitchFamily="34" charset="0"/>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a:p>
        </p:txBody>
      </p:sp>
      <p:sp>
        <p:nvSpPr>
          <p:cNvPr id="4" name="Slide Number Placeholder 3"/>
          <p:cNvSpPr>
            <a:spLocks noGrp="1"/>
          </p:cNvSpPr>
          <p:nvPr>
            <p:ph type="sldNum" sz="quarter" idx="10"/>
          </p:nvPr>
        </p:nvSpPr>
        <p:spPr/>
        <p:txBody>
          <a:bodyPr/>
          <a:lstStyle/>
          <a:p>
            <a:fld id="{A278BE08-F3A6-4479-9E52-198802CB93FE}" type="slidenum">
              <a:rPr lang="he-IL" smtClean="0"/>
              <a:t>2</a:t>
            </a:fld>
            <a:endParaRPr lang="he-IL"/>
          </a:p>
        </p:txBody>
      </p:sp>
    </p:spTree>
    <p:extLst>
      <p:ext uri="{BB962C8B-B14F-4D97-AF65-F5344CB8AC3E}">
        <p14:creationId xmlns:p14="http://schemas.microsoft.com/office/powerpoint/2010/main" val="4276790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a:t>Worth to mention that ports between 1-1023 are considered “reserved”.</a:t>
            </a:r>
            <a:endParaRPr lang="en-US" dirty="0"/>
          </a:p>
        </p:txBody>
      </p:sp>
      <p:sp>
        <p:nvSpPr>
          <p:cNvPr id="4" name="Slide Number Placeholder 3"/>
          <p:cNvSpPr>
            <a:spLocks noGrp="1"/>
          </p:cNvSpPr>
          <p:nvPr>
            <p:ph type="sldNum" sz="quarter" idx="5"/>
          </p:nvPr>
        </p:nvSpPr>
        <p:spPr/>
        <p:txBody>
          <a:bodyPr/>
          <a:lstStyle/>
          <a:p>
            <a:fld id="{A278BE08-F3A6-4479-9E52-198802CB93FE}" type="slidenum">
              <a:rPr lang="he-IL" smtClean="0"/>
              <a:t>3</a:t>
            </a:fld>
            <a:endParaRPr lang="he-IL"/>
          </a:p>
        </p:txBody>
      </p:sp>
    </p:spTree>
    <p:extLst>
      <p:ext uri="{BB962C8B-B14F-4D97-AF65-F5344CB8AC3E}">
        <p14:creationId xmlns:p14="http://schemas.microsoft.com/office/powerpoint/2010/main" val="769910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78BE08-F3A6-4479-9E52-198802CB93FE}" type="slidenum">
              <a:rPr lang="he-IL" smtClean="0"/>
              <a:t>5</a:t>
            </a:fld>
            <a:endParaRPr lang="he-IL"/>
          </a:p>
        </p:txBody>
      </p:sp>
    </p:spTree>
    <p:extLst>
      <p:ext uri="{BB962C8B-B14F-4D97-AF65-F5344CB8AC3E}">
        <p14:creationId xmlns:p14="http://schemas.microsoft.com/office/powerpoint/2010/main" val="3834620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1BED9-E997-3EA3-79D2-0A4274252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46C351-6B73-190C-232B-5040820297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BE66-ABFB-2517-EB51-6D69E84BB7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D97015-5114-96DE-440C-08B0200EA270}"/>
              </a:ext>
            </a:extLst>
          </p:cNvPr>
          <p:cNvSpPr>
            <a:spLocks noGrp="1"/>
          </p:cNvSpPr>
          <p:nvPr>
            <p:ph type="sldNum" sz="quarter" idx="5"/>
          </p:nvPr>
        </p:nvSpPr>
        <p:spPr/>
        <p:txBody>
          <a:bodyPr/>
          <a:lstStyle/>
          <a:p>
            <a:fld id="{A278BE08-F3A6-4479-9E52-198802CB93FE}" type="slidenum">
              <a:rPr lang="he-IL" smtClean="0"/>
              <a:t>6</a:t>
            </a:fld>
            <a:endParaRPr lang="he-IL"/>
          </a:p>
        </p:txBody>
      </p:sp>
    </p:spTree>
    <p:extLst>
      <p:ext uri="{BB962C8B-B14F-4D97-AF65-F5344CB8AC3E}">
        <p14:creationId xmlns:p14="http://schemas.microsoft.com/office/powerpoint/2010/main" val="1352537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dirty="0">
                <a:latin typeface="+mn-lt"/>
              </a:rPr>
              <a:t>Story time – Lets understand how the internet works. For example, when attempting to order flowers from online store:</a:t>
            </a:r>
          </a:p>
          <a:p>
            <a:pPr algn="l" rtl="0"/>
            <a:endParaRPr lang="en-US" dirty="0">
              <a:latin typeface="+mn-lt"/>
            </a:endParaRPr>
          </a:p>
          <a:p>
            <a:pPr marL="171450" indent="-171450" algn="l" rtl="0">
              <a:buFont typeface="Arial" panose="020B0604020202020204" pitchFamily="34" charset="0"/>
              <a:buChar char="•"/>
            </a:pPr>
            <a:r>
              <a:rPr lang="en-US" b="0" i="0" dirty="0">
                <a:solidFill>
                  <a:srgbClr val="D1D5DB"/>
                </a:solidFill>
                <a:effectLst/>
                <a:latin typeface="+mn-lt"/>
              </a:rPr>
              <a:t>You open your computer and search for a </a:t>
            </a:r>
            <a:r>
              <a:rPr lang="en-US" b="0" i="0" dirty="0" err="1">
                <a:solidFill>
                  <a:srgbClr val="D1D5DB"/>
                </a:solidFill>
                <a:effectLst/>
                <a:latin typeface="+mn-lt"/>
              </a:rPr>
              <a:t>WiFi</a:t>
            </a:r>
            <a:r>
              <a:rPr lang="en-US" b="0" i="0" dirty="0">
                <a:solidFill>
                  <a:srgbClr val="D1D5DB"/>
                </a:solidFill>
                <a:effectLst/>
                <a:latin typeface="+mn-lt"/>
              </a:rPr>
              <a:t> connection to connect to. Your computer finds a local network and connects to it, allowing you to access the internet.</a:t>
            </a:r>
          </a:p>
          <a:p>
            <a:pPr marL="171450" indent="-171450" algn="l" rtl="0">
              <a:buFont typeface="Arial" panose="020B0604020202020204" pitchFamily="34" charset="0"/>
              <a:buChar char="•"/>
            </a:pPr>
            <a:r>
              <a:rPr lang="en-US" b="0" i="0" dirty="0">
                <a:solidFill>
                  <a:srgbClr val="D1D5DB"/>
                </a:solidFill>
                <a:effectLst/>
                <a:latin typeface="+mn-lt"/>
              </a:rPr>
              <a:t>To connect to the local network, your computer uses the Dynamic Host Configuration Protocol (DHCP). DHCP is a network protocol that allows a server to automatically assign an IP address to a device when it connects to the network.</a:t>
            </a:r>
          </a:p>
          <a:p>
            <a:pPr marL="171450" indent="-171450" algn="l" rtl="0">
              <a:buFont typeface="Arial" panose="020B0604020202020204" pitchFamily="34" charset="0"/>
              <a:buChar char="•"/>
            </a:pPr>
            <a:r>
              <a:rPr lang="en-US" b="0" i="0" dirty="0">
                <a:solidFill>
                  <a:srgbClr val="D1D5DB"/>
                </a:solidFill>
                <a:effectLst/>
                <a:latin typeface="+mn-lt"/>
              </a:rPr>
              <a:t>An IP address is a unique numerical label assigned to every device connected to the internet. It is used to identify and locate devices on the network and is necessary for communication between devices.</a:t>
            </a:r>
          </a:p>
          <a:p>
            <a:pPr marL="171450" indent="-171450" algn="l" rtl="0">
              <a:buFont typeface="Arial" panose="020B0604020202020204" pitchFamily="34" charset="0"/>
              <a:buChar char="•"/>
            </a:pPr>
            <a:r>
              <a:rPr lang="en-US" b="0" i="0" dirty="0">
                <a:solidFill>
                  <a:srgbClr val="D1D5DB"/>
                </a:solidFill>
                <a:effectLst/>
                <a:latin typeface="+mn-lt"/>
              </a:rPr>
              <a:t>Once your computer has an IP address, it can communicate with other devices on the network using the Internet Protocol (IP). IP is a network layer protocol that is responsible for routing packets through the internet to their destination.</a:t>
            </a:r>
          </a:p>
          <a:p>
            <a:pPr marL="171450" indent="-171450" algn="l" rtl="0">
              <a:buFont typeface="Arial" panose="020B0604020202020204" pitchFamily="34" charset="0"/>
              <a:buChar char="•"/>
            </a:pPr>
            <a:r>
              <a:rPr lang="en-US" b="0" i="0" dirty="0">
                <a:solidFill>
                  <a:srgbClr val="D1D5DB"/>
                </a:solidFill>
                <a:effectLst/>
                <a:latin typeface="+mn-lt"/>
              </a:rPr>
              <a:t>Next, you open your web browser and type in the URL of the online shop where you want to buy flowers. The URL is a unique address that identifies the location of a specific website on the internet.</a:t>
            </a:r>
          </a:p>
          <a:p>
            <a:pPr marL="171450" indent="-171450" algn="l" rtl="0">
              <a:buFont typeface="Arial" panose="020B0604020202020204" pitchFamily="34" charset="0"/>
              <a:buChar char="•"/>
            </a:pPr>
            <a:r>
              <a:rPr lang="en-US" b="0" i="0" dirty="0">
                <a:solidFill>
                  <a:srgbClr val="D1D5DB"/>
                </a:solidFill>
                <a:effectLst/>
                <a:latin typeface="+mn-lt"/>
              </a:rPr>
              <a:t>To convert the URL into an IP address, your computer uses the Domain Name System (DNS). DNS is a protocol that maps domain names (such as "example.com") to IP addresses.</a:t>
            </a:r>
          </a:p>
          <a:p>
            <a:pPr marL="171450" indent="-171450" algn="l" rtl="0">
              <a:buFont typeface="Arial" panose="020B0604020202020204" pitchFamily="34" charset="0"/>
              <a:buChar char="•"/>
            </a:pPr>
            <a:r>
              <a:rPr lang="en-US" b="0" i="0" dirty="0">
                <a:solidFill>
                  <a:srgbClr val="D1D5DB"/>
                </a:solidFill>
                <a:effectLst/>
                <a:latin typeface="+mn-lt"/>
              </a:rPr>
              <a:t>Your computer sends a request to a DNS server to look up the IP address of the website's server. The DNS server responds with the IP address, which your computer then uses to send a request to the server that hosts the website.</a:t>
            </a:r>
          </a:p>
          <a:p>
            <a:pPr marL="171450" indent="-171450" algn="l" rtl="0">
              <a:buFont typeface="Arial" panose="020B0604020202020204" pitchFamily="34" charset="0"/>
              <a:buChar char="•"/>
            </a:pPr>
            <a:r>
              <a:rPr lang="en-US" b="0" i="0" dirty="0">
                <a:solidFill>
                  <a:srgbClr val="D1D5DB"/>
                </a:solidFill>
                <a:effectLst/>
                <a:latin typeface="+mn-lt"/>
              </a:rPr>
              <a:t>The request is sent using the Hypertext Transfer Protocol (HTTP), which is a set of rules that govern how information is exchanged between computers on the internet. HTTP operates at the application layer of the internet protocol stack, which is the highest layer in the stack and is responsible for providing services to application programs that use the internet.</a:t>
            </a:r>
          </a:p>
          <a:p>
            <a:pPr marL="171450" indent="-171450" algn="l" rtl="0">
              <a:buFont typeface="Arial" panose="020B0604020202020204" pitchFamily="34" charset="0"/>
              <a:buChar char="•"/>
            </a:pPr>
            <a:r>
              <a:rPr lang="en-US" b="0" i="0" dirty="0">
                <a:solidFill>
                  <a:srgbClr val="D1D5DB"/>
                </a:solidFill>
                <a:effectLst/>
                <a:latin typeface="+mn-lt"/>
              </a:rPr>
              <a:t>To send the request, your computer uses the Address Resolution Protocol (ARP) to determine the physical address (such as a MAC address) of the server on the local network. ARP is a protocol that maps IP addresses to physical addresses on a network.</a:t>
            </a:r>
          </a:p>
          <a:p>
            <a:pPr marL="171450" indent="-171450" algn="l" defTabSz="914400" rtl="0" eaLnBrk="1" latinLnBrk="0" hangingPunct="1">
              <a:buFont typeface="Arial" panose="020B0604020202020204" pitchFamily="34" charset="0"/>
              <a:buChar char="•"/>
            </a:pPr>
            <a:r>
              <a:rPr lang="en-US" b="0" i="0" dirty="0">
                <a:solidFill>
                  <a:srgbClr val="D1D5DB"/>
                </a:solidFill>
                <a:effectLst/>
                <a:latin typeface="+mn-lt"/>
              </a:rPr>
              <a:t>The packet containing the request is sent from your computer to the server using the Transmission Control Protocol (TCP). TCP is a transport layer protocol that ensures that the packet is delivered to its destination reliably and in the correct order. TCP operates at the transport layer of the internet protocol stack, which is </a:t>
            </a:r>
            <a:r>
              <a:rPr lang="en-US" sz="1200" b="0" i="0" kern="1200" dirty="0">
                <a:solidFill>
                  <a:srgbClr val="D1D5DB"/>
                </a:solidFill>
                <a:effectLst/>
                <a:latin typeface="+mn-lt"/>
                <a:ea typeface="+mn-ea"/>
                <a:cs typeface="Calibri" panose="020F0502020204030204" pitchFamily="34" charset="0"/>
              </a:rPr>
              <a:t>responsible for providing end-to-end communication between devices on the internet.</a:t>
            </a:r>
          </a:p>
          <a:p>
            <a:pPr marL="171450" indent="-171450" algn="l" defTabSz="914400" rtl="0" eaLnBrk="1" latinLnBrk="0" hangingPunct="1">
              <a:buFont typeface="Arial" panose="020B0604020202020204" pitchFamily="34" charset="0"/>
              <a:buChar char="•"/>
            </a:pPr>
            <a:r>
              <a:rPr lang="en-US" sz="1200" b="0" i="0" kern="1200" dirty="0">
                <a:solidFill>
                  <a:srgbClr val="D1D5DB"/>
                </a:solidFill>
                <a:effectLst/>
                <a:latin typeface="+mn-lt"/>
                <a:ea typeface="+mn-ea"/>
                <a:cs typeface="Calibri" panose="020F0502020204030204" pitchFamily="34" charset="0"/>
              </a:rPr>
              <a:t>The packet is sent from your computer to the server via a series of interconnected network devices, such as routers and switches, which are responsible for forwarding the packet to its destination. These devices operate at the network layer of the internet protocol stack, which is responsible for routing packets through the internet to their destination.</a:t>
            </a:r>
          </a:p>
          <a:p>
            <a:pPr marL="171450" indent="-171450" algn="l" defTabSz="914400" rtl="0" eaLnBrk="1" latinLnBrk="0" hangingPunct="1">
              <a:buFont typeface="Arial" panose="020B0604020202020204" pitchFamily="34" charset="0"/>
              <a:buChar char="•"/>
            </a:pPr>
            <a:r>
              <a:rPr lang="en-US" sz="1200" b="0" i="0" kern="1200" dirty="0">
                <a:solidFill>
                  <a:srgbClr val="D1D5DB"/>
                </a:solidFill>
                <a:effectLst/>
                <a:latin typeface="+mn-lt"/>
                <a:ea typeface="+mn-ea"/>
                <a:cs typeface="Calibri" panose="020F0502020204030204" pitchFamily="34" charset="0"/>
              </a:rPr>
              <a:t>Once the server receives the request, it responds by sending the HTML code for the website's homepage back to your computer. The response also includes various headers, such as the "Content-Type" header, which indicates the type of content that is being sent, and the "Set-Cookie" header, which is used to send a session cookie to your computer.</a:t>
            </a:r>
          </a:p>
          <a:p>
            <a:pPr marL="171450" indent="-171450" algn="l" defTabSz="914400" rtl="0" eaLnBrk="1" latinLnBrk="0" hangingPunct="1">
              <a:buFont typeface="Arial" panose="020B0604020202020204" pitchFamily="34" charset="0"/>
              <a:buChar char="•"/>
            </a:pPr>
            <a:r>
              <a:rPr lang="en-US" sz="1200" b="0" i="0" kern="1200" dirty="0">
                <a:solidFill>
                  <a:srgbClr val="D1D5DB"/>
                </a:solidFill>
                <a:effectLst/>
                <a:latin typeface="+mn-lt"/>
                <a:ea typeface="+mn-ea"/>
                <a:cs typeface="Calibri" panose="020F0502020204030204" pitchFamily="34" charset="0"/>
              </a:rPr>
              <a:t>The HTML code and headers are packaged into a packet and sent over the internet using the Transmission Control Protocol (TCP). TCP ensures that the packet is delivered to its destination reliably and in the correct order.</a:t>
            </a:r>
          </a:p>
          <a:p>
            <a:pPr marL="171450" indent="-171450" algn="l" defTabSz="914400" rtl="0" eaLnBrk="1" latinLnBrk="0" hangingPunct="1">
              <a:buFont typeface="Arial" panose="020B0604020202020204" pitchFamily="34" charset="0"/>
              <a:buChar char="•"/>
            </a:pPr>
            <a:r>
              <a:rPr lang="en-US" sz="1200" b="0" i="0" kern="1200" dirty="0">
                <a:solidFill>
                  <a:srgbClr val="D1D5DB"/>
                </a:solidFill>
                <a:effectLst/>
                <a:latin typeface="+mn-lt"/>
                <a:ea typeface="+mn-ea"/>
                <a:cs typeface="Calibri" panose="020F0502020204030204" pitchFamily="34" charset="0"/>
              </a:rPr>
              <a:t>The packet is sent from the server to your computer.</a:t>
            </a:r>
          </a:p>
          <a:p>
            <a:pPr marL="171450" indent="-171450" algn="l" defTabSz="914400" rtl="0" eaLnBrk="1" latinLnBrk="0" hangingPunct="1">
              <a:buFont typeface="Arial" panose="020B0604020202020204" pitchFamily="34" charset="0"/>
              <a:buChar char="•"/>
            </a:pPr>
            <a:r>
              <a:rPr lang="en-US" sz="1200" b="0" i="0" kern="1200" dirty="0">
                <a:solidFill>
                  <a:srgbClr val="D1D5DB"/>
                </a:solidFill>
                <a:effectLst/>
                <a:latin typeface="+mn-lt"/>
                <a:ea typeface="+mn-ea"/>
                <a:cs typeface="Calibri" panose="020F0502020204030204" pitchFamily="34" charset="0"/>
              </a:rPr>
              <a:t>Finally, the packet reaches your computer, and your web browser interprets the HTML code and displays the website on your screen.</a:t>
            </a:r>
          </a:p>
          <a:p>
            <a:pPr marL="171450" indent="-171450" algn="l" defTabSz="914400" rtl="0" eaLnBrk="1" latinLnBrk="0" hangingPunct="1">
              <a:buFont typeface="Arial" panose="020B0604020202020204" pitchFamily="34" charset="0"/>
              <a:buChar char="•"/>
            </a:pPr>
            <a:r>
              <a:rPr lang="en-US" sz="1200" b="0" i="0" kern="1200" dirty="0">
                <a:solidFill>
                  <a:srgbClr val="D1D5DB"/>
                </a:solidFill>
                <a:effectLst/>
                <a:latin typeface="+mn-lt"/>
                <a:ea typeface="+mn-ea"/>
                <a:cs typeface="Calibri" panose="020F0502020204030204" pitchFamily="34" charset="0"/>
              </a:rPr>
              <a:t>You decide to log in to the website, so you enter your username and password into the login form. You hit the submit button, which sends a POST request to the server with your login information. The server checks the information against its database to make sure it is correct, and if it is, it sends a session cookie back to your computer.</a:t>
            </a:r>
          </a:p>
          <a:p>
            <a:pPr marL="171450" indent="-171450" algn="l" defTabSz="914400" rtl="0" eaLnBrk="1" latinLnBrk="0" hangingPunct="1">
              <a:buFont typeface="Arial" panose="020B0604020202020204" pitchFamily="34" charset="0"/>
              <a:buChar char="•"/>
            </a:pPr>
            <a:r>
              <a:rPr lang="en-US" sz="1200" b="0" i="0" kern="1200" dirty="0">
                <a:solidFill>
                  <a:srgbClr val="D1D5DB"/>
                </a:solidFill>
                <a:effectLst/>
                <a:latin typeface="+mn-lt"/>
                <a:ea typeface="+mn-ea"/>
                <a:cs typeface="Calibri" panose="020F0502020204030204" pitchFamily="34" charset="0"/>
              </a:rPr>
              <a:t>A cookie is a small piece of data that is stored on your computer and is used to identify you as a unique user. The session cookie allows the server to keep track of your actions on the website as you navigate from one page to another.</a:t>
            </a:r>
          </a:p>
          <a:p>
            <a:pPr marL="171450" indent="-171450" algn="l" defTabSz="914400" rtl="0" eaLnBrk="1" latinLnBrk="0" hangingPunct="1">
              <a:buFont typeface="Arial" panose="020B0604020202020204" pitchFamily="34" charset="0"/>
              <a:buChar char="•"/>
            </a:pPr>
            <a:r>
              <a:rPr lang="en-US" sz="1200" b="0" i="0" kern="1200" dirty="0">
                <a:solidFill>
                  <a:srgbClr val="D1D5DB"/>
                </a:solidFill>
                <a:effectLst/>
                <a:latin typeface="+mn-lt"/>
                <a:ea typeface="+mn-ea"/>
                <a:cs typeface="Calibri" panose="020F0502020204030204" pitchFamily="34" charset="0"/>
              </a:rPr>
              <a:t>Once you are logged in, you browse the online shop's selection of flowers and choose the ones you want to buy. You add them to your virtual shopping cart and proceed to the checkout page.</a:t>
            </a:r>
          </a:p>
          <a:p>
            <a:pPr marL="171450" indent="-171450" algn="l" defTabSz="914400" rtl="0" eaLnBrk="1" latinLnBrk="0" hangingPunct="1">
              <a:buFont typeface="Arial" panose="020B0604020202020204" pitchFamily="34" charset="0"/>
              <a:buChar char="•"/>
            </a:pPr>
            <a:r>
              <a:rPr lang="en-US" sz="1200" b="0" i="0" kern="1200" dirty="0">
                <a:solidFill>
                  <a:srgbClr val="D1D5DB"/>
                </a:solidFill>
                <a:effectLst/>
                <a:latin typeface="+mn-lt"/>
                <a:ea typeface="+mn-ea"/>
                <a:cs typeface="Calibri" panose="020F0502020204030204" pitchFamily="34" charset="0"/>
              </a:rPr>
              <a:t>On the checkout page, you enter your payment information into a form and submit it. The form data is sent to the server using an HTTP POST request, and the server processes the payment and confirms the order.</a:t>
            </a:r>
          </a:p>
          <a:p>
            <a:pPr marL="171450" indent="-171450" algn="l" defTabSz="914400" rtl="0" eaLnBrk="1" latinLnBrk="0" hangingPunct="1">
              <a:buFont typeface="Arial" panose="020B0604020202020204" pitchFamily="34" charset="0"/>
              <a:buChar char="•"/>
            </a:pPr>
            <a:r>
              <a:rPr lang="en-US" sz="1200" b="0" i="0" kern="1200" dirty="0">
                <a:solidFill>
                  <a:srgbClr val="D1D5DB"/>
                </a:solidFill>
                <a:effectLst/>
                <a:latin typeface="+mn-lt"/>
                <a:ea typeface="+mn-ea"/>
                <a:cs typeface="Calibri" panose="020F0502020204030204" pitchFamily="34" charset="0"/>
              </a:rPr>
              <a:t>Finally, the server sends a confirmation page back to your computer, which your web browser displays on your screen. The process is complete, and you have successfully purchased flowers from the local online shop using the internet.</a:t>
            </a:r>
          </a:p>
          <a:p>
            <a:pPr algn="l" rtl="0"/>
            <a:endParaRPr lang="en-US" b="0" i="0" dirty="0">
              <a:solidFill>
                <a:srgbClr val="D1D5DB"/>
              </a:solidFill>
              <a:effectLst/>
              <a:latin typeface="+mn-lt"/>
            </a:endParaRPr>
          </a:p>
          <a:p>
            <a:pPr algn="l" rtl="0"/>
            <a:r>
              <a:rPr lang="en-US" b="0" i="0" dirty="0">
                <a:solidFill>
                  <a:srgbClr val="D1D5DB"/>
                </a:solidFill>
                <a:effectLst/>
                <a:latin typeface="+mn-lt"/>
              </a:rPr>
              <a:t>Thank you, </a:t>
            </a:r>
            <a:r>
              <a:rPr lang="en-US" b="0" i="0" dirty="0" err="1">
                <a:solidFill>
                  <a:srgbClr val="D1D5DB"/>
                </a:solidFill>
                <a:effectLst/>
                <a:latin typeface="+mn-lt"/>
              </a:rPr>
              <a:t>ChatGPT</a:t>
            </a:r>
            <a:r>
              <a:rPr lang="en-US" b="0" i="0" dirty="0">
                <a:solidFill>
                  <a:srgbClr val="D1D5DB"/>
                </a:solidFill>
                <a:effectLst/>
                <a:latin typeface="+mn-lt"/>
              </a:rPr>
              <a:t>.</a:t>
            </a:r>
          </a:p>
          <a:p>
            <a:pPr algn="l" rtl="0"/>
            <a:endParaRPr lang="en-US" dirty="0">
              <a:latin typeface="+mn-lt"/>
            </a:endParaRPr>
          </a:p>
        </p:txBody>
      </p:sp>
      <p:sp>
        <p:nvSpPr>
          <p:cNvPr id="4" name="Slide Number Placeholder 3"/>
          <p:cNvSpPr>
            <a:spLocks noGrp="1"/>
          </p:cNvSpPr>
          <p:nvPr>
            <p:ph type="sldNum" sz="quarter" idx="5"/>
          </p:nvPr>
        </p:nvSpPr>
        <p:spPr/>
        <p:txBody>
          <a:bodyPr/>
          <a:lstStyle/>
          <a:p>
            <a:fld id="{A278BE08-F3A6-4479-9E52-198802CB93FE}" type="slidenum">
              <a:rPr lang="he-IL" smtClean="0"/>
              <a:t>7</a:t>
            </a:fld>
            <a:endParaRPr lang="he-IL"/>
          </a:p>
        </p:txBody>
      </p:sp>
    </p:spTree>
    <p:extLst>
      <p:ext uri="{BB962C8B-B14F-4D97-AF65-F5344CB8AC3E}">
        <p14:creationId xmlns:p14="http://schemas.microsoft.com/office/powerpoint/2010/main" val="595321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a:p>
        </p:txBody>
      </p:sp>
      <p:sp>
        <p:nvSpPr>
          <p:cNvPr id="4" name="Slide Number Placeholder 3"/>
          <p:cNvSpPr>
            <a:spLocks noGrp="1"/>
          </p:cNvSpPr>
          <p:nvPr>
            <p:ph type="sldNum" sz="quarter" idx="10"/>
          </p:nvPr>
        </p:nvSpPr>
        <p:spPr/>
        <p:txBody>
          <a:bodyPr/>
          <a:lstStyle/>
          <a:p>
            <a:fld id="{A278BE08-F3A6-4479-9E52-198802CB93FE}" type="slidenum">
              <a:rPr lang="he-IL" smtClean="0"/>
              <a:t>8</a:t>
            </a:fld>
            <a:endParaRPr lang="he-IL"/>
          </a:p>
        </p:txBody>
      </p:sp>
    </p:spTree>
    <p:extLst>
      <p:ext uri="{BB962C8B-B14F-4D97-AF65-F5344CB8AC3E}">
        <p14:creationId xmlns:p14="http://schemas.microsoft.com/office/powerpoint/2010/main" val="2209702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DD087-5468-C929-B65B-E8B075E199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F32D2-8F96-667A-0BC2-607CFEF8EB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5E1E31-E30C-4D0E-606C-0101907F2CE6}"/>
              </a:ext>
            </a:extLst>
          </p:cNvPr>
          <p:cNvSpPr>
            <a:spLocks noGrp="1"/>
          </p:cNvSpPr>
          <p:nvPr>
            <p:ph type="body" idx="1"/>
          </p:nvPr>
        </p:nvSpPr>
        <p:spPr/>
        <p:txBody>
          <a:bodyPr/>
          <a:lstStyle/>
          <a:p>
            <a:endParaRPr lang="he-IL"/>
          </a:p>
        </p:txBody>
      </p:sp>
      <p:sp>
        <p:nvSpPr>
          <p:cNvPr id="4" name="Slide Number Placeholder 3">
            <a:extLst>
              <a:ext uri="{FF2B5EF4-FFF2-40B4-BE49-F238E27FC236}">
                <a16:creationId xmlns:a16="http://schemas.microsoft.com/office/drawing/2014/main" id="{1E66B5B8-212B-4F7F-52D7-BF1D01A4A622}"/>
              </a:ext>
            </a:extLst>
          </p:cNvPr>
          <p:cNvSpPr>
            <a:spLocks noGrp="1"/>
          </p:cNvSpPr>
          <p:nvPr>
            <p:ph type="sldNum" sz="quarter" idx="10"/>
          </p:nvPr>
        </p:nvSpPr>
        <p:spPr/>
        <p:txBody>
          <a:bodyPr/>
          <a:lstStyle/>
          <a:p>
            <a:fld id="{A278BE08-F3A6-4479-9E52-198802CB93FE}" type="slidenum">
              <a:rPr lang="he-IL" smtClean="0"/>
              <a:t>9</a:t>
            </a:fld>
            <a:endParaRPr lang="he-IL"/>
          </a:p>
        </p:txBody>
      </p:sp>
    </p:spTree>
    <p:extLst>
      <p:ext uri="{BB962C8B-B14F-4D97-AF65-F5344CB8AC3E}">
        <p14:creationId xmlns:p14="http://schemas.microsoft.com/office/powerpoint/2010/main" val="14322467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58FE8-CAA1-005F-17B9-577FFC9C9C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0AD8ED-C035-040A-C16F-61EEE5F649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65A8A2-F44B-2BDE-C9DE-4E30DC429E55}"/>
              </a:ext>
            </a:extLst>
          </p:cNvPr>
          <p:cNvSpPr>
            <a:spLocks noGrp="1"/>
          </p:cNvSpPr>
          <p:nvPr>
            <p:ph type="body" idx="1"/>
          </p:nvPr>
        </p:nvSpPr>
        <p:spPr/>
        <p:txBody>
          <a:bodyPr/>
          <a:lstStyle/>
          <a:p>
            <a:endParaRPr lang="he-IL"/>
          </a:p>
        </p:txBody>
      </p:sp>
      <p:sp>
        <p:nvSpPr>
          <p:cNvPr id="4" name="Slide Number Placeholder 3">
            <a:extLst>
              <a:ext uri="{FF2B5EF4-FFF2-40B4-BE49-F238E27FC236}">
                <a16:creationId xmlns:a16="http://schemas.microsoft.com/office/drawing/2014/main" id="{98D73A58-E7C0-32A8-11B3-12518E8C0F23}"/>
              </a:ext>
            </a:extLst>
          </p:cNvPr>
          <p:cNvSpPr>
            <a:spLocks noGrp="1"/>
          </p:cNvSpPr>
          <p:nvPr>
            <p:ph type="sldNum" sz="quarter" idx="10"/>
          </p:nvPr>
        </p:nvSpPr>
        <p:spPr/>
        <p:txBody>
          <a:bodyPr/>
          <a:lstStyle/>
          <a:p>
            <a:fld id="{A278BE08-F3A6-4479-9E52-198802CB93FE}" type="slidenum">
              <a:rPr lang="he-IL" smtClean="0"/>
              <a:t>10</a:t>
            </a:fld>
            <a:endParaRPr lang="he-IL"/>
          </a:p>
        </p:txBody>
      </p:sp>
    </p:spTree>
    <p:extLst>
      <p:ext uri="{BB962C8B-B14F-4D97-AF65-F5344CB8AC3E}">
        <p14:creationId xmlns:p14="http://schemas.microsoft.com/office/powerpoint/2010/main" val="1604458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C81E3-7730-5C4B-CB74-79306D9F69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5E075-1C33-E7F7-B9F6-26AA3A94ED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FD9CC0-08FD-9FB3-B1DA-F2D5850B6959}"/>
              </a:ext>
            </a:extLst>
          </p:cNvPr>
          <p:cNvSpPr>
            <a:spLocks noGrp="1"/>
          </p:cNvSpPr>
          <p:nvPr>
            <p:ph type="body" idx="1"/>
          </p:nvPr>
        </p:nvSpPr>
        <p:spPr/>
        <p:txBody>
          <a:bodyPr/>
          <a:lstStyle/>
          <a:p>
            <a:endParaRPr lang="he-IL"/>
          </a:p>
        </p:txBody>
      </p:sp>
      <p:sp>
        <p:nvSpPr>
          <p:cNvPr id="4" name="Slide Number Placeholder 3">
            <a:extLst>
              <a:ext uri="{FF2B5EF4-FFF2-40B4-BE49-F238E27FC236}">
                <a16:creationId xmlns:a16="http://schemas.microsoft.com/office/drawing/2014/main" id="{CE60FB30-FC97-BADE-E2E0-6804E9796267}"/>
              </a:ext>
            </a:extLst>
          </p:cNvPr>
          <p:cNvSpPr>
            <a:spLocks noGrp="1"/>
          </p:cNvSpPr>
          <p:nvPr>
            <p:ph type="sldNum" sz="quarter" idx="10"/>
          </p:nvPr>
        </p:nvSpPr>
        <p:spPr/>
        <p:txBody>
          <a:bodyPr/>
          <a:lstStyle/>
          <a:p>
            <a:fld id="{A278BE08-F3A6-4479-9E52-198802CB93FE}" type="slidenum">
              <a:rPr lang="he-IL" smtClean="0"/>
              <a:t>11</a:t>
            </a:fld>
            <a:endParaRPr lang="he-IL"/>
          </a:p>
        </p:txBody>
      </p:sp>
    </p:spTree>
    <p:extLst>
      <p:ext uri="{BB962C8B-B14F-4D97-AF65-F5344CB8AC3E}">
        <p14:creationId xmlns:p14="http://schemas.microsoft.com/office/powerpoint/2010/main" val="35158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a:p>
        </p:txBody>
      </p:sp>
      <p:sp>
        <p:nvSpPr>
          <p:cNvPr id="4" name="Slide Number Placeholder 3"/>
          <p:cNvSpPr>
            <a:spLocks noGrp="1"/>
          </p:cNvSpPr>
          <p:nvPr>
            <p:ph type="sldNum" sz="quarter" idx="10"/>
          </p:nvPr>
        </p:nvSpPr>
        <p:spPr/>
        <p:txBody>
          <a:bodyPr/>
          <a:lstStyle/>
          <a:p>
            <a:fld id="{A278BE08-F3A6-4479-9E52-198802CB93FE}" type="slidenum">
              <a:rPr lang="he-IL" smtClean="0"/>
              <a:t>14</a:t>
            </a:fld>
            <a:endParaRPr lang="he-IL"/>
          </a:p>
        </p:txBody>
      </p:sp>
    </p:spTree>
    <p:extLst>
      <p:ext uri="{BB962C8B-B14F-4D97-AF65-F5344CB8AC3E}">
        <p14:creationId xmlns:p14="http://schemas.microsoft.com/office/powerpoint/2010/main" val="542270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A7120-BD37-7D5B-3878-E38ADE6D84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780E4F-DE5F-1E56-70AA-E69D845DEB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C21C0-349A-854D-02E3-F071D16B7949}"/>
              </a:ext>
            </a:extLst>
          </p:cNvPr>
          <p:cNvSpPr>
            <a:spLocks noGrp="1"/>
          </p:cNvSpPr>
          <p:nvPr>
            <p:ph type="body" idx="1"/>
          </p:nvPr>
        </p:nvSpPr>
        <p:spPr/>
        <p:txBody>
          <a:bodyPr/>
          <a:lstStyle/>
          <a:p>
            <a:endParaRPr lang="he-IL"/>
          </a:p>
        </p:txBody>
      </p:sp>
      <p:sp>
        <p:nvSpPr>
          <p:cNvPr id="4" name="Slide Number Placeholder 3">
            <a:extLst>
              <a:ext uri="{FF2B5EF4-FFF2-40B4-BE49-F238E27FC236}">
                <a16:creationId xmlns:a16="http://schemas.microsoft.com/office/drawing/2014/main" id="{E797D2E6-6A76-2DBF-BF56-FA60331162DB}"/>
              </a:ext>
            </a:extLst>
          </p:cNvPr>
          <p:cNvSpPr>
            <a:spLocks noGrp="1"/>
          </p:cNvSpPr>
          <p:nvPr>
            <p:ph type="sldNum" sz="quarter" idx="10"/>
          </p:nvPr>
        </p:nvSpPr>
        <p:spPr/>
        <p:txBody>
          <a:bodyPr/>
          <a:lstStyle/>
          <a:p>
            <a:fld id="{A278BE08-F3A6-4479-9E52-198802CB93FE}" type="slidenum">
              <a:rPr lang="he-IL" smtClean="0"/>
              <a:t>15</a:t>
            </a:fld>
            <a:endParaRPr lang="he-IL"/>
          </a:p>
        </p:txBody>
      </p:sp>
    </p:spTree>
    <p:extLst>
      <p:ext uri="{BB962C8B-B14F-4D97-AF65-F5344CB8AC3E}">
        <p14:creationId xmlns:p14="http://schemas.microsoft.com/office/powerpoint/2010/main" val="2246257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A863E-F99C-8E0E-EA34-BD7EE0B94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FACA4-5182-F1F5-2BBF-7D1472966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4DAAE5-144D-10E6-2A38-D2F70B345834}"/>
              </a:ext>
            </a:extLst>
          </p:cNvPr>
          <p:cNvSpPr>
            <a:spLocks noGrp="1"/>
          </p:cNvSpPr>
          <p:nvPr>
            <p:ph type="body" idx="1"/>
          </p:nvPr>
        </p:nvSpPr>
        <p:spPr/>
        <p:txBody>
          <a:bodyPr/>
          <a:lstStyle/>
          <a:p>
            <a:endParaRPr lang="he-IL"/>
          </a:p>
        </p:txBody>
      </p:sp>
      <p:sp>
        <p:nvSpPr>
          <p:cNvPr id="4" name="Slide Number Placeholder 3">
            <a:extLst>
              <a:ext uri="{FF2B5EF4-FFF2-40B4-BE49-F238E27FC236}">
                <a16:creationId xmlns:a16="http://schemas.microsoft.com/office/drawing/2014/main" id="{32206B4A-EC61-FE7D-6B7D-E0B17086AE54}"/>
              </a:ext>
            </a:extLst>
          </p:cNvPr>
          <p:cNvSpPr>
            <a:spLocks noGrp="1"/>
          </p:cNvSpPr>
          <p:nvPr>
            <p:ph type="sldNum" sz="quarter" idx="10"/>
          </p:nvPr>
        </p:nvSpPr>
        <p:spPr/>
        <p:txBody>
          <a:bodyPr/>
          <a:lstStyle/>
          <a:p>
            <a:fld id="{A278BE08-F3A6-4479-9E52-198802CB93FE}" type="slidenum">
              <a:rPr lang="he-IL" smtClean="0"/>
              <a:t>16</a:t>
            </a:fld>
            <a:endParaRPr lang="he-IL"/>
          </a:p>
        </p:txBody>
      </p:sp>
    </p:spTree>
    <p:extLst>
      <p:ext uri="{BB962C8B-B14F-4D97-AF65-F5344CB8AC3E}">
        <p14:creationId xmlns:p14="http://schemas.microsoft.com/office/powerpoint/2010/main" val="10160594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B0A57-5DDA-FB5F-1CC4-2D6F02EAA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15B41-9DD4-418F-4805-1871BC639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863010-1750-471F-D97E-F9A87DCA6EE7}"/>
              </a:ext>
            </a:extLst>
          </p:cNvPr>
          <p:cNvSpPr>
            <a:spLocks noGrp="1"/>
          </p:cNvSpPr>
          <p:nvPr>
            <p:ph type="body" idx="1"/>
          </p:nvPr>
        </p:nvSpPr>
        <p:spPr/>
        <p:txBody>
          <a:bodyPr/>
          <a:lstStyle/>
          <a:p>
            <a:endParaRPr lang="he-IL"/>
          </a:p>
        </p:txBody>
      </p:sp>
      <p:sp>
        <p:nvSpPr>
          <p:cNvPr id="4" name="Slide Number Placeholder 3">
            <a:extLst>
              <a:ext uri="{FF2B5EF4-FFF2-40B4-BE49-F238E27FC236}">
                <a16:creationId xmlns:a16="http://schemas.microsoft.com/office/drawing/2014/main" id="{6FFB118B-4761-8013-1270-260FCD98E4B6}"/>
              </a:ext>
            </a:extLst>
          </p:cNvPr>
          <p:cNvSpPr>
            <a:spLocks noGrp="1"/>
          </p:cNvSpPr>
          <p:nvPr>
            <p:ph type="sldNum" sz="quarter" idx="10"/>
          </p:nvPr>
        </p:nvSpPr>
        <p:spPr/>
        <p:txBody>
          <a:bodyPr/>
          <a:lstStyle/>
          <a:p>
            <a:fld id="{A278BE08-F3A6-4479-9E52-198802CB93FE}" type="slidenum">
              <a:rPr lang="he-IL" smtClean="0"/>
              <a:t>18</a:t>
            </a:fld>
            <a:endParaRPr lang="he-IL"/>
          </a:p>
        </p:txBody>
      </p:sp>
    </p:spTree>
    <p:extLst>
      <p:ext uri="{BB962C8B-B14F-4D97-AF65-F5344CB8AC3E}">
        <p14:creationId xmlns:p14="http://schemas.microsoft.com/office/powerpoint/2010/main" val="11439177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F534E-5013-58D2-EA74-4DDEAA795E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23D69D-78EB-F7D7-0447-BA22BDB1F8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DD323-4C95-53DE-9EEB-C62A6FDC3532}"/>
              </a:ext>
            </a:extLst>
          </p:cNvPr>
          <p:cNvSpPr>
            <a:spLocks noGrp="1"/>
          </p:cNvSpPr>
          <p:nvPr>
            <p:ph type="body" idx="1"/>
          </p:nvPr>
        </p:nvSpPr>
        <p:spPr/>
        <p:txBody>
          <a:bodyPr/>
          <a:lstStyle/>
          <a:p>
            <a:endParaRPr lang="he-IL"/>
          </a:p>
        </p:txBody>
      </p:sp>
      <p:sp>
        <p:nvSpPr>
          <p:cNvPr id="4" name="Slide Number Placeholder 3">
            <a:extLst>
              <a:ext uri="{FF2B5EF4-FFF2-40B4-BE49-F238E27FC236}">
                <a16:creationId xmlns:a16="http://schemas.microsoft.com/office/drawing/2014/main" id="{F2ACE00C-38B7-1861-B2B5-83589B79D823}"/>
              </a:ext>
            </a:extLst>
          </p:cNvPr>
          <p:cNvSpPr>
            <a:spLocks noGrp="1"/>
          </p:cNvSpPr>
          <p:nvPr>
            <p:ph type="sldNum" sz="quarter" idx="10"/>
          </p:nvPr>
        </p:nvSpPr>
        <p:spPr/>
        <p:txBody>
          <a:bodyPr/>
          <a:lstStyle/>
          <a:p>
            <a:fld id="{A278BE08-F3A6-4479-9E52-198802CB93FE}" type="slidenum">
              <a:rPr lang="he-IL" smtClean="0"/>
              <a:t>19</a:t>
            </a:fld>
            <a:endParaRPr lang="he-IL"/>
          </a:p>
        </p:txBody>
      </p:sp>
    </p:spTree>
    <p:extLst>
      <p:ext uri="{BB962C8B-B14F-4D97-AF65-F5344CB8AC3E}">
        <p14:creationId xmlns:p14="http://schemas.microsoft.com/office/powerpoint/2010/main" val="810399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0CDAA-506A-B77B-F982-AB40C2A5C4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F32D2E-5922-38EB-3705-4E7DFE2459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A0381-DFAE-C3D2-9CA4-7E3E7854502A}"/>
              </a:ext>
            </a:extLst>
          </p:cNvPr>
          <p:cNvSpPr>
            <a:spLocks noGrp="1"/>
          </p:cNvSpPr>
          <p:nvPr>
            <p:ph type="body" idx="1"/>
          </p:nvPr>
        </p:nvSpPr>
        <p:spPr/>
        <p:txBody>
          <a:bodyPr/>
          <a:lstStyle/>
          <a:p>
            <a:endParaRPr lang="he-IL"/>
          </a:p>
        </p:txBody>
      </p:sp>
      <p:sp>
        <p:nvSpPr>
          <p:cNvPr id="4" name="Slide Number Placeholder 3">
            <a:extLst>
              <a:ext uri="{FF2B5EF4-FFF2-40B4-BE49-F238E27FC236}">
                <a16:creationId xmlns:a16="http://schemas.microsoft.com/office/drawing/2014/main" id="{4F64BD72-92F1-D43D-3B89-85E4C11CA497}"/>
              </a:ext>
            </a:extLst>
          </p:cNvPr>
          <p:cNvSpPr>
            <a:spLocks noGrp="1"/>
          </p:cNvSpPr>
          <p:nvPr>
            <p:ph type="sldNum" sz="quarter" idx="10"/>
          </p:nvPr>
        </p:nvSpPr>
        <p:spPr/>
        <p:txBody>
          <a:bodyPr/>
          <a:lstStyle/>
          <a:p>
            <a:fld id="{A278BE08-F3A6-4479-9E52-198802CB93FE}" type="slidenum">
              <a:rPr lang="he-IL" smtClean="0"/>
              <a:t>20</a:t>
            </a:fld>
            <a:endParaRPr lang="he-IL"/>
          </a:p>
        </p:txBody>
      </p:sp>
    </p:spTree>
    <p:extLst>
      <p:ext uri="{BB962C8B-B14F-4D97-AF65-F5344CB8AC3E}">
        <p14:creationId xmlns:p14="http://schemas.microsoft.com/office/powerpoint/2010/main" val="16448924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78BE08-F3A6-4479-9E52-198802CB93FE}" type="slidenum">
              <a:rPr lang="he-IL" smtClean="0"/>
              <a:t>23</a:t>
            </a:fld>
            <a:endParaRPr lang="he-IL"/>
          </a:p>
        </p:txBody>
      </p:sp>
    </p:spTree>
    <p:extLst>
      <p:ext uri="{BB962C8B-B14F-4D97-AF65-F5344CB8AC3E}">
        <p14:creationId xmlns:p14="http://schemas.microsoft.com/office/powerpoint/2010/main" val="2868526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78BE08-F3A6-4479-9E52-198802CB93FE}" type="slidenum">
              <a:rPr lang="he-IL" smtClean="0"/>
              <a:t>26</a:t>
            </a:fld>
            <a:endParaRPr lang="he-IL"/>
          </a:p>
        </p:txBody>
      </p:sp>
    </p:spTree>
    <p:extLst>
      <p:ext uri="{BB962C8B-B14F-4D97-AF65-F5344CB8AC3E}">
        <p14:creationId xmlns:p14="http://schemas.microsoft.com/office/powerpoint/2010/main" val="7360524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78BE08-F3A6-4479-9E52-198802CB93FE}" type="slidenum">
              <a:rPr lang="he-IL" smtClean="0"/>
              <a:t>27</a:t>
            </a:fld>
            <a:endParaRPr lang="he-IL"/>
          </a:p>
        </p:txBody>
      </p:sp>
    </p:spTree>
    <p:extLst>
      <p:ext uri="{BB962C8B-B14F-4D97-AF65-F5344CB8AC3E}">
        <p14:creationId xmlns:p14="http://schemas.microsoft.com/office/powerpoint/2010/main" val="4631388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278BE08-F3A6-4479-9E52-198802CB93FE}" type="slidenum">
              <a:rPr lang="he-IL" smtClean="0"/>
              <a:t>28</a:t>
            </a:fld>
            <a:endParaRPr lang="he-IL"/>
          </a:p>
        </p:txBody>
      </p:sp>
    </p:spTree>
    <p:extLst>
      <p:ext uri="{BB962C8B-B14F-4D97-AF65-F5344CB8AC3E}">
        <p14:creationId xmlns:p14="http://schemas.microsoft.com/office/powerpoint/2010/main" val="34081869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901200" y="2600133"/>
            <a:ext cx="6389600" cy="8596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600"/>
              <a:buNone/>
              <a:defRPr sz="4800" b="1">
                <a:solidFill>
                  <a:schemeClr val="lt1"/>
                </a:solidFill>
              </a:defRPr>
            </a:lvl1pPr>
            <a:lvl2pPr lvl="1" algn="ctr">
              <a:spcBef>
                <a:spcPts val="0"/>
              </a:spcBef>
              <a:spcAft>
                <a:spcPts val="0"/>
              </a:spcAft>
              <a:buClr>
                <a:schemeClr val="lt1"/>
              </a:buClr>
              <a:buSzPts val="3600"/>
              <a:buNone/>
              <a:defRPr sz="4800" b="1">
                <a:solidFill>
                  <a:schemeClr val="lt1"/>
                </a:solidFill>
              </a:defRPr>
            </a:lvl2pPr>
            <a:lvl3pPr lvl="2" algn="ctr">
              <a:spcBef>
                <a:spcPts val="0"/>
              </a:spcBef>
              <a:spcAft>
                <a:spcPts val="0"/>
              </a:spcAft>
              <a:buClr>
                <a:schemeClr val="lt1"/>
              </a:buClr>
              <a:buSzPts val="3600"/>
              <a:buNone/>
              <a:defRPr sz="4800" b="1">
                <a:solidFill>
                  <a:schemeClr val="lt1"/>
                </a:solidFill>
              </a:defRPr>
            </a:lvl3pPr>
            <a:lvl4pPr lvl="3" algn="ctr">
              <a:spcBef>
                <a:spcPts val="0"/>
              </a:spcBef>
              <a:spcAft>
                <a:spcPts val="0"/>
              </a:spcAft>
              <a:buClr>
                <a:schemeClr val="lt1"/>
              </a:buClr>
              <a:buSzPts val="3600"/>
              <a:buNone/>
              <a:defRPr sz="4800" b="1">
                <a:solidFill>
                  <a:schemeClr val="lt1"/>
                </a:solidFill>
              </a:defRPr>
            </a:lvl4pPr>
            <a:lvl5pPr lvl="4" algn="ctr">
              <a:spcBef>
                <a:spcPts val="0"/>
              </a:spcBef>
              <a:spcAft>
                <a:spcPts val="0"/>
              </a:spcAft>
              <a:buClr>
                <a:schemeClr val="lt1"/>
              </a:buClr>
              <a:buSzPts val="3600"/>
              <a:buNone/>
              <a:defRPr sz="4800" b="1">
                <a:solidFill>
                  <a:schemeClr val="lt1"/>
                </a:solidFill>
              </a:defRPr>
            </a:lvl5pPr>
            <a:lvl6pPr lvl="5" algn="ctr">
              <a:spcBef>
                <a:spcPts val="0"/>
              </a:spcBef>
              <a:spcAft>
                <a:spcPts val="0"/>
              </a:spcAft>
              <a:buClr>
                <a:schemeClr val="lt1"/>
              </a:buClr>
              <a:buSzPts val="3600"/>
              <a:buNone/>
              <a:defRPr sz="4800" b="1">
                <a:solidFill>
                  <a:schemeClr val="lt1"/>
                </a:solidFill>
              </a:defRPr>
            </a:lvl6pPr>
            <a:lvl7pPr lvl="6" algn="ctr">
              <a:spcBef>
                <a:spcPts val="0"/>
              </a:spcBef>
              <a:spcAft>
                <a:spcPts val="0"/>
              </a:spcAft>
              <a:buClr>
                <a:schemeClr val="lt1"/>
              </a:buClr>
              <a:buSzPts val="3600"/>
              <a:buNone/>
              <a:defRPr sz="4800" b="1">
                <a:solidFill>
                  <a:schemeClr val="lt1"/>
                </a:solidFill>
              </a:defRPr>
            </a:lvl7pPr>
            <a:lvl8pPr lvl="7" algn="ctr">
              <a:spcBef>
                <a:spcPts val="0"/>
              </a:spcBef>
              <a:spcAft>
                <a:spcPts val="0"/>
              </a:spcAft>
              <a:buClr>
                <a:schemeClr val="lt1"/>
              </a:buClr>
              <a:buSzPts val="3600"/>
              <a:buNone/>
              <a:defRPr sz="4800" b="1">
                <a:solidFill>
                  <a:schemeClr val="lt1"/>
                </a:solidFill>
              </a:defRPr>
            </a:lvl8pPr>
            <a:lvl9pPr lvl="8" algn="ctr">
              <a:spcBef>
                <a:spcPts val="0"/>
              </a:spcBef>
              <a:spcAft>
                <a:spcPts val="0"/>
              </a:spcAft>
              <a:buClr>
                <a:schemeClr val="lt1"/>
              </a:buClr>
              <a:buSzPts val="3600"/>
              <a:buNone/>
              <a:defRPr sz="4800" b="1">
                <a:solidFill>
                  <a:schemeClr val="lt1"/>
                </a:solidFill>
              </a:defRPr>
            </a:lvl9pPr>
          </a:lstStyle>
          <a:p>
            <a:r>
              <a:rPr lang="en-US"/>
              <a:t>Click to edit Master title style</a:t>
            </a:r>
            <a:endParaRPr/>
          </a:p>
        </p:txBody>
      </p:sp>
      <p:sp>
        <p:nvSpPr>
          <p:cNvPr id="10" name="Google Shape;10;p2"/>
          <p:cNvSpPr txBox="1">
            <a:spLocks noGrp="1"/>
          </p:cNvSpPr>
          <p:nvPr>
            <p:ph type="subTitle" idx="1"/>
          </p:nvPr>
        </p:nvSpPr>
        <p:spPr>
          <a:xfrm>
            <a:off x="2725600" y="4939533"/>
            <a:ext cx="6740800" cy="619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1400"/>
              <a:buNone/>
              <a:defRPr sz="1867">
                <a:solidFill>
                  <a:schemeClr val="accent1"/>
                </a:solidFill>
              </a:defRPr>
            </a:lvl1pPr>
            <a:lvl2pPr lvl="1" algn="ctr">
              <a:lnSpc>
                <a:spcPct val="100000"/>
              </a:lnSpc>
              <a:spcBef>
                <a:spcPts val="0"/>
              </a:spcBef>
              <a:spcAft>
                <a:spcPts val="0"/>
              </a:spcAft>
              <a:buClr>
                <a:schemeClr val="lt1"/>
              </a:buClr>
              <a:buSzPts val="1800"/>
              <a:buNone/>
              <a:defRPr sz="2400">
                <a:solidFill>
                  <a:schemeClr val="lt1"/>
                </a:solidFill>
              </a:defRPr>
            </a:lvl2pPr>
            <a:lvl3pPr lvl="2" algn="ctr">
              <a:lnSpc>
                <a:spcPct val="100000"/>
              </a:lnSpc>
              <a:spcBef>
                <a:spcPts val="0"/>
              </a:spcBef>
              <a:spcAft>
                <a:spcPts val="0"/>
              </a:spcAft>
              <a:buClr>
                <a:schemeClr val="lt1"/>
              </a:buClr>
              <a:buSzPts val="1800"/>
              <a:buNone/>
              <a:defRPr sz="2400">
                <a:solidFill>
                  <a:schemeClr val="lt1"/>
                </a:solidFill>
              </a:defRPr>
            </a:lvl3pPr>
            <a:lvl4pPr lvl="3" algn="ctr">
              <a:lnSpc>
                <a:spcPct val="100000"/>
              </a:lnSpc>
              <a:spcBef>
                <a:spcPts val="0"/>
              </a:spcBef>
              <a:spcAft>
                <a:spcPts val="0"/>
              </a:spcAft>
              <a:buClr>
                <a:schemeClr val="lt1"/>
              </a:buClr>
              <a:buSzPts val="1800"/>
              <a:buNone/>
              <a:defRPr sz="2400">
                <a:solidFill>
                  <a:schemeClr val="lt1"/>
                </a:solidFill>
              </a:defRPr>
            </a:lvl4pPr>
            <a:lvl5pPr lvl="4" algn="ctr">
              <a:lnSpc>
                <a:spcPct val="100000"/>
              </a:lnSpc>
              <a:spcBef>
                <a:spcPts val="0"/>
              </a:spcBef>
              <a:spcAft>
                <a:spcPts val="0"/>
              </a:spcAft>
              <a:buClr>
                <a:schemeClr val="lt1"/>
              </a:buClr>
              <a:buSzPts val="1800"/>
              <a:buNone/>
              <a:defRPr sz="2400">
                <a:solidFill>
                  <a:schemeClr val="lt1"/>
                </a:solidFill>
              </a:defRPr>
            </a:lvl5pPr>
            <a:lvl6pPr lvl="5" algn="ctr">
              <a:lnSpc>
                <a:spcPct val="100000"/>
              </a:lnSpc>
              <a:spcBef>
                <a:spcPts val="0"/>
              </a:spcBef>
              <a:spcAft>
                <a:spcPts val="0"/>
              </a:spcAft>
              <a:buClr>
                <a:schemeClr val="lt1"/>
              </a:buClr>
              <a:buSzPts val="1800"/>
              <a:buNone/>
              <a:defRPr sz="2400">
                <a:solidFill>
                  <a:schemeClr val="lt1"/>
                </a:solidFill>
              </a:defRPr>
            </a:lvl6pPr>
            <a:lvl7pPr lvl="6" algn="ctr">
              <a:lnSpc>
                <a:spcPct val="100000"/>
              </a:lnSpc>
              <a:spcBef>
                <a:spcPts val="0"/>
              </a:spcBef>
              <a:spcAft>
                <a:spcPts val="0"/>
              </a:spcAft>
              <a:buClr>
                <a:schemeClr val="lt1"/>
              </a:buClr>
              <a:buSzPts val="1800"/>
              <a:buNone/>
              <a:defRPr sz="2400">
                <a:solidFill>
                  <a:schemeClr val="lt1"/>
                </a:solidFill>
              </a:defRPr>
            </a:lvl7pPr>
            <a:lvl8pPr lvl="7" algn="ctr">
              <a:lnSpc>
                <a:spcPct val="100000"/>
              </a:lnSpc>
              <a:spcBef>
                <a:spcPts val="0"/>
              </a:spcBef>
              <a:spcAft>
                <a:spcPts val="0"/>
              </a:spcAft>
              <a:buClr>
                <a:schemeClr val="lt1"/>
              </a:buClr>
              <a:buSzPts val="1800"/>
              <a:buNone/>
              <a:defRPr sz="2400">
                <a:solidFill>
                  <a:schemeClr val="lt1"/>
                </a:solidFill>
              </a:defRPr>
            </a:lvl8pPr>
            <a:lvl9pPr lvl="8" algn="ctr">
              <a:lnSpc>
                <a:spcPct val="100000"/>
              </a:lnSpc>
              <a:spcBef>
                <a:spcPts val="0"/>
              </a:spcBef>
              <a:spcAft>
                <a:spcPts val="0"/>
              </a:spcAft>
              <a:buClr>
                <a:schemeClr val="lt1"/>
              </a:buClr>
              <a:buSzPts val="1800"/>
              <a:buNone/>
              <a:defRPr sz="2400">
                <a:solidFill>
                  <a:schemeClr val="lt1"/>
                </a:solidFill>
              </a:defRPr>
            </a:lvl9pPr>
          </a:lstStyle>
          <a:p>
            <a:r>
              <a:rPr lang="en-US"/>
              <a:t>Click to edit Master subtitle style</a:t>
            </a:r>
            <a:endParaRPr/>
          </a:p>
        </p:txBody>
      </p:sp>
    </p:spTree>
    <p:extLst>
      <p:ext uri="{BB962C8B-B14F-4D97-AF65-F5344CB8AC3E}">
        <p14:creationId xmlns:p14="http://schemas.microsoft.com/office/powerpoint/2010/main" val="415348632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5016893" y="4237000"/>
            <a:ext cx="4091600" cy="7984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600"/>
              <a:buNone/>
              <a:defRPr sz="4800">
                <a:solidFill>
                  <a:schemeClr val="lt1"/>
                </a:solidFill>
              </a:defRPr>
            </a:lvl1pPr>
            <a:lvl2pPr lvl="1">
              <a:spcBef>
                <a:spcPts val="0"/>
              </a:spcBef>
              <a:spcAft>
                <a:spcPts val="0"/>
              </a:spcAft>
              <a:buClr>
                <a:schemeClr val="lt1"/>
              </a:buClr>
              <a:buSzPts val="3600"/>
              <a:buNone/>
              <a:defRPr sz="4800">
                <a:solidFill>
                  <a:schemeClr val="lt1"/>
                </a:solidFill>
              </a:defRPr>
            </a:lvl2pPr>
            <a:lvl3pPr lvl="2">
              <a:spcBef>
                <a:spcPts val="0"/>
              </a:spcBef>
              <a:spcAft>
                <a:spcPts val="0"/>
              </a:spcAft>
              <a:buClr>
                <a:schemeClr val="lt1"/>
              </a:buClr>
              <a:buSzPts val="3600"/>
              <a:buNone/>
              <a:defRPr sz="4800">
                <a:solidFill>
                  <a:schemeClr val="lt1"/>
                </a:solidFill>
              </a:defRPr>
            </a:lvl3pPr>
            <a:lvl4pPr lvl="3">
              <a:spcBef>
                <a:spcPts val="0"/>
              </a:spcBef>
              <a:spcAft>
                <a:spcPts val="0"/>
              </a:spcAft>
              <a:buClr>
                <a:schemeClr val="lt1"/>
              </a:buClr>
              <a:buSzPts val="3600"/>
              <a:buNone/>
              <a:defRPr sz="4800">
                <a:solidFill>
                  <a:schemeClr val="lt1"/>
                </a:solidFill>
              </a:defRPr>
            </a:lvl4pPr>
            <a:lvl5pPr lvl="4">
              <a:spcBef>
                <a:spcPts val="0"/>
              </a:spcBef>
              <a:spcAft>
                <a:spcPts val="0"/>
              </a:spcAft>
              <a:buClr>
                <a:schemeClr val="lt1"/>
              </a:buClr>
              <a:buSzPts val="3600"/>
              <a:buNone/>
              <a:defRPr sz="4800">
                <a:solidFill>
                  <a:schemeClr val="lt1"/>
                </a:solidFill>
              </a:defRPr>
            </a:lvl5pPr>
            <a:lvl6pPr lvl="5">
              <a:spcBef>
                <a:spcPts val="0"/>
              </a:spcBef>
              <a:spcAft>
                <a:spcPts val="0"/>
              </a:spcAft>
              <a:buClr>
                <a:schemeClr val="lt1"/>
              </a:buClr>
              <a:buSzPts val="3600"/>
              <a:buNone/>
              <a:defRPr sz="4800">
                <a:solidFill>
                  <a:schemeClr val="lt1"/>
                </a:solidFill>
              </a:defRPr>
            </a:lvl6pPr>
            <a:lvl7pPr lvl="6">
              <a:spcBef>
                <a:spcPts val="0"/>
              </a:spcBef>
              <a:spcAft>
                <a:spcPts val="0"/>
              </a:spcAft>
              <a:buClr>
                <a:schemeClr val="lt1"/>
              </a:buClr>
              <a:buSzPts val="3600"/>
              <a:buNone/>
              <a:defRPr sz="4800">
                <a:solidFill>
                  <a:schemeClr val="lt1"/>
                </a:solidFill>
              </a:defRPr>
            </a:lvl7pPr>
            <a:lvl8pPr lvl="7">
              <a:spcBef>
                <a:spcPts val="0"/>
              </a:spcBef>
              <a:spcAft>
                <a:spcPts val="0"/>
              </a:spcAft>
              <a:buClr>
                <a:schemeClr val="lt1"/>
              </a:buClr>
              <a:buSzPts val="3600"/>
              <a:buNone/>
              <a:defRPr sz="4800">
                <a:solidFill>
                  <a:schemeClr val="lt1"/>
                </a:solidFill>
              </a:defRPr>
            </a:lvl8pPr>
            <a:lvl9pPr lvl="8">
              <a:spcBef>
                <a:spcPts val="0"/>
              </a:spcBef>
              <a:spcAft>
                <a:spcPts val="0"/>
              </a:spcAft>
              <a:buClr>
                <a:schemeClr val="lt1"/>
              </a:buClr>
              <a:buSzPts val="3600"/>
              <a:buNone/>
              <a:defRPr sz="4800">
                <a:solidFill>
                  <a:schemeClr val="lt1"/>
                </a:solidFill>
              </a:defRPr>
            </a:lvl9pPr>
          </a:lstStyle>
          <a:p>
            <a:r>
              <a:rPr lang="en-US"/>
              <a:t>Click to edit Master title style</a:t>
            </a:r>
            <a:endParaRPr/>
          </a:p>
        </p:txBody>
      </p:sp>
      <p:sp>
        <p:nvSpPr>
          <p:cNvPr id="13" name="Google Shape;13;p3"/>
          <p:cNvSpPr txBox="1">
            <a:spLocks noGrp="1"/>
          </p:cNvSpPr>
          <p:nvPr>
            <p:ph type="title" idx="2" hasCustomPrompt="1"/>
          </p:nvPr>
        </p:nvSpPr>
        <p:spPr>
          <a:xfrm>
            <a:off x="1397693" y="4383333"/>
            <a:ext cx="3217200" cy="1242000"/>
          </a:xfrm>
          <a:prstGeom prst="rect">
            <a:avLst/>
          </a:prstGeom>
          <a:effectLst>
            <a:outerShdw blurRad="114300" dist="28575" dir="6360000" algn="bl" rotWithShape="0">
              <a:schemeClr val="accent1">
                <a:alpha val="50000"/>
              </a:schemeClr>
            </a:outerShdw>
          </a:effectLst>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8000">
                <a:solidFill>
                  <a:schemeClr val="lt1"/>
                </a:solidFill>
              </a:defRPr>
            </a:lvl1pPr>
            <a:lvl2pPr lvl="1" algn="ctr" rtl="0">
              <a:spcBef>
                <a:spcPts val="0"/>
              </a:spcBef>
              <a:spcAft>
                <a:spcPts val="0"/>
              </a:spcAft>
              <a:buClr>
                <a:schemeClr val="lt1"/>
              </a:buClr>
              <a:buSzPts val="7200"/>
              <a:buNone/>
              <a:defRPr sz="9600">
                <a:solidFill>
                  <a:schemeClr val="lt1"/>
                </a:solidFill>
              </a:defRPr>
            </a:lvl2pPr>
            <a:lvl3pPr lvl="2" algn="ctr" rtl="0">
              <a:spcBef>
                <a:spcPts val="0"/>
              </a:spcBef>
              <a:spcAft>
                <a:spcPts val="0"/>
              </a:spcAft>
              <a:buClr>
                <a:schemeClr val="lt1"/>
              </a:buClr>
              <a:buSzPts val="7200"/>
              <a:buNone/>
              <a:defRPr sz="9600">
                <a:solidFill>
                  <a:schemeClr val="lt1"/>
                </a:solidFill>
              </a:defRPr>
            </a:lvl3pPr>
            <a:lvl4pPr lvl="3" algn="ctr" rtl="0">
              <a:spcBef>
                <a:spcPts val="0"/>
              </a:spcBef>
              <a:spcAft>
                <a:spcPts val="0"/>
              </a:spcAft>
              <a:buClr>
                <a:schemeClr val="lt1"/>
              </a:buClr>
              <a:buSzPts val="7200"/>
              <a:buNone/>
              <a:defRPr sz="9600">
                <a:solidFill>
                  <a:schemeClr val="lt1"/>
                </a:solidFill>
              </a:defRPr>
            </a:lvl4pPr>
            <a:lvl5pPr lvl="4" algn="ctr" rtl="0">
              <a:spcBef>
                <a:spcPts val="0"/>
              </a:spcBef>
              <a:spcAft>
                <a:spcPts val="0"/>
              </a:spcAft>
              <a:buClr>
                <a:schemeClr val="lt1"/>
              </a:buClr>
              <a:buSzPts val="7200"/>
              <a:buNone/>
              <a:defRPr sz="9600">
                <a:solidFill>
                  <a:schemeClr val="lt1"/>
                </a:solidFill>
              </a:defRPr>
            </a:lvl5pPr>
            <a:lvl6pPr lvl="5" algn="ctr" rtl="0">
              <a:spcBef>
                <a:spcPts val="0"/>
              </a:spcBef>
              <a:spcAft>
                <a:spcPts val="0"/>
              </a:spcAft>
              <a:buClr>
                <a:schemeClr val="lt1"/>
              </a:buClr>
              <a:buSzPts val="7200"/>
              <a:buNone/>
              <a:defRPr sz="9600">
                <a:solidFill>
                  <a:schemeClr val="lt1"/>
                </a:solidFill>
              </a:defRPr>
            </a:lvl6pPr>
            <a:lvl7pPr lvl="6" algn="ctr" rtl="0">
              <a:spcBef>
                <a:spcPts val="0"/>
              </a:spcBef>
              <a:spcAft>
                <a:spcPts val="0"/>
              </a:spcAft>
              <a:buClr>
                <a:schemeClr val="lt1"/>
              </a:buClr>
              <a:buSzPts val="7200"/>
              <a:buNone/>
              <a:defRPr sz="9600">
                <a:solidFill>
                  <a:schemeClr val="lt1"/>
                </a:solidFill>
              </a:defRPr>
            </a:lvl7pPr>
            <a:lvl8pPr lvl="7" algn="ctr" rtl="0">
              <a:spcBef>
                <a:spcPts val="0"/>
              </a:spcBef>
              <a:spcAft>
                <a:spcPts val="0"/>
              </a:spcAft>
              <a:buClr>
                <a:schemeClr val="lt1"/>
              </a:buClr>
              <a:buSzPts val="7200"/>
              <a:buNone/>
              <a:defRPr sz="9600">
                <a:solidFill>
                  <a:schemeClr val="lt1"/>
                </a:solidFill>
              </a:defRPr>
            </a:lvl8pPr>
            <a:lvl9pPr lvl="8" algn="ctr" rtl="0">
              <a:spcBef>
                <a:spcPts val="0"/>
              </a:spcBef>
              <a:spcAft>
                <a:spcPts val="0"/>
              </a:spcAft>
              <a:buClr>
                <a:schemeClr val="lt1"/>
              </a:buClr>
              <a:buSzPts val="7200"/>
              <a:buNone/>
              <a:defRPr sz="9600">
                <a:solidFill>
                  <a:schemeClr val="lt1"/>
                </a:solidFill>
              </a:defRPr>
            </a:lvl9pPr>
          </a:lstStyle>
          <a:p>
            <a:r>
              <a:t>xx%</a:t>
            </a:r>
          </a:p>
        </p:txBody>
      </p:sp>
      <p:sp>
        <p:nvSpPr>
          <p:cNvPr id="14" name="Google Shape;14;p3"/>
          <p:cNvSpPr txBox="1">
            <a:spLocks noGrp="1"/>
          </p:cNvSpPr>
          <p:nvPr>
            <p:ph type="subTitle" idx="1"/>
          </p:nvPr>
        </p:nvSpPr>
        <p:spPr>
          <a:xfrm>
            <a:off x="5016893" y="4960867"/>
            <a:ext cx="4091600" cy="61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None/>
              <a:defRPr sz="1867">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a:r>
              <a:rPr lang="en-US"/>
              <a:t>Click to edit Master subtitle style</a:t>
            </a:r>
            <a:endParaRPr/>
          </a:p>
        </p:txBody>
      </p:sp>
    </p:spTree>
    <p:extLst>
      <p:ext uri="{BB962C8B-B14F-4D97-AF65-F5344CB8AC3E}">
        <p14:creationId xmlns:p14="http://schemas.microsoft.com/office/powerpoint/2010/main" val="36284696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2400"/>
              <a:buNone/>
              <a:defRPr sz="3200">
                <a:solidFill>
                  <a:schemeClr val="accen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17" name="Google Shape;17;p4"/>
          <p:cNvSpPr txBox="1">
            <a:spLocks noGrp="1"/>
          </p:cNvSpPr>
          <p:nvPr>
            <p:ph type="body" idx="1"/>
          </p:nvPr>
        </p:nvSpPr>
        <p:spPr>
          <a:xfrm>
            <a:off x="1251333" y="2212367"/>
            <a:ext cx="6595200" cy="3681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chemeClr val="lt1"/>
              </a:buClr>
              <a:buSzPts val="1400"/>
              <a:buChar char="●"/>
              <a:defRPr sz="1867">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pPr lvl="0"/>
            <a:r>
              <a:rPr lang="en-US"/>
              <a:t>Click to edit Master text styles</a:t>
            </a:r>
          </a:p>
        </p:txBody>
      </p:sp>
    </p:spTree>
    <p:extLst>
      <p:ext uri="{BB962C8B-B14F-4D97-AF65-F5344CB8AC3E}">
        <p14:creationId xmlns:p14="http://schemas.microsoft.com/office/powerpoint/2010/main" val="251491856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20" name="Google Shape;20;p5"/>
          <p:cNvSpPr txBox="1">
            <a:spLocks noGrp="1"/>
          </p:cNvSpPr>
          <p:nvPr>
            <p:ph type="body" idx="1"/>
          </p:nvPr>
        </p:nvSpPr>
        <p:spPr>
          <a:xfrm>
            <a:off x="1251333"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pPr lvl="0"/>
            <a:r>
              <a:rPr lang="en-US"/>
              <a:t>Click to edit Master text styles</a:t>
            </a:r>
          </a:p>
        </p:txBody>
      </p:sp>
      <p:sp>
        <p:nvSpPr>
          <p:cNvPr id="21" name="Google Shape;21;p5"/>
          <p:cNvSpPr txBox="1">
            <a:spLocks noGrp="1"/>
          </p:cNvSpPr>
          <p:nvPr>
            <p:ph type="body" idx="2"/>
          </p:nvPr>
        </p:nvSpPr>
        <p:spPr>
          <a:xfrm>
            <a:off x="6716700"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pPr lvl="0"/>
            <a:r>
              <a:rPr lang="en-US"/>
              <a:t>Click to edit Master text styles</a:t>
            </a:r>
          </a:p>
        </p:txBody>
      </p:sp>
    </p:spTree>
    <p:extLst>
      <p:ext uri="{BB962C8B-B14F-4D97-AF65-F5344CB8AC3E}">
        <p14:creationId xmlns:p14="http://schemas.microsoft.com/office/powerpoint/2010/main" val="351790111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Tree>
    <p:extLst>
      <p:ext uri="{BB962C8B-B14F-4D97-AF65-F5344CB8AC3E}">
        <p14:creationId xmlns:p14="http://schemas.microsoft.com/office/powerpoint/2010/main" val="166070605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116233" y="1729500"/>
            <a:ext cx="3783200" cy="16700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26" name="Google Shape;26;p7"/>
          <p:cNvSpPr txBox="1">
            <a:spLocks noGrp="1"/>
          </p:cNvSpPr>
          <p:nvPr>
            <p:ph type="body" idx="1"/>
          </p:nvPr>
        </p:nvSpPr>
        <p:spPr>
          <a:xfrm>
            <a:off x="7116233" y="3458500"/>
            <a:ext cx="3783200" cy="1670000"/>
          </a:xfrm>
          <a:prstGeom prst="rect">
            <a:avLst/>
          </a:prstGeom>
        </p:spPr>
        <p:txBody>
          <a:bodyPr spcFirstLastPara="1" wrap="square" lIns="91425" tIns="91425" rIns="91425" bIns="91425" anchor="t" anchorCtr="0">
            <a:noAutofit/>
          </a:bodyPr>
          <a:lstStyle>
            <a:lvl1pPr marL="609585" lvl="0" indent="-440256" rtl="0">
              <a:spcBef>
                <a:spcPts val="0"/>
              </a:spcBef>
              <a:spcAft>
                <a:spcPts val="0"/>
              </a:spcAft>
              <a:buClr>
                <a:schemeClr val="lt1"/>
              </a:buClr>
              <a:buSzPts val="1600"/>
              <a:buChar char="●"/>
              <a:defRPr sz="2133">
                <a:solidFill>
                  <a:schemeClr val="lt1"/>
                </a:solidFill>
              </a:defRPr>
            </a:lvl1pPr>
            <a:lvl2pPr marL="1219170" lvl="1" indent="-440256" rtl="0">
              <a:spcBef>
                <a:spcPts val="2133"/>
              </a:spcBef>
              <a:spcAft>
                <a:spcPts val="0"/>
              </a:spcAft>
              <a:buClr>
                <a:schemeClr val="lt1"/>
              </a:buClr>
              <a:buSzPts val="1600"/>
              <a:buChar char="○"/>
              <a:defRPr sz="2133">
                <a:solidFill>
                  <a:schemeClr val="lt1"/>
                </a:solidFill>
              </a:defRPr>
            </a:lvl2pPr>
            <a:lvl3pPr marL="1828754" lvl="2" indent="-440256" rtl="0">
              <a:spcBef>
                <a:spcPts val="2133"/>
              </a:spcBef>
              <a:spcAft>
                <a:spcPts val="0"/>
              </a:spcAft>
              <a:buClr>
                <a:schemeClr val="lt1"/>
              </a:buClr>
              <a:buSzPts val="1600"/>
              <a:buChar char="■"/>
              <a:defRPr sz="2133">
                <a:solidFill>
                  <a:schemeClr val="lt1"/>
                </a:solidFill>
              </a:defRPr>
            </a:lvl3pPr>
            <a:lvl4pPr marL="2438339" lvl="3" indent="-440256" rtl="0">
              <a:spcBef>
                <a:spcPts val="2133"/>
              </a:spcBef>
              <a:spcAft>
                <a:spcPts val="0"/>
              </a:spcAft>
              <a:buClr>
                <a:schemeClr val="lt1"/>
              </a:buClr>
              <a:buSzPts val="1600"/>
              <a:buChar char="●"/>
              <a:defRPr sz="2133">
                <a:solidFill>
                  <a:schemeClr val="lt1"/>
                </a:solidFill>
              </a:defRPr>
            </a:lvl4pPr>
            <a:lvl5pPr marL="3047924" lvl="4" indent="-440256" rtl="0">
              <a:spcBef>
                <a:spcPts val="2133"/>
              </a:spcBef>
              <a:spcAft>
                <a:spcPts val="0"/>
              </a:spcAft>
              <a:buClr>
                <a:schemeClr val="lt1"/>
              </a:buClr>
              <a:buSzPts val="1600"/>
              <a:buChar char="○"/>
              <a:defRPr sz="2133">
                <a:solidFill>
                  <a:schemeClr val="lt1"/>
                </a:solidFill>
              </a:defRPr>
            </a:lvl5pPr>
            <a:lvl6pPr marL="3657509" lvl="5" indent="-440256" rtl="0">
              <a:spcBef>
                <a:spcPts val="2133"/>
              </a:spcBef>
              <a:spcAft>
                <a:spcPts val="0"/>
              </a:spcAft>
              <a:buClr>
                <a:schemeClr val="lt1"/>
              </a:buClr>
              <a:buSzPts val="1600"/>
              <a:buChar char="■"/>
              <a:defRPr sz="2133">
                <a:solidFill>
                  <a:schemeClr val="lt1"/>
                </a:solidFill>
              </a:defRPr>
            </a:lvl6pPr>
            <a:lvl7pPr marL="4267093" lvl="6" indent="-440256" rtl="0">
              <a:spcBef>
                <a:spcPts val="2133"/>
              </a:spcBef>
              <a:spcAft>
                <a:spcPts val="0"/>
              </a:spcAft>
              <a:buClr>
                <a:schemeClr val="lt1"/>
              </a:buClr>
              <a:buSzPts val="1600"/>
              <a:buChar char="●"/>
              <a:defRPr sz="2133">
                <a:solidFill>
                  <a:schemeClr val="lt1"/>
                </a:solidFill>
              </a:defRPr>
            </a:lvl7pPr>
            <a:lvl8pPr marL="4876678" lvl="7" indent="-440256" rtl="0">
              <a:spcBef>
                <a:spcPts val="2133"/>
              </a:spcBef>
              <a:spcAft>
                <a:spcPts val="0"/>
              </a:spcAft>
              <a:buClr>
                <a:schemeClr val="lt1"/>
              </a:buClr>
              <a:buSzPts val="1600"/>
              <a:buChar char="○"/>
              <a:defRPr sz="2133">
                <a:solidFill>
                  <a:schemeClr val="lt1"/>
                </a:solidFill>
              </a:defRPr>
            </a:lvl8pPr>
            <a:lvl9pPr marL="5486263" lvl="8" indent="-440256" rtl="0">
              <a:spcBef>
                <a:spcPts val="2133"/>
              </a:spcBef>
              <a:spcAft>
                <a:spcPts val="2133"/>
              </a:spcAft>
              <a:buClr>
                <a:schemeClr val="lt1"/>
              </a:buClr>
              <a:buSzPts val="1600"/>
              <a:buChar char="■"/>
              <a:defRPr sz="2133">
                <a:solidFill>
                  <a:schemeClr val="lt1"/>
                </a:solidFill>
              </a:defRPr>
            </a:lvl9pPr>
          </a:lstStyle>
          <a:p>
            <a:pPr lvl="0"/>
            <a:r>
              <a:rPr lang="en-US"/>
              <a:t>Click to edit Master text styles</a:t>
            </a:r>
          </a:p>
        </p:txBody>
      </p:sp>
    </p:spTree>
    <p:extLst>
      <p:ext uri="{BB962C8B-B14F-4D97-AF65-F5344CB8AC3E}">
        <p14:creationId xmlns:p14="http://schemas.microsoft.com/office/powerpoint/2010/main" val="139079344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bg>
      <p:bgPr>
        <a:blipFill>
          <a:blip r:embed="rId2">
            <a:alphaModFix/>
          </a:blip>
          <a:stretch>
            <a:fillRect/>
          </a:stretch>
        </a:blipFill>
        <a:effectLst/>
      </p:bgPr>
    </p:bg>
    <p:spTree>
      <p:nvGrpSpPr>
        <p:cNvPr id="1" name="Shape 27"/>
        <p:cNvGrpSpPr/>
        <p:nvPr/>
      </p:nvGrpSpPr>
      <p:grpSpPr>
        <a:xfrm>
          <a:off x="0" y="0"/>
          <a:ext cx="0" cy="0"/>
          <a:chOff x="0" y="0"/>
          <a:chExt cx="0" cy="0"/>
        </a:xfrm>
      </p:grpSpPr>
      <p:sp>
        <p:nvSpPr>
          <p:cNvPr id="28" name="Google Shape;28;p8"/>
          <p:cNvSpPr txBox="1">
            <a:spLocks noGrp="1"/>
          </p:cNvSpPr>
          <p:nvPr>
            <p:ph type="title"/>
          </p:nvPr>
        </p:nvSpPr>
        <p:spPr>
          <a:xfrm>
            <a:off x="1239303" y="581577"/>
            <a:ext cx="3662000" cy="54544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3000"/>
              <a:buNone/>
              <a:defRPr sz="4000">
                <a:solidFill>
                  <a:schemeClr val="accent1"/>
                </a:solidFill>
              </a:defRPr>
            </a:lvl1pPr>
            <a:lvl2pPr lvl="1">
              <a:spcBef>
                <a:spcPts val="0"/>
              </a:spcBef>
              <a:spcAft>
                <a:spcPts val="0"/>
              </a:spcAft>
              <a:buClr>
                <a:schemeClr val="accent1"/>
              </a:buClr>
              <a:buSzPts val="4800"/>
              <a:buNone/>
              <a:defRPr sz="6400">
                <a:solidFill>
                  <a:schemeClr val="accent1"/>
                </a:solidFill>
              </a:defRPr>
            </a:lvl2pPr>
            <a:lvl3pPr lvl="2">
              <a:spcBef>
                <a:spcPts val="0"/>
              </a:spcBef>
              <a:spcAft>
                <a:spcPts val="0"/>
              </a:spcAft>
              <a:buClr>
                <a:schemeClr val="accent1"/>
              </a:buClr>
              <a:buSzPts val="4800"/>
              <a:buNone/>
              <a:defRPr sz="6400">
                <a:solidFill>
                  <a:schemeClr val="accent1"/>
                </a:solidFill>
              </a:defRPr>
            </a:lvl3pPr>
            <a:lvl4pPr lvl="3">
              <a:spcBef>
                <a:spcPts val="0"/>
              </a:spcBef>
              <a:spcAft>
                <a:spcPts val="0"/>
              </a:spcAft>
              <a:buClr>
                <a:schemeClr val="accent1"/>
              </a:buClr>
              <a:buSzPts val="4800"/>
              <a:buNone/>
              <a:defRPr sz="6400">
                <a:solidFill>
                  <a:schemeClr val="accent1"/>
                </a:solidFill>
              </a:defRPr>
            </a:lvl4pPr>
            <a:lvl5pPr lvl="4">
              <a:spcBef>
                <a:spcPts val="0"/>
              </a:spcBef>
              <a:spcAft>
                <a:spcPts val="0"/>
              </a:spcAft>
              <a:buClr>
                <a:schemeClr val="accent1"/>
              </a:buClr>
              <a:buSzPts val="4800"/>
              <a:buNone/>
              <a:defRPr sz="6400">
                <a:solidFill>
                  <a:schemeClr val="accent1"/>
                </a:solidFill>
              </a:defRPr>
            </a:lvl5pPr>
            <a:lvl6pPr lvl="5">
              <a:spcBef>
                <a:spcPts val="0"/>
              </a:spcBef>
              <a:spcAft>
                <a:spcPts val="0"/>
              </a:spcAft>
              <a:buClr>
                <a:schemeClr val="accent1"/>
              </a:buClr>
              <a:buSzPts val="4800"/>
              <a:buNone/>
              <a:defRPr sz="6400">
                <a:solidFill>
                  <a:schemeClr val="accent1"/>
                </a:solidFill>
              </a:defRPr>
            </a:lvl6pPr>
            <a:lvl7pPr lvl="6">
              <a:spcBef>
                <a:spcPts val="0"/>
              </a:spcBef>
              <a:spcAft>
                <a:spcPts val="0"/>
              </a:spcAft>
              <a:buClr>
                <a:schemeClr val="accent1"/>
              </a:buClr>
              <a:buSzPts val="4800"/>
              <a:buNone/>
              <a:defRPr sz="6400">
                <a:solidFill>
                  <a:schemeClr val="accent1"/>
                </a:solidFill>
              </a:defRPr>
            </a:lvl7pPr>
            <a:lvl8pPr lvl="7">
              <a:spcBef>
                <a:spcPts val="0"/>
              </a:spcBef>
              <a:spcAft>
                <a:spcPts val="0"/>
              </a:spcAft>
              <a:buClr>
                <a:schemeClr val="accent1"/>
              </a:buClr>
              <a:buSzPts val="4800"/>
              <a:buNone/>
              <a:defRPr sz="6400">
                <a:solidFill>
                  <a:schemeClr val="accent1"/>
                </a:solidFill>
              </a:defRPr>
            </a:lvl8pPr>
            <a:lvl9pPr lvl="8">
              <a:spcBef>
                <a:spcPts val="0"/>
              </a:spcBef>
              <a:spcAft>
                <a:spcPts val="0"/>
              </a:spcAft>
              <a:buClr>
                <a:schemeClr val="accent1"/>
              </a:buClr>
              <a:buSzPts val="4800"/>
              <a:buNone/>
              <a:defRPr sz="6400">
                <a:solidFill>
                  <a:schemeClr val="accent1"/>
                </a:solidFill>
              </a:defRPr>
            </a:lvl9pPr>
          </a:lstStyle>
          <a:p>
            <a:r>
              <a:rPr lang="en-US"/>
              <a:t>Click to edit Master title style</a:t>
            </a:r>
            <a:endParaRPr/>
          </a:p>
        </p:txBody>
      </p:sp>
      <p:pic>
        <p:nvPicPr>
          <p:cNvPr id="29" name="Google Shape;29;p8"/>
          <p:cNvPicPr preferRelativeResize="0"/>
          <p:nvPr/>
        </p:nvPicPr>
        <p:blipFill>
          <a:blip r:embed="rId3">
            <a:alphaModFix/>
          </a:blip>
          <a:stretch>
            <a:fillRect/>
          </a:stretch>
        </p:blipFill>
        <p:spPr>
          <a:xfrm rot="5400000">
            <a:off x="4371899" y="552068"/>
            <a:ext cx="10168735" cy="3845065"/>
          </a:xfrm>
          <a:prstGeom prst="rect">
            <a:avLst/>
          </a:prstGeom>
          <a:noFill/>
          <a:ln>
            <a:noFill/>
          </a:ln>
        </p:spPr>
      </p:pic>
      <p:pic>
        <p:nvPicPr>
          <p:cNvPr id="30" name="Google Shape;30;p8"/>
          <p:cNvPicPr preferRelativeResize="0"/>
          <p:nvPr/>
        </p:nvPicPr>
        <p:blipFill>
          <a:blip r:embed="rId3">
            <a:alphaModFix/>
          </a:blip>
          <a:stretch>
            <a:fillRect/>
          </a:stretch>
        </p:blipFill>
        <p:spPr>
          <a:xfrm rot="5400000" flipH="1">
            <a:off x="6429886" y="-469214"/>
            <a:ext cx="12413063" cy="4693700"/>
          </a:xfrm>
          <a:prstGeom prst="rect">
            <a:avLst/>
          </a:prstGeom>
          <a:noFill/>
          <a:ln>
            <a:noFill/>
          </a:ln>
        </p:spPr>
      </p:pic>
    </p:spTree>
    <p:extLst>
      <p:ext uri="{BB962C8B-B14F-4D97-AF65-F5344CB8AC3E}">
        <p14:creationId xmlns:p14="http://schemas.microsoft.com/office/powerpoint/2010/main" val="259072626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9"/>
          <p:cNvSpPr txBox="1">
            <a:spLocks noGrp="1"/>
          </p:cNvSpPr>
          <p:nvPr>
            <p:ph type="subTitle" idx="1"/>
          </p:nvPr>
        </p:nvSpPr>
        <p:spPr>
          <a:xfrm>
            <a:off x="1251333" y="2359433"/>
            <a:ext cx="3828800" cy="1646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2133">
                <a:solidFill>
                  <a:schemeClr val="lt2"/>
                </a:solidFill>
              </a:defRPr>
            </a:lvl1pPr>
            <a:lvl2pPr lvl="1" algn="ctr">
              <a:lnSpc>
                <a:spcPct val="100000"/>
              </a:lnSpc>
              <a:spcBef>
                <a:spcPts val="0"/>
              </a:spcBef>
              <a:spcAft>
                <a:spcPts val="0"/>
              </a:spcAft>
              <a:buSzPts val="1600"/>
              <a:buNone/>
              <a:defRPr sz="2133"/>
            </a:lvl2pPr>
            <a:lvl3pPr lvl="2" algn="ctr">
              <a:lnSpc>
                <a:spcPct val="100000"/>
              </a:lnSpc>
              <a:spcBef>
                <a:spcPts val="0"/>
              </a:spcBef>
              <a:spcAft>
                <a:spcPts val="0"/>
              </a:spcAft>
              <a:buSzPts val="1600"/>
              <a:buNone/>
              <a:defRPr sz="2133"/>
            </a:lvl3pPr>
            <a:lvl4pPr lvl="3" algn="ctr">
              <a:lnSpc>
                <a:spcPct val="100000"/>
              </a:lnSpc>
              <a:spcBef>
                <a:spcPts val="0"/>
              </a:spcBef>
              <a:spcAft>
                <a:spcPts val="0"/>
              </a:spcAft>
              <a:buSzPts val="1600"/>
              <a:buNone/>
              <a:defRPr sz="2133"/>
            </a:lvl4pPr>
            <a:lvl5pPr lvl="4" algn="ctr">
              <a:lnSpc>
                <a:spcPct val="100000"/>
              </a:lnSpc>
              <a:spcBef>
                <a:spcPts val="0"/>
              </a:spcBef>
              <a:spcAft>
                <a:spcPts val="0"/>
              </a:spcAft>
              <a:buSzPts val="1600"/>
              <a:buNone/>
              <a:defRPr sz="2133"/>
            </a:lvl5pPr>
            <a:lvl6pPr lvl="5" algn="ctr">
              <a:lnSpc>
                <a:spcPct val="100000"/>
              </a:lnSpc>
              <a:spcBef>
                <a:spcPts val="0"/>
              </a:spcBef>
              <a:spcAft>
                <a:spcPts val="0"/>
              </a:spcAft>
              <a:buSzPts val="1600"/>
              <a:buNone/>
              <a:defRPr sz="2133"/>
            </a:lvl6pPr>
            <a:lvl7pPr lvl="6" algn="ctr">
              <a:lnSpc>
                <a:spcPct val="100000"/>
              </a:lnSpc>
              <a:spcBef>
                <a:spcPts val="0"/>
              </a:spcBef>
              <a:spcAft>
                <a:spcPts val="0"/>
              </a:spcAft>
              <a:buSzPts val="1600"/>
              <a:buNone/>
              <a:defRPr sz="2133"/>
            </a:lvl7pPr>
            <a:lvl8pPr lvl="7" algn="ctr">
              <a:lnSpc>
                <a:spcPct val="100000"/>
              </a:lnSpc>
              <a:spcBef>
                <a:spcPts val="0"/>
              </a:spcBef>
              <a:spcAft>
                <a:spcPts val="0"/>
              </a:spcAft>
              <a:buSzPts val="1600"/>
              <a:buNone/>
              <a:defRPr sz="2133"/>
            </a:lvl8pPr>
            <a:lvl9pPr lvl="8" algn="ctr">
              <a:lnSpc>
                <a:spcPct val="100000"/>
              </a:lnSpc>
              <a:spcBef>
                <a:spcPts val="0"/>
              </a:spcBef>
              <a:spcAft>
                <a:spcPts val="0"/>
              </a:spcAft>
              <a:buSzPts val="1600"/>
              <a:buNone/>
              <a:defRPr sz="2133"/>
            </a:lvl9pPr>
          </a:lstStyle>
          <a:p>
            <a:r>
              <a:rPr lang="en-US"/>
              <a:t>Click to edit Master subtitle style</a:t>
            </a:r>
            <a:endParaRPr/>
          </a:p>
        </p:txBody>
      </p:sp>
      <p:sp>
        <p:nvSpPr>
          <p:cNvPr id="33" name="Google Shape;33;p9"/>
          <p:cNvSpPr txBox="1">
            <a:spLocks noGrp="1"/>
          </p:cNvSpPr>
          <p:nvPr>
            <p:ph type="body" idx="2"/>
          </p:nvPr>
        </p:nvSpPr>
        <p:spPr>
          <a:xfrm>
            <a:off x="6271167" y="1212800"/>
            <a:ext cx="4625200" cy="44324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chemeClr val="lt1"/>
              </a:buClr>
              <a:buSzPts val="1400"/>
              <a:buChar char="●"/>
              <a:defRPr sz="1867">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pPr lvl="0"/>
            <a:r>
              <a:rPr lang="en-US"/>
              <a:t>Click to edit Master text styles</a:t>
            </a:r>
          </a:p>
        </p:txBody>
      </p:sp>
      <p:sp>
        <p:nvSpPr>
          <p:cNvPr id="34" name="Google Shape;34;p9"/>
          <p:cNvSpPr txBox="1">
            <a:spLocks noGrp="1"/>
          </p:cNvSpPr>
          <p:nvPr>
            <p:ph type="title"/>
          </p:nvPr>
        </p:nvSpPr>
        <p:spPr>
          <a:xfrm>
            <a:off x="1251333" y="593367"/>
            <a:ext cx="4298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Tree>
    <p:extLst>
      <p:ext uri="{BB962C8B-B14F-4D97-AF65-F5344CB8AC3E}">
        <p14:creationId xmlns:p14="http://schemas.microsoft.com/office/powerpoint/2010/main" val="420062379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10"/>
          <p:cNvSpPr txBox="1">
            <a:spLocks noGrp="1"/>
          </p:cNvSpPr>
          <p:nvPr>
            <p:ph type="title"/>
          </p:nvPr>
        </p:nvSpPr>
        <p:spPr>
          <a:xfrm>
            <a:off x="1251333" y="593367"/>
            <a:ext cx="7647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Tree>
    <p:extLst>
      <p:ext uri="{BB962C8B-B14F-4D97-AF65-F5344CB8AC3E}">
        <p14:creationId xmlns:p14="http://schemas.microsoft.com/office/powerpoint/2010/main" val="64357572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bg>
      <p:bgPr>
        <a:blipFill>
          <a:blip r:embed="rId2">
            <a:alphaModFix/>
          </a:blip>
          <a:stretch>
            <a:fillRect/>
          </a:stretch>
        </a:blipFill>
        <a:effectLst/>
      </p:bgPr>
    </p:bg>
    <p:spTree>
      <p:nvGrpSpPr>
        <p:cNvPr id="1" name="Shape 37"/>
        <p:cNvGrpSpPr/>
        <p:nvPr/>
      </p:nvGrpSpPr>
      <p:grpSpPr>
        <a:xfrm>
          <a:off x="0" y="0"/>
          <a:ext cx="0" cy="0"/>
          <a:chOff x="0" y="0"/>
          <a:chExt cx="0" cy="0"/>
        </a:xfrm>
      </p:grpSpPr>
      <p:sp>
        <p:nvSpPr>
          <p:cNvPr id="38" name="Google Shape;38;p11"/>
          <p:cNvSpPr txBox="1">
            <a:spLocks noGrp="1"/>
          </p:cNvSpPr>
          <p:nvPr>
            <p:ph type="title" hasCustomPrompt="1"/>
          </p:nvPr>
        </p:nvSpPr>
        <p:spPr>
          <a:xfrm>
            <a:off x="2561000" y="2179233"/>
            <a:ext cx="7070000" cy="1488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7200"/>
              <a:buNone/>
              <a:defRPr sz="9600">
                <a:solidFill>
                  <a:schemeClr val="lt1"/>
                </a:solidFill>
              </a:defRPr>
            </a:lvl1pPr>
            <a:lvl2pPr lvl="1" algn="ctr">
              <a:spcBef>
                <a:spcPts val="0"/>
              </a:spcBef>
              <a:spcAft>
                <a:spcPts val="0"/>
              </a:spcAft>
              <a:buClr>
                <a:schemeClr val="lt1"/>
              </a:buClr>
              <a:buSzPts val="7200"/>
              <a:buNone/>
              <a:defRPr sz="9600">
                <a:solidFill>
                  <a:schemeClr val="lt1"/>
                </a:solidFill>
              </a:defRPr>
            </a:lvl2pPr>
            <a:lvl3pPr lvl="2" algn="ctr">
              <a:spcBef>
                <a:spcPts val="0"/>
              </a:spcBef>
              <a:spcAft>
                <a:spcPts val="0"/>
              </a:spcAft>
              <a:buClr>
                <a:schemeClr val="lt1"/>
              </a:buClr>
              <a:buSzPts val="7200"/>
              <a:buNone/>
              <a:defRPr sz="9600">
                <a:solidFill>
                  <a:schemeClr val="lt1"/>
                </a:solidFill>
              </a:defRPr>
            </a:lvl3pPr>
            <a:lvl4pPr lvl="3" algn="ctr">
              <a:spcBef>
                <a:spcPts val="0"/>
              </a:spcBef>
              <a:spcAft>
                <a:spcPts val="0"/>
              </a:spcAft>
              <a:buClr>
                <a:schemeClr val="lt1"/>
              </a:buClr>
              <a:buSzPts val="7200"/>
              <a:buNone/>
              <a:defRPr sz="9600">
                <a:solidFill>
                  <a:schemeClr val="lt1"/>
                </a:solidFill>
              </a:defRPr>
            </a:lvl4pPr>
            <a:lvl5pPr lvl="4" algn="ctr">
              <a:spcBef>
                <a:spcPts val="0"/>
              </a:spcBef>
              <a:spcAft>
                <a:spcPts val="0"/>
              </a:spcAft>
              <a:buClr>
                <a:schemeClr val="lt1"/>
              </a:buClr>
              <a:buSzPts val="7200"/>
              <a:buNone/>
              <a:defRPr sz="9600">
                <a:solidFill>
                  <a:schemeClr val="lt1"/>
                </a:solidFill>
              </a:defRPr>
            </a:lvl5pPr>
            <a:lvl6pPr lvl="5" algn="ctr">
              <a:spcBef>
                <a:spcPts val="0"/>
              </a:spcBef>
              <a:spcAft>
                <a:spcPts val="0"/>
              </a:spcAft>
              <a:buClr>
                <a:schemeClr val="lt1"/>
              </a:buClr>
              <a:buSzPts val="7200"/>
              <a:buNone/>
              <a:defRPr sz="9600">
                <a:solidFill>
                  <a:schemeClr val="lt1"/>
                </a:solidFill>
              </a:defRPr>
            </a:lvl6pPr>
            <a:lvl7pPr lvl="6" algn="ctr">
              <a:spcBef>
                <a:spcPts val="0"/>
              </a:spcBef>
              <a:spcAft>
                <a:spcPts val="0"/>
              </a:spcAft>
              <a:buClr>
                <a:schemeClr val="lt1"/>
              </a:buClr>
              <a:buSzPts val="7200"/>
              <a:buNone/>
              <a:defRPr sz="9600">
                <a:solidFill>
                  <a:schemeClr val="lt1"/>
                </a:solidFill>
              </a:defRPr>
            </a:lvl7pPr>
            <a:lvl8pPr lvl="7" algn="ctr">
              <a:spcBef>
                <a:spcPts val="0"/>
              </a:spcBef>
              <a:spcAft>
                <a:spcPts val="0"/>
              </a:spcAft>
              <a:buClr>
                <a:schemeClr val="lt1"/>
              </a:buClr>
              <a:buSzPts val="7200"/>
              <a:buNone/>
              <a:defRPr sz="9600">
                <a:solidFill>
                  <a:schemeClr val="lt1"/>
                </a:solidFill>
              </a:defRPr>
            </a:lvl8pPr>
            <a:lvl9pPr lvl="8" algn="ctr">
              <a:spcBef>
                <a:spcPts val="0"/>
              </a:spcBef>
              <a:spcAft>
                <a:spcPts val="0"/>
              </a:spcAft>
              <a:buClr>
                <a:schemeClr val="lt1"/>
              </a:buClr>
              <a:buSzPts val="7200"/>
              <a:buNone/>
              <a:defRPr sz="9600">
                <a:solidFill>
                  <a:schemeClr val="lt1"/>
                </a:solidFill>
              </a:defRPr>
            </a:lvl9pPr>
          </a:lstStyle>
          <a:p>
            <a:r>
              <a:t>xx%</a:t>
            </a:r>
          </a:p>
        </p:txBody>
      </p:sp>
      <p:sp>
        <p:nvSpPr>
          <p:cNvPr id="39" name="Google Shape;39;p11"/>
          <p:cNvSpPr txBox="1">
            <a:spLocks noGrp="1"/>
          </p:cNvSpPr>
          <p:nvPr>
            <p:ph type="body" idx="1"/>
          </p:nvPr>
        </p:nvSpPr>
        <p:spPr>
          <a:xfrm>
            <a:off x="3715400" y="4125967"/>
            <a:ext cx="4761200" cy="7560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Clr>
                <a:schemeClr val="accent1"/>
              </a:buClr>
              <a:buSzPts val="1800"/>
              <a:buChar char="●"/>
              <a:defRPr>
                <a:solidFill>
                  <a:schemeClr val="accent1"/>
                </a:solidFill>
              </a:defRPr>
            </a:lvl1pPr>
            <a:lvl2pPr marL="1219170" lvl="1" indent="-457189" algn="ctr">
              <a:spcBef>
                <a:spcPts val="2133"/>
              </a:spcBef>
              <a:spcAft>
                <a:spcPts val="0"/>
              </a:spcAft>
              <a:buClr>
                <a:schemeClr val="accent1"/>
              </a:buClr>
              <a:buSzPts val="1800"/>
              <a:buChar char="○"/>
              <a:defRPr sz="2400">
                <a:solidFill>
                  <a:schemeClr val="accent1"/>
                </a:solidFill>
              </a:defRPr>
            </a:lvl2pPr>
            <a:lvl3pPr marL="1828754" lvl="2" indent="-457189" algn="ctr">
              <a:spcBef>
                <a:spcPts val="2133"/>
              </a:spcBef>
              <a:spcAft>
                <a:spcPts val="0"/>
              </a:spcAft>
              <a:buClr>
                <a:schemeClr val="accent1"/>
              </a:buClr>
              <a:buSzPts val="1800"/>
              <a:buChar char="■"/>
              <a:defRPr sz="2400">
                <a:solidFill>
                  <a:schemeClr val="accent1"/>
                </a:solidFill>
              </a:defRPr>
            </a:lvl3pPr>
            <a:lvl4pPr marL="2438339" lvl="3" indent="-457189" algn="ctr">
              <a:spcBef>
                <a:spcPts val="2133"/>
              </a:spcBef>
              <a:spcAft>
                <a:spcPts val="0"/>
              </a:spcAft>
              <a:buClr>
                <a:schemeClr val="accent1"/>
              </a:buClr>
              <a:buSzPts val="1800"/>
              <a:buChar char="●"/>
              <a:defRPr sz="2400">
                <a:solidFill>
                  <a:schemeClr val="accent1"/>
                </a:solidFill>
              </a:defRPr>
            </a:lvl4pPr>
            <a:lvl5pPr marL="3047924" lvl="4" indent="-457189" algn="ctr">
              <a:spcBef>
                <a:spcPts val="2133"/>
              </a:spcBef>
              <a:spcAft>
                <a:spcPts val="0"/>
              </a:spcAft>
              <a:buClr>
                <a:schemeClr val="accent1"/>
              </a:buClr>
              <a:buSzPts val="1800"/>
              <a:buChar char="○"/>
              <a:defRPr sz="2400">
                <a:solidFill>
                  <a:schemeClr val="accent1"/>
                </a:solidFill>
              </a:defRPr>
            </a:lvl5pPr>
            <a:lvl6pPr marL="3657509" lvl="5" indent="-457189" algn="ctr">
              <a:spcBef>
                <a:spcPts val="2133"/>
              </a:spcBef>
              <a:spcAft>
                <a:spcPts val="0"/>
              </a:spcAft>
              <a:buClr>
                <a:schemeClr val="accent1"/>
              </a:buClr>
              <a:buSzPts val="1800"/>
              <a:buChar char="■"/>
              <a:defRPr sz="2400">
                <a:solidFill>
                  <a:schemeClr val="accent1"/>
                </a:solidFill>
              </a:defRPr>
            </a:lvl6pPr>
            <a:lvl7pPr marL="4267093" lvl="6" indent="-457189" algn="ctr">
              <a:spcBef>
                <a:spcPts val="2133"/>
              </a:spcBef>
              <a:spcAft>
                <a:spcPts val="0"/>
              </a:spcAft>
              <a:buClr>
                <a:schemeClr val="accent1"/>
              </a:buClr>
              <a:buSzPts val="1800"/>
              <a:buChar char="●"/>
              <a:defRPr sz="2400">
                <a:solidFill>
                  <a:schemeClr val="accent1"/>
                </a:solidFill>
              </a:defRPr>
            </a:lvl7pPr>
            <a:lvl8pPr marL="4876678" lvl="7" indent="-457189" algn="ctr">
              <a:spcBef>
                <a:spcPts val="2133"/>
              </a:spcBef>
              <a:spcAft>
                <a:spcPts val="0"/>
              </a:spcAft>
              <a:buClr>
                <a:schemeClr val="accent1"/>
              </a:buClr>
              <a:buSzPts val="1800"/>
              <a:buChar char="○"/>
              <a:defRPr sz="2400">
                <a:solidFill>
                  <a:schemeClr val="accent1"/>
                </a:solidFill>
              </a:defRPr>
            </a:lvl8pPr>
            <a:lvl9pPr marL="5486263" lvl="8" indent="-457189" algn="ctr">
              <a:spcBef>
                <a:spcPts val="2133"/>
              </a:spcBef>
              <a:spcAft>
                <a:spcPts val="2133"/>
              </a:spcAft>
              <a:buClr>
                <a:schemeClr val="accent1"/>
              </a:buClr>
              <a:buSzPts val="1800"/>
              <a:buChar char="■"/>
              <a:defRPr sz="2400">
                <a:solidFill>
                  <a:schemeClr val="accent1"/>
                </a:solidFill>
              </a:defRPr>
            </a:lvl9pPr>
          </a:lstStyle>
          <a:p>
            <a:pPr lvl="0"/>
            <a:r>
              <a:rPr lang="en-US"/>
              <a:t>Click to edit Master text styles</a:t>
            </a:r>
          </a:p>
        </p:txBody>
      </p:sp>
    </p:spTree>
    <p:extLst>
      <p:ext uri="{BB962C8B-B14F-4D97-AF65-F5344CB8AC3E}">
        <p14:creationId xmlns:p14="http://schemas.microsoft.com/office/powerpoint/2010/main" val="250951361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
        <p:cNvGrpSpPr/>
        <p:nvPr/>
      </p:nvGrpSpPr>
      <p:grpSpPr>
        <a:xfrm>
          <a:off x="0" y="0"/>
          <a:ext cx="0" cy="0"/>
          <a:chOff x="0" y="0"/>
          <a:chExt cx="0" cy="0"/>
        </a:xfrm>
      </p:grpSpPr>
    </p:spTree>
    <p:extLst>
      <p:ext uri="{BB962C8B-B14F-4D97-AF65-F5344CB8AC3E}">
        <p14:creationId xmlns:p14="http://schemas.microsoft.com/office/powerpoint/2010/main" val="3415508528"/>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Bullet Points">
  <p:cSld name="Title + Bullet Points">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1251333" y="593367"/>
            <a:ext cx="7647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43" name="Google Shape;43;p13"/>
          <p:cNvSpPr txBox="1">
            <a:spLocks noGrp="1"/>
          </p:cNvSpPr>
          <p:nvPr>
            <p:ph type="body" idx="1"/>
          </p:nvPr>
        </p:nvSpPr>
        <p:spPr>
          <a:xfrm>
            <a:off x="1251333" y="1661367"/>
            <a:ext cx="9562800" cy="4053200"/>
          </a:xfrm>
          <a:prstGeom prst="rect">
            <a:avLst/>
          </a:prstGeom>
        </p:spPr>
        <p:txBody>
          <a:bodyPr spcFirstLastPara="1" wrap="square" lIns="91425" tIns="91425" rIns="91425" bIns="91425" anchor="t" anchorCtr="0">
            <a:noAutofit/>
          </a:bodyPr>
          <a:lstStyle>
            <a:lvl1pPr marL="609585" lvl="0" indent="-402157" rtl="0">
              <a:spcBef>
                <a:spcPts val="0"/>
              </a:spcBef>
              <a:spcAft>
                <a:spcPts val="0"/>
              </a:spcAft>
              <a:buClr>
                <a:schemeClr val="lt1"/>
              </a:buClr>
              <a:buSzPts val="1150"/>
              <a:buChar char="●"/>
              <a:defRPr sz="1533">
                <a:solidFill>
                  <a:schemeClr val="lt1"/>
                </a:solidFill>
              </a:defRPr>
            </a:lvl1pPr>
            <a:lvl2pPr marL="1219170" lvl="1" indent="-402157" rtl="0">
              <a:spcBef>
                <a:spcPts val="2133"/>
              </a:spcBef>
              <a:spcAft>
                <a:spcPts val="0"/>
              </a:spcAft>
              <a:buClr>
                <a:schemeClr val="lt1"/>
              </a:buClr>
              <a:buSzPts val="1150"/>
              <a:buChar char="○"/>
              <a:defRPr sz="1533">
                <a:solidFill>
                  <a:schemeClr val="lt1"/>
                </a:solidFill>
              </a:defRPr>
            </a:lvl2pPr>
            <a:lvl3pPr marL="1828754" lvl="2" indent="-402157" rtl="0">
              <a:spcBef>
                <a:spcPts val="2133"/>
              </a:spcBef>
              <a:spcAft>
                <a:spcPts val="0"/>
              </a:spcAft>
              <a:buClr>
                <a:schemeClr val="lt1"/>
              </a:buClr>
              <a:buSzPts val="1150"/>
              <a:buChar char="■"/>
              <a:defRPr sz="1533">
                <a:solidFill>
                  <a:schemeClr val="lt1"/>
                </a:solidFill>
              </a:defRPr>
            </a:lvl3pPr>
            <a:lvl4pPr marL="2438339" lvl="3" indent="-402157" rtl="0">
              <a:spcBef>
                <a:spcPts val="2133"/>
              </a:spcBef>
              <a:spcAft>
                <a:spcPts val="0"/>
              </a:spcAft>
              <a:buClr>
                <a:schemeClr val="lt1"/>
              </a:buClr>
              <a:buSzPts val="1150"/>
              <a:buChar char="●"/>
              <a:defRPr sz="1533">
                <a:solidFill>
                  <a:schemeClr val="lt1"/>
                </a:solidFill>
              </a:defRPr>
            </a:lvl4pPr>
            <a:lvl5pPr marL="3047924" lvl="4" indent="-402157" rtl="0">
              <a:spcBef>
                <a:spcPts val="2133"/>
              </a:spcBef>
              <a:spcAft>
                <a:spcPts val="0"/>
              </a:spcAft>
              <a:buClr>
                <a:schemeClr val="lt1"/>
              </a:buClr>
              <a:buSzPts val="1150"/>
              <a:buChar char="○"/>
              <a:defRPr sz="1533">
                <a:solidFill>
                  <a:schemeClr val="lt1"/>
                </a:solidFill>
              </a:defRPr>
            </a:lvl5pPr>
            <a:lvl6pPr marL="3657509" lvl="5" indent="-402157" rtl="0">
              <a:spcBef>
                <a:spcPts val="2133"/>
              </a:spcBef>
              <a:spcAft>
                <a:spcPts val="0"/>
              </a:spcAft>
              <a:buClr>
                <a:schemeClr val="lt1"/>
              </a:buClr>
              <a:buSzPts val="1150"/>
              <a:buChar char="■"/>
              <a:defRPr sz="1533">
                <a:solidFill>
                  <a:schemeClr val="lt1"/>
                </a:solidFill>
              </a:defRPr>
            </a:lvl6pPr>
            <a:lvl7pPr marL="4267093" lvl="6" indent="-402157" rtl="0">
              <a:spcBef>
                <a:spcPts val="2133"/>
              </a:spcBef>
              <a:spcAft>
                <a:spcPts val="0"/>
              </a:spcAft>
              <a:buClr>
                <a:schemeClr val="lt1"/>
              </a:buClr>
              <a:buSzPts val="1150"/>
              <a:buChar char="●"/>
              <a:defRPr sz="1533">
                <a:solidFill>
                  <a:schemeClr val="lt1"/>
                </a:solidFill>
              </a:defRPr>
            </a:lvl7pPr>
            <a:lvl8pPr marL="4876678" lvl="7" indent="-402157" rtl="0">
              <a:spcBef>
                <a:spcPts val="2133"/>
              </a:spcBef>
              <a:spcAft>
                <a:spcPts val="0"/>
              </a:spcAft>
              <a:buClr>
                <a:schemeClr val="lt1"/>
              </a:buClr>
              <a:buSzPts val="1150"/>
              <a:buChar char="○"/>
              <a:defRPr sz="1533">
                <a:solidFill>
                  <a:schemeClr val="lt1"/>
                </a:solidFill>
              </a:defRPr>
            </a:lvl8pPr>
            <a:lvl9pPr marL="5486263" lvl="8" indent="-402157" rtl="0">
              <a:spcBef>
                <a:spcPts val="2133"/>
              </a:spcBef>
              <a:spcAft>
                <a:spcPts val="2133"/>
              </a:spcAft>
              <a:buClr>
                <a:schemeClr val="lt1"/>
              </a:buClr>
              <a:buSzPts val="1150"/>
              <a:buChar char="■"/>
              <a:defRPr sz="1533">
                <a:solidFill>
                  <a:schemeClr val="lt1"/>
                </a:solidFill>
              </a:defRPr>
            </a:lvl9pPr>
          </a:lstStyle>
          <a:p>
            <a:pPr lvl="0"/>
            <a:r>
              <a:rPr lang="en-US"/>
              <a:t>Click to edit Master text styles</a:t>
            </a:r>
          </a:p>
        </p:txBody>
      </p:sp>
    </p:spTree>
    <p:extLst>
      <p:ext uri="{BB962C8B-B14F-4D97-AF65-F5344CB8AC3E}">
        <p14:creationId xmlns:p14="http://schemas.microsoft.com/office/powerpoint/2010/main" val="293529950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4"/>
          <p:cNvSpPr txBox="1">
            <a:spLocks noGrp="1"/>
          </p:cNvSpPr>
          <p:nvPr>
            <p:ph type="title"/>
          </p:nvPr>
        </p:nvSpPr>
        <p:spPr>
          <a:xfrm>
            <a:off x="4717996" y="34874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46" name="Google Shape;46;p14"/>
          <p:cNvSpPr txBox="1">
            <a:spLocks noGrp="1"/>
          </p:cNvSpPr>
          <p:nvPr>
            <p:ph type="subTitle" idx="1"/>
          </p:nvPr>
        </p:nvSpPr>
        <p:spPr>
          <a:xfrm>
            <a:off x="4717996" y="41974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47" name="Google Shape;47;p14"/>
          <p:cNvSpPr txBox="1">
            <a:spLocks noGrp="1"/>
          </p:cNvSpPr>
          <p:nvPr>
            <p:ph type="title" idx="2"/>
          </p:nvPr>
        </p:nvSpPr>
        <p:spPr>
          <a:xfrm>
            <a:off x="8038071" y="34874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48" name="Google Shape;48;p14"/>
          <p:cNvSpPr txBox="1">
            <a:spLocks noGrp="1"/>
          </p:cNvSpPr>
          <p:nvPr>
            <p:ph type="subTitle" idx="3"/>
          </p:nvPr>
        </p:nvSpPr>
        <p:spPr>
          <a:xfrm>
            <a:off x="8038071" y="41974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49" name="Google Shape;49;p14"/>
          <p:cNvSpPr txBox="1">
            <a:spLocks noGrp="1"/>
          </p:cNvSpPr>
          <p:nvPr>
            <p:ph type="title" idx="4"/>
          </p:nvPr>
        </p:nvSpPr>
        <p:spPr>
          <a:xfrm>
            <a:off x="1397929" y="34874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50" name="Google Shape;50;p14"/>
          <p:cNvSpPr txBox="1">
            <a:spLocks noGrp="1"/>
          </p:cNvSpPr>
          <p:nvPr>
            <p:ph type="subTitle" idx="5"/>
          </p:nvPr>
        </p:nvSpPr>
        <p:spPr>
          <a:xfrm>
            <a:off x="1397929" y="41974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51" name="Google Shape;51;p14"/>
          <p:cNvSpPr txBox="1">
            <a:spLocks noGrp="1"/>
          </p:cNvSpPr>
          <p:nvPr>
            <p:ph type="title" idx="6" hasCustomPrompt="1"/>
          </p:nvPr>
        </p:nvSpPr>
        <p:spPr>
          <a:xfrm>
            <a:off x="1397933" y="2360933"/>
            <a:ext cx="27560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4800">
                <a:solidFill>
                  <a:schemeClr val="lt2"/>
                </a:solidFill>
              </a:defRPr>
            </a:lvl1pPr>
            <a:lvl2pPr lvl="1" algn="ctr" rtl="0">
              <a:spcBef>
                <a:spcPts val="0"/>
              </a:spcBef>
              <a:spcAft>
                <a:spcPts val="0"/>
              </a:spcAft>
              <a:buClr>
                <a:schemeClr val="lt2"/>
              </a:buClr>
              <a:buSzPts val="3600"/>
              <a:buNone/>
              <a:defRPr sz="4800">
                <a:solidFill>
                  <a:schemeClr val="lt2"/>
                </a:solidFill>
              </a:defRPr>
            </a:lvl2pPr>
            <a:lvl3pPr lvl="2" algn="ctr" rtl="0">
              <a:spcBef>
                <a:spcPts val="0"/>
              </a:spcBef>
              <a:spcAft>
                <a:spcPts val="0"/>
              </a:spcAft>
              <a:buClr>
                <a:schemeClr val="lt2"/>
              </a:buClr>
              <a:buSzPts val="3600"/>
              <a:buNone/>
              <a:defRPr sz="4800">
                <a:solidFill>
                  <a:schemeClr val="lt2"/>
                </a:solidFill>
              </a:defRPr>
            </a:lvl3pPr>
            <a:lvl4pPr lvl="3" algn="ctr" rtl="0">
              <a:spcBef>
                <a:spcPts val="0"/>
              </a:spcBef>
              <a:spcAft>
                <a:spcPts val="0"/>
              </a:spcAft>
              <a:buClr>
                <a:schemeClr val="lt2"/>
              </a:buClr>
              <a:buSzPts val="3600"/>
              <a:buNone/>
              <a:defRPr sz="4800">
                <a:solidFill>
                  <a:schemeClr val="lt2"/>
                </a:solidFill>
              </a:defRPr>
            </a:lvl4pPr>
            <a:lvl5pPr lvl="4" algn="ctr" rtl="0">
              <a:spcBef>
                <a:spcPts val="0"/>
              </a:spcBef>
              <a:spcAft>
                <a:spcPts val="0"/>
              </a:spcAft>
              <a:buClr>
                <a:schemeClr val="lt2"/>
              </a:buClr>
              <a:buSzPts val="3600"/>
              <a:buNone/>
              <a:defRPr sz="4800">
                <a:solidFill>
                  <a:schemeClr val="lt2"/>
                </a:solidFill>
              </a:defRPr>
            </a:lvl5pPr>
            <a:lvl6pPr lvl="5" algn="ctr" rtl="0">
              <a:spcBef>
                <a:spcPts val="0"/>
              </a:spcBef>
              <a:spcAft>
                <a:spcPts val="0"/>
              </a:spcAft>
              <a:buClr>
                <a:schemeClr val="lt2"/>
              </a:buClr>
              <a:buSzPts val="3600"/>
              <a:buNone/>
              <a:defRPr sz="4800">
                <a:solidFill>
                  <a:schemeClr val="lt2"/>
                </a:solidFill>
              </a:defRPr>
            </a:lvl6pPr>
            <a:lvl7pPr lvl="6" algn="ctr" rtl="0">
              <a:spcBef>
                <a:spcPts val="0"/>
              </a:spcBef>
              <a:spcAft>
                <a:spcPts val="0"/>
              </a:spcAft>
              <a:buClr>
                <a:schemeClr val="lt2"/>
              </a:buClr>
              <a:buSzPts val="3600"/>
              <a:buNone/>
              <a:defRPr sz="4800">
                <a:solidFill>
                  <a:schemeClr val="lt2"/>
                </a:solidFill>
              </a:defRPr>
            </a:lvl7pPr>
            <a:lvl8pPr lvl="7" algn="ctr" rtl="0">
              <a:spcBef>
                <a:spcPts val="0"/>
              </a:spcBef>
              <a:spcAft>
                <a:spcPts val="0"/>
              </a:spcAft>
              <a:buClr>
                <a:schemeClr val="lt2"/>
              </a:buClr>
              <a:buSzPts val="3600"/>
              <a:buNone/>
              <a:defRPr sz="4800">
                <a:solidFill>
                  <a:schemeClr val="lt2"/>
                </a:solidFill>
              </a:defRPr>
            </a:lvl8pPr>
            <a:lvl9pPr lvl="8" algn="ctr" rtl="0">
              <a:spcBef>
                <a:spcPts val="0"/>
              </a:spcBef>
              <a:spcAft>
                <a:spcPts val="0"/>
              </a:spcAft>
              <a:buClr>
                <a:schemeClr val="lt2"/>
              </a:buClr>
              <a:buSzPts val="3600"/>
              <a:buNone/>
              <a:defRPr sz="4800">
                <a:solidFill>
                  <a:schemeClr val="lt2"/>
                </a:solidFill>
              </a:defRPr>
            </a:lvl9pPr>
          </a:lstStyle>
          <a:p>
            <a:r>
              <a:t>xx%</a:t>
            </a:r>
          </a:p>
        </p:txBody>
      </p:sp>
      <p:sp>
        <p:nvSpPr>
          <p:cNvPr id="52" name="Google Shape;52;p14"/>
          <p:cNvSpPr txBox="1">
            <a:spLocks noGrp="1"/>
          </p:cNvSpPr>
          <p:nvPr>
            <p:ph type="title" idx="7" hasCustomPrompt="1"/>
          </p:nvPr>
        </p:nvSpPr>
        <p:spPr>
          <a:xfrm>
            <a:off x="4718000" y="2360933"/>
            <a:ext cx="27560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4800">
                <a:solidFill>
                  <a:schemeClr val="lt2"/>
                </a:solidFill>
              </a:defRPr>
            </a:lvl1pPr>
            <a:lvl2pPr lvl="1" algn="ctr" rtl="0">
              <a:spcBef>
                <a:spcPts val="0"/>
              </a:spcBef>
              <a:spcAft>
                <a:spcPts val="0"/>
              </a:spcAft>
              <a:buClr>
                <a:schemeClr val="lt2"/>
              </a:buClr>
              <a:buSzPts val="3600"/>
              <a:buNone/>
              <a:defRPr sz="4800">
                <a:solidFill>
                  <a:schemeClr val="lt2"/>
                </a:solidFill>
              </a:defRPr>
            </a:lvl2pPr>
            <a:lvl3pPr lvl="2" algn="ctr" rtl="0">
              <a:spcBef>
                <a:spcPts val="0"/>
              </a:spcBef>
              <a:spcAft>
                <a:spcPts val="0"/>
              </a:spcAft>
              <a:buClr>
                <a:schemeClr val="lt2"/>
              </a:buClr>
              <a:buSzPts val="3600"/>
              <a:buNone/>
              <a:defRPr sz="4800">
                <a:solidFill>
                  <a:schemeClr val="lt2"/>
                </a:solidFill>
              </a:defRPr>
            </a:lvl3pPr>
            <a:lvl4pPr lvl="3" algn="ctr" rtl="0">
              <a:spcBef>
                <a:spcPts val="0"/>
              </a:spcBef>
              <a:spcAft>
                <a:spcPts val="0"/>
              </a:spcAft>
              <a:buClr>
                <a:schemeClr val="lt2"/>
              </a:buClr>
              <a:buSzPts val="3600"/>
              <a:buNone/>
              <a:defRPr sz="4800">
                <a:solidFill>
                  <a:schemeClr val="lt2"/>
                </a:solidFill>
              </a:defRPr>
            </a:lvl4pPr>
            <a:lvl5pPr lvl="4" algn="ctr" rtl="0">
              <a:spcBef>
                <a:spcPts val="0"/>
              </a:spcBef>
              <a:spcAft>
                <a:spcPts val="0"/>
              </a:spcAft>
              <a:buClr>
                <a:schemeClr val="lt2"/>
              </a:buClr>
              <a:buSzPts val="3600"/>
              <a:buNone/>
              <a:defRPr sz="4800">
                <a:solidFill>
                  <a:schemeClr val="lt2"/>
                </a:solidFill>
              </a:defRPr>
            </a:lvl5pPr>
            <a:lvl6pPr lvl="5" algn="ctr" rtl="0">
              <a:spcBef>
                <a:spcPts val="0"/>
              </a:spcBef>
              <a:spcAft>
                <a:spcPts val="0"/>
              </a:spcAft>
              <a:buClr>
                <a:schemeClr val="lt2"/>
              </a:buClr>
              <a:buSzPts val="3600"/>
              <a:buNone/>
              <a:defRPr sz="4800">
                <a:solidFill>
                  <a:schemeClr val="lt2"/>
                </a:solidFill>
              </a:defRPr>
            </a:lvl6pPr>
            <a:lvl7pPr lvl="6" algn="ctr" rtl="0">
              <a:spcBef>
                <a:spcPts val="0"/>
              </a:spcBef>
              <a:spcAft>
                <a:spcPts val="0"/>
              </a:spcAft>
              <a:buClr>
                <a:schemeClr val="lt2"/>
              </a:buClr>
              <a:buSzPts val="3600"/>
              <a:buNone/>
              <a:defRPr sz="4800">
                <a:solidFill>
                  <a:schemeClr val="lt2"/>
                </a:solidFill>
              </a:defRPr>
            </a:lvl7pPr>
            <a:lvl8pPr lvl="7" algn="ctr" rtl="0">
              <a:spcBef>
                <a:spcPts val="0"/>
              </a:spcBef>
              <a:spcAft>
                <a:spcPts val="0"/>
              </a:spcAft>
              <a:buClr>
                <a:schemeClr val="lt2"/>
              </a:buClr>
              <a:buSzPts val="3600"/>
              <a:buNone/>
              <a:defRPr sz="4800">
                <a:solidFill>
                  <a:schemeClr val="lt2"/>
                </a:solidFill>
              </a:defRPr>
            </a:lvl8pPr>
            <a:lvl9pPr lvl="8" algn="ctr" rtl="0">
              <a:spcBef>
                <a:spcPts val="0"/>
              </a:spcBef>
              <a:spcAft>
                <a:spcPts val="0"/>
              </a:spcAft>
              <a:buClr>
                <a:schemeClr val="lt2"/>
              </a:buClr>
              <a:buSzPts val="3600"/>
              <a:buNone/>
              <a:defRPr sz="4800">
                <a:solidFill>
                  <a:schemeClr val="lt2"/>
                </a:solidFill>
              </a:defRPr>
            </a:lvl9pPr>
          </a:lstStyle>
          <a:p>
            <a:r>
              <a:t>xx%</a:t>
            </a:r>
          </a:p>
        </p:txBody>
      </p:sp>
      <p:sp>
        <p:nvSpPr>
          <p:cNvPr id="53" name="Google Shape;53;p14"/>
          <p:cNvSpPr txBox="1">
            <a:spLocks noGrp="1"/>
          </p:cNvSpPr>
          <p:nvPr>
            <p:ph type="title" idx="8" hasCustomPrompt="1"/>
          </p:nvPr>
        </p:nvSpPr>
        <p:spPr>
          <a:xfrm>
            <a:off x="8038067" y="2360933"/>
            <a:ext cx="27560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4800">
                <a:solidFill>
                  <a:schemeClr val="lt2"/>
                </a:solidFill>
              </a:defRPr>
            </a:lvl1pPr>
            <a:lvl2pPr lvl="1" algn="ctr" rtl="0">
              <a:spcBef>
                <a:spcPts val="0"/>
              </a:spcBef>
              <a:spcAft>
                <a:spcPts val="0"/>
              </a:spcAft>
              <a:buClr>
                <a:schemeClr val="lt2"/>
              </a:buClr>
              <a:buSzPts val="3600"/>
              <a:buNone/>
              <a:defRPr sz="4800">
                <a:solidFill>
                  <a:schemeClr val="lt2"/>
                </a:solidFill>
              </a:defRPr>
            </a:lvl2pPr>
            <a:lvl3pPr lvl="2" algn="ctr" rtl="0">
              <a:spcBef>
                <a:spcPts val="0"/>
              </a:spcBef>
              <a:spcAft>
                <a:spcPts val="0"/>
              </a:spcAft>
              <a:buClr>
                <a:schemeClr val="lt2"/>
              </a:buClr>
              <a:buSzPts val="3600"/>
              <a:buNone/>
              <a:defRPr sz="4800">
                <a:solidFill>
                  <a:schemeClr val="lt2"/>
                </a:solidFill>
              </a:defRPr>
            </a:lvl3pPr>
            <a:lvl4pPr lvl="3" algn="ctr" rtl="0">
              <a:spcBef>
                <a:spcPts val="0"/>
              </a:spcBef>
              <a:spcAft>
                <a:spcPts val="0"/>
              </a:spcAft>
              <a:buClr>
                <a:schemeClr val="lt2"/>
              </a:buClr>
              <a:buSzPts val="3600"/>
              <a:buNone/>
              <a:defRPr sz="4800">
                <a:solidFill>
                  <a:schemeClr val="lt2"/>
                </a:solidFill>
              </a:defRPr>
            </a:lvl4pPr>
            <a:lvl5pPr lvl="4" algn="ctr" rtl="0">
              <a:spcBef>
                <a:spcPts val="0"/>
              </a:spcBef>
              <a:spcAft>
                <a:spcPts val="0"/>
              </a:spcAft>
              <a:buClr>
                <a:schemeClr val="lt2"/>
              </a:buClr>
              <a:buSzPts val="3600"/>
              <a:buNone/>
              <a:defRPr sz="4800">
                <a:solidFill>
                  <a:schemeClr val="lt2"/>
                </a:solidFill>
              </a:defRPr>
            </a:lvl5pPr>
            <a:lvl6pPr lvl="5" algn="ctr" rtl="0">
              <a:spcBef>
                <a:spcPts val="0"/>
              </a:spcBef>
              <a:spcAft>
                <a:spcPts val="0"/>
              </a:spcAft>
              <a:buClr>
                <a:schemeClr val="lt2"/>
              </a:buClr>
              <a:buSzPts val="3600"/>
              <a:buNone/>
              <a:defRPr sz="4800">
                <a:solidFill>
                  <a:schemeClr val="lt2"/>
                </a:solidFill>
              </a:defRPr>
            </a:lvl6pPr>
            <a:lvl7pPr lvl="6" algn="ctr" rtl="0">
              <a:spcBef>
                <a:spcPts val="0"/>
              </a:spcBef>
              <a:spcAft>
                <a:spcPts val="0"/>
              </a:spcAft>
              <a:buClr>
                <a:schemeClr val="lt2"/>
              </a:buClr>
              <a:buSzPts val="3600"/>
              <a:buNone/>
              <a:defRPr sz="4800">
                <a:solidFill>
                  <a:schemeClr val="lt2"/>
                </a:solidFill>
              </a:defRPr>
            </a:lvl7pPr>
            <a:lvl8pPr lvl="7" algn="ctr" rtl="0">
              <a:spcBef>
                <a:spcPts val="0"/>
              </a:spcBef>
              <a:spcAft>
                <a:spcPts val="0"/>
              </a:spcAft>
              <a:buClr>
                <a:schemeClr val="lt2"/>
              </a:buClr>
              <a:buSzPts val="3600"/>
              <a:buNone/>
              <a:defRPr sz="4800">
                <a:solidFill>
                  <a:schemeClr val="lt2"/>
                </a:solidFill>
              </a:defRPr>
            </a:lvl8pPr>
            <a:lvl9pPr lvl="8" algn="ctr" rtl="0">
              <a:spcBef>
                <a:spcPts val="0"/>
              </a:spcBef>
              <a:spcAft>
                <a:spcPts val="0"/>
              </a:spcAft>
              <a:buClr>
                <a:schemeClr val="lt2"/>
              </a:buClr>
              <a:buSzPts val="3600"/>
              <a:buNone/>
              <a:defRPr sz="4800">
                <a:solidFill>
                  <a:schemeClr val="lt2"/>
                </a:solidFill>
              </a:defRPr>
            </a:lvl9pPr>
          </a:lstStyle>
          <a:p>
            <a:r>
              <a:t>xx%</a:t>
            </a:r>
          </a:p>
        </p:txBody>
      </p:sp>
    </p:spTree>
    <p:extLst>
      <p:ext uri="{BB962C8B-B14F-4D97-AF65-F5344CB8AC3E}">
        <p14:creationId xmlns:p14="http://schemas.microsoft.com/office/powerpoint/2010/main" val="265772624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g Text">
  <p:cSld name="Big Text">
    <p:bg>
      <p:bgPr>
        <a:blipFill>
          <a:blip r:embed="rId2">
            <a:alphaModFix/>
          </a:blip>
          <a:stretch>
            <a:fillRect/>
          </a:stretch>
        </a:blipFill>
        <a:effectLst/>
      </p:bgPr>
    </p:bg>
    <p:spTree>
      <p:nvGrpSpPr>
        <p:cNvPr id="1" name="Shape 54"/>
        <p:cNvGrpSpPr/>
        <p:nvPr/>
      </p:nvGrpSpPr>
      <p:grpSpPr>
        <a:xfrm>
          <a:off x="0" y="0"/>
          <a:ext cx="0" cy="0"/>
          <a:chOff x="0" y="0"/>
          <a:chExt cx="0" cy="0"/>
        </a:xfrm>
      </p:grpSpPr>
      <p:sp>
        <p:nvSpPr>
          <p:cNvPr id="55" name="Google Shape;55;p15"/>
          <p:cNvSpPr txBox="1">
            <a:spLocks noGrp="1"/>
          </p:cNvSpPr>
          <p:nvPr>
            <p:ph type="ctrTitle"/>
          </p:nvPr>
        </p:nvSpPr>
        <p:spPr>
          <a:xfrm>
            <a:off x="5714000" y="3777167"/>
            <a:ext cx="4876400" cy="859600"/>
          </a:xfrm>
          <a:prstGeom prst="rect">
            <a:avLst/>
          </a:prstGeom>
          <a:effectLst>
            <a:outerShdw blurRad="57150" dist="19050" dir="5400000" algn="bl" rotWithShape="0">
              <a:srgbClr val="76A5AF">
                <a:alpha val="88000"/>
              </a:srgbClr>
            </a:outerShdw>
          </a:effectLst>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8000" b="1">
                <a:solidFill>
                  <a:schemeClr val="lt1"/>
                </a:solidFill>
              </a:defRPr>
            </a:lvl1pPr>
            <a:lvl2pPr lvl="1" algn="ctr" rtl="0">
              <a:spcBef>
                <a:spcPts val="0"/>
              </a:spcBef>
              <a:spcAft>
                <a:spcPts val="0"/>
              </a:spcAft>
              <a:buClr>
                <a:schemeClr val="lt1"/>
              </a:buClr>
              <a:buSzPts val="3600"/>
              <a:buNone/>
              <a:defRPr sz="4800" b="1">
                <a:solidFill>
                  <a:schemeClr val="lt1"/>
                </a:solidFill>
              </a:defRPr>
            </a:lvl2pPr>
            <a:lvl3pPr lvl="2" algn="ctr" rtl="0">
              <a:spcBef>
                <a:spcPts val="0"/>
              </a:spcBef>
              <a:spcAft>
                <a:spcPts val="0"/>
              </a:spcAft>
              <a:buClr>
                <a:schemeClr val="lt1"/>
              </a:buClr>
              <a:buSzPts val="3600"/>
              <a:buNone/>
              <a:defRPr sz="4800" b="1">
                <a:solidFill>
                  <a:schemeClr val="lt1"/>
                </a:solidFill>
              </a:defRPr>
            </a:lvl3pPr>
            <a:lvl4pPr lvl="3" algn="ctr" rtl="0">
              <a:spcBef>
                <a:spcPts val="0"/>
              </a:spcBef>
              <a:spcAft>
                <a:spcPts val="0"/>
              </a:spcAft>
              <a:buClr>
                <a:schemeClr val="lt1"/>
              </a:buClr>
              <a:buSzPts val="3600"/>
              <a:buNone/>
              <a:defRPr sz="4800" b="1">
                <a:solidFill>
                  <a:schemeClr val="lt1"/>
                </a:solidFill>
              </a:defRPr>
            </a:lvl4pPr>
            <a:lvl5pPr lvl="4" algn="ctr" rtl="0">
              <a:spcBef>
                <a:spcPts val="0"/>
              </a:spcBef>
              <a:spcAft>
                <a:spcPts val="0"/>
              </a:spcAft>
              <a:buClr>
                <a:schemeClr val="lt1"/>
              </a:buClr>
              <a:buSzPts val="3600"/>
              <a:buNone/>
              <a:defRPr sz="4800" b="1">
                <a:solidFill>
                  <a:schemeClr val="lt1"/>
                </a:solidFill>
              </a:defRPr>
            </a:lvl5pPr>
            <a:lvl6pPr lvl="5" algn="ctr" rtl="0">
              <a:spcBef>
                <a:spcPts val="0"/>
              </a:spcBef>
              <a:spcAft>
                <a:spcPts val="0"/>
              </a:spcAft>
              <a:buClr>
                <a:schemeClr val="lt1"/>
              </a:buClr>
              <a:buSzPts val="3600"/>
              <a:buNone/>
              <a:defRPr sz="4800" b="1">
                <a:solidFill>
                  <a:schemeClr val="lt1"/>
                </a:solidFill>
              </a:defRPr>
            </a:lvl6pPr>
            <a:lvl7pPr lvl="6" algn="ctr" rtl="0">
              <a:spcBef>
                <a:spcPts val="0"/>
              </a:spcBef>
              <a:spcAft>
                <a:spcPts val="0"/>
              </a:spcAft>
              <a:buClr>
                <a:schemeClr val="lt1"/>
              </a:buClr>
              <a:buSzPts val="3600"/>
              <a:buNone/>
              <a:defRPr sz="4800" b="1">
                <a:solidFill>
                  <a:schemeClr val="lt1"/>
                </a:solidFill>
              </a:defRPr>
            </a:lvl7pPr>
            <a:lvl8pPr lvl="7" algn="ctr" rtl="0">
              <a:spcBef>
                <a:spcPts val="0"/>
              </a:spcBef>
              <a:spcAft>
                <a:spcPts val="0"/>
              </a:spcAft>
              <a:buClr>
                <a:schemeClr val="lt1"/>
              </a:buClr>
              <a:buSzPts val="3600"/>
              <a:buNone/>
              <a:defRPr sz="4800" b="1">
                <a:solidFill>
                  <a:schemeClr val="lt1"/>
                </a:solidFill>
              </a:defRPr>
            </a:lvl8pPr>
            <a:lvl9pPr lvl="8" algn="ctr" rtl="0">
              <a:spcBef>
                <a:spcPts val="0"/>
              </a:spcBef>
              <a:spcAft>
                <a:spcPts val="0"/>
              </a:spcAft>
              <a:buClr>
                <a:schemeClr val="lt1"/>
              </a:buClr>
              <a:buSzPts val="3600"/>
              <a:buNone/>
              <a:defRPr sz="4800" b="1">
                <a:solidFill>
                  <a:schemeClr val="lt1"/>
                </a:solidFill>
              </a:defRPr>
            </a:lvl9pPr>
          </a:lstStyle>
          <a:p>
            <a:r>
              <a:rPr lang="en-US"/>
              <a:t>Click to edit Master title style</a:t>
            </a:r>
            <a:endParaRPr/>
          </a:p>
        </p:txBody>
      </p:sp>
      <p:sp>
        <p:nvSpPr>
          <p:cNvPr id="56" name="Google Shape;56;p15"/>
          <p:cNvSpPr txBox="1">
            <a:spLocks noGrp="1"/>
          </p:cNvSpPr>
          <p:nvPr>
            <p:ph type="subTitle" idx="1"/>
          </p:nvPr>
        </p:nvSpPr>
        <p:spPr>
          <a:xfrm>
            <a:off x="5525400" y="4733133"/>
            <a:ext cx="5253600" cy="61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r>
              <a:rPr lang="en-US"/>
              <a:t>Click to edit Master subtitle style</a:t>
            </a:r>
            <a:endParaRPr/>
          </a:p>
        </p:txBody>
      </p:sp>
    </p:spTree>
    <p:extLst>
      <p:ext uri="{BB962C8B-B14F-4D97-AF65-F5344CB8AC3E}">
        <p14:creationId xmlns:p14="http://schemas.microsoft.com/office/powerpoint/2010/main" val="2868054209"/>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57"/>
        <p:cNvGrpSpPr/>
        <p:nvPr/>
      </p:nvGrpSpPr>
      <p:grpSpPr>
        <a:xfrm>
          <a:off x="0" y="0"/>
          <a:ext cx="0" cy="0"/>
          <a:chOff x="0" y="0"/>
          <a:chExt cx="0" cy="0"/>
        </a:xfrm>
      </p:grpSpPr>
      <p:sp>
        <p:nvSpPr>
          <p:cNvPr id="58" name="Google Shape;58;p16"/>
          <p:cNvSpPr txBox="1">
            <a:spLocks noGrp="1"/>
          </p:cNvSpPr>
          <p:nvPr>
            <p:ph type="ctrTitle"/>
          </p:nvPr>
        </p:nvSpPr>
        <p:spPr>
          <a:xfrm>
            <a:off x="2467367" y="1543900"/>
            <a:ext cx="7257200" cy="3470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3000"/>
              <a:buNone/>
              <a:defRPr sz="4000" b="1">
                <a:solidFill>
                  <a:schemeClr val="lt1"/>
                </a:solidFill>
              </a:defRPr>
            </a:lvl1pPr>
            <a:lvl2pPr lvl="1" algn="ctr" rtl="0">
              <a:spcBef>
                <a:spcPts val="0"/>
              </a:spcBef>
              <a:spcAft>
                <a:spcPts val="0"/>
              </a:spcAft>
              <a:buClr>
                <a:schemeClr val="lt1"/>
              </a:buClr>
              <a:buSzPts val="3000"/>
              <a:buNone/>
              <a:defRPr sz="4000" b="1">
                <a:solidFill>
                  <a:schemeClr val="lt1"/>
                </a:solidFill>
              </a:defRPr>
            </a:lvl2pPr>
            <a:lvl3pPr lvl="2" algn="ctr" rtl="0">
              <a:spcBef>
                <a:spcPts val="0"/>
              </a:spcBef>
              <a:spcAft>
                <a:spcPts val="0"/>
              </a:spcAft>
              <a:buClr>
                <a:schemeClr val="lt1"/>
              </a:buClr>
              <a:buSzPts val="3000"/>
              <a:buNone/>
              <a:defRPr sz="4000" b="1">
                <a:solidFill>
                  <a:schemeClr val="lt1"/>
                </a:solidFill>
              </a:defRPr>
            </a:lvl3pPr>
            <a:lvl4pPr lvl="3" algn="ctr" rtl="0">
              <a:spcBef>
                <a:spcPts val="0"/>
              </a:spcBef>
              <a:spcAft>
                <a:spcPts val="0"/>
              </a:spcAft>
              <a:buClr>
                <a:schemeClr val="lt1"/>
              </a:buClr>
              <a:buSzPts val="3000"/>
              <a:buNone/>
              <a:defRPr sz="4000" b="1">
                <a:solidFill>
                  <a:schemeClr val="lt1"/>
                </a:solidFill>
              </a:defRPr>
            </a:lvl4pPr>
            <a:lvl5pPr lvl="4" algn="ctr" rtl="0">
              <a:spcBef>
                <a:spcPts val="0"/>
              </a:spcBef>
              <a:spcAft>
                <a:spcPts val="0"/>
              </a:spcAft>
              <a:buClr>
                <a:schemeClr val="lt1"/>
              </a:buClr>
              <a:buSzPts val="3000"/>
              <a:buNone/>
              <a:defRPr sz="4000" b="1">
                <a:solidFill>
                  <a:schemeClr val="lt1"/>
                </a:solidFill>
              </a:defRPr>
            </a:lvl5pPr>
            <a:lvl6pPr lvl="5" algn="ctr" rtl="0">
              <a:spcBef>
                <a:spcPts val="0"/>
              </a:spcBef>
              <a:spcAft>
                <a:spcPts val="0"/>
              </a:spcAft>
              <a:buClr>
                <a:schemeClr val="lt1"/>
              </a:buClr>
              <a:buSzPts val="3000"/>
              <a:buNone/>
              <a:defRPr sz="4000" b="1">
                <a:solidFill>
                  <a:schemeClr val="lt1"/>
                </a:solidFill>
              </a:defRPr>
            </a:lvl6pPr>
            <a:lvl7pPr lvl="6" algn="ctr" rtl="0">
              <a:spcBef>
                <a:spcPts val="0"/>
              </a:spcBef>
              <a:spcAft>
                <a:spcPts val="0"/>
              </a:spcAft>
              <a:buClr>
                <a:schemeClr val="lt1"/>
              </a:buClr>
              <a:buSzPts val="3000"/>
              <a:buNone/>
              <a:defRPr sz="4000" b="1">
                <a:solidFill>
                  <a:schemeClr val="lt1"/>
                </a:solidFill>
              </a:defRPr>
            </a:lvl7pPr>
            <a:lvl8pPr lvl="7" algn="ctr" rtl="0">
              <a:spcBef>
                <a:spcPts val="0"/>
              </a:spcBef>
              <a:spcAft>
                <a:spcPts val="0"/>
              </a:spcAft>
              <a:buClr>
                <a:schemeClr val="lt1"/>
              </a:buClr>
              <a:buSzPts val="3000"/>
              <a:buNone/>
              <a:defRPr sz="4000" b="1">
                <a:solidFill>
                  <a:schemeClr val="lt1"/>
                </a:solidFill>
              </a:defRPr>
            </a:lvl8pPr>
            <a:lvl9pPr lvl="8" algn="ctr" rtl="0">
              <a:spcBef>
                <a:spcPts val="0"/>
              </a:spcBef>
              <a:spcAft>
                <a:spcPts val="0"/>
              </a:spcAft>
              <a:buClr>
                <a:schemeClr val="lt1"/>
              </a:buClr>
              <a:buSzPts val="3000"/>
              <a:buNone/>
              <a:defRPr sz="4000" b="1">
                <a:solidFill>
                  <a:schemeClr val="lt1"/>
                </a:solidFill>
              </a:defRPr>
            </a:lvl9pPr>
          </a:lstStyle>
          <a:p>
            <a:r>
              <a:rPr lang="en-US"/>
              <a:t>Click to edit Master title style</a:t>
            </a:r>
            <a:endParaRPr/>
          </a:p>
        </p:txBody>
      </p:sp>
      <p:sp>
        <p:nvSpPr>
          <p:cNvPr id="59" name="Google Shape;59;p16"/>
          <p:cNvSpPr txBox="1">
            <a:spLocks noGrp="1"/>
          </p:cNvSpPr>
          <p:nvPr>
            <p:ph type="subTitle" idx="1"/>
          </p:nvPr>
        </p:nvSpPr>
        <p:spPr>
          <a:xfrm>
            <a:off x="3309200" y="5260800"/>
            <a:ext cx="5573600" cy="61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1800"/>
              <a:buNone/>
              <a:defRPr sz="2400">
                <a:solidFill>
                  <a:schemeClr val="accent1"/>
                </a:solidFill>
              </a:defRPr>
            </a:lvl2pPr>
            <a:lvl3pPr lvl="2" algn="ctr" rtl="0">
              <a:lnSpc>
                <a:spcPct val="100000"/>
              </a:lnSpc>
              <a:spcBef>
                <a:spcPts val="0"/>
              </a:spcBef>
              <a:spcAft>
                <a:spcPts val="0"/>
              </a:spcAft>
              <a:buClr>
                <a:schemeClr val="accent1"/>
              </a:buClr>
              <a:buSzPts val="1800"/>
              <a:buNone/>
              <a:defRPr sz="2400">
                <a:solidFill>
                  <a:schemeClr val="accent1"/>
                </a:solidFill>
              </a:defRPr>
            </a:lvl3pPr>
            <a:lvl4pPr lvl="3" algn="ctr" rtl="0">
              <a:lnSpc>
                <a:spcPct val="100000"/>
              </a:lnSpc>
              <a:spcBef>
                <a:spcPts val="0"/>
              </a:spcBef>
              <a:spcAft>
                <a:spcPts val="0"/>
              </a:spcAft>
              <a:buClr>
                <a:schemeClr val="accent1"/>
              </a:buClr>
              <a:buSzPts val="1800"/>
              <a:buNone/>
              <a:defRPr sz="2400">
                <a:solidFill>
                  <a:schemeClr val="accent1"/>
                </a:solidFill>
              </a:defRPr>
            </a:lvl4pPr>
            <a:lvl5pPr lvl="4" algn="ctr" rtl="0">
              <a:lnSpc>
                <a:spcPct val="100000"/>
              </a:lnSpc>
              <a:spcBef>
                <a:spcPts val="0"/>
              </a:spcBef>
              <a:spcAft>
                <a:spcPts val="0"/>
              </a:spcAft>
              <a:buClr>
                <a:schemeClr val="accent1"/>
              </a:buClr>
              <a:buSzPts val="1800"/>
              <a:buNone/>
              <a:defRPr sz="2400">
                <a:solidFill>
                  <a:schemeClr val="accent1"/>
                </a:solidFill>
              </a:defRPr>
            </a:lvl5pPr>
            <a:lvl6pPr lvl="5" algn="ctr" rtl="0">
              <a:lnSpc>
                <a:spcPct val="100000"/>
              </a:lnSpc>
              <a:spcBef>
                <a:spcPts val="0"/>
              </a:spcBef>
              <a:spcAft>
                <a:spcPts val="0"/>
              </a:spcAft>
              <a:buClr>
                <a:schemeClr val="accent1"/>
              </a:buClr>
              <a:buSzPts val="1800"/>
              <a:buNone/>
              <a:defRPr sz="2400">
                <a:solidFill>
                  <a:schemeClr val="accent1"/>
                </a:solidFill>
              </a:defRPr>
            </a:lvl6pPr>
            <a:lvl7pPr lvl="6" algn="ctr" rtl="0">
              <a:lnSpc>
                <a:spcPct val="100000"/>
              </a:lnSpc>
              <a:spcBef>
                <a:spcPts val="0"/>
              </a:spcBef>
              <a:spcAft>
                <a:spcPts val="0"/>
              </a:spcAft>
              <a:buClr>
                <a:schemeClr val="accent1"/>
              </a:buClr>
              <a:buSzPts val="1800"/>
              <a:buNone/>
              <a:defRPr sz="2400">
                <a:solidFill>
                  <a:schemeClr val="accent1"/>
                </a:solidFill>
              </a:defRPr>
            </a:lvl7pPr>
            <a:lvl8pPr lvl="7" algn="ctr" rtl="0">
              <a:lnSpc>
                <a:spcPct val="100000"/>
              </a:lnSpc>
              <a:spcBef>
                <a:spcPts val="0"/>
              </a:spcBef>
              <a:spcAft>
                <a:spcPts val="0"/>
              </a:spcAft>
              <a:buClr>
                <a:schemeClr val="accent1"/>
              </a:buClr>
              <a:buSzPts val="1800"/>
              <a:buNone/>
              <a:defRPr sz="2400">
                <a:solidFill>
                  <a:schemeClr val="accent1"/>
                </a:solidFill>
              </a:defRPr>
            </a:lvl8pPr>
            <a:lvl9pPr lvl="8" algn="ctr" rtl="0">
              <a:lnSpc>
                <a:spcPct val="100000"/>
              </a:lnSpc>
              <a:spcBef>
                <a:spcPts val="0"/>
              </a:spcBef>
              <a:spcAft>
                <a:spcPts val="0"/>
              </a:spcAft>
              <a:buClr>
                <a:schemeClr val="accent1"/>
              </a:buClr>
              <a:buSzPts val="1800"/>
              <a:buNone/>
              <a:defRPr sz="2400">
                <a:solidFill>
                  <a:schemeClr val="accent1"/>
                </a:solidFill>
              </a:defRPr>
            </a:lvl9pPr>
          </a:lstStyle>
          <a:p>
            <a:r>
              <a:rPr lang="en-US"/>
              <a:t>Click to edit Master subtitle style</a:t>
            </a:r>
            <a:endParaRPr/>
          </a:p>
        </p:txBody>
      </p:sp>
    </p:spTree>
    <p:extLst>
      <p:ext uri="{BB962C8B-B14F-4D97-AF65-F5344CB8AC3E}">
        <p14:creationId xmlns:p14="http://schemas.microsoft.com/office/powerpoint/2010/main" val="4266632993"/>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Two Columns">
  <p:cSld name="Title + Two Columns">
    <p:bg>
      <p:bgPr>
        <a:blipFill>
          <a:blip r:embed="rId2">
            <a:alphaModFix/>
          </a:blip>
          <a:stretch>
            <a:fillRect/>
          </a:stretch>
        </a:blipFill>
        <a:effectLst/>
      </p:bgPr>
    </p:bg>
    <p:spTree>
      <p:nvGrpSpPr>
        <p:cNvPr id="1" name="Shape 60"/>
        <p:cNvGrpSpPr/>
        <p:nvPr/>
      </p:nvGrpSpPr>
      <p:grpSpPr>
        <a:xfrm>
          <a:off x="0" y="0"/>
          <a:ext cx="0" cy="0"/>
          <a:chOff x="0" y="0"/>
          <a:chExt cx="0" cy="0"/>
        </a:xfrm>
      </p:grpSpPr>
      <p:sp>
        <p:nvSpPr>
          <p:cNvPr id="61" name="Google Shape;61;p17"/>
          <p:cNvSpPr txBox="1">
            <a:spLocks noGrp="1"/>
          </p:cNvSpPr>
          <p:nvPr>
            <p:ph type="title"/>
          </p:nvPr>
        </p:nvSpPr>
        <p:spPr>
          <a:xfrm>
            <a:off x="2583117" y="3284233"/>
            <a:ext cx="3186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62" name="Google Shape;62;p17"/>
          <p:cNvSpPr txBox="1">
            <a:spLocks noGrp="1"/>
          </p:cNvSpPr>
          <p:nvPr>
            <p:ph type="subTitle" idx="1"/>
          </p:nvPr>
        </p:nvSpPr>
        <p:spPr>
          <a:xfrm>
            <a:off x="2583117" y="4197433"/>
            <a:ext cx="31868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63" name="Google Shape;63;p17"/>
          <p:cNvSpPr txBox="1">
            <a:spLocks noGrp="1"/>
          </p:cNvSpPr>
          <p:nvPr>
            <p:ph type="title" idx="2"/>
          </p:nvPr>
        </p:nvSpPr>
        <p:spPr>
          <a:xfrm>
            <a:off x="6422084" y="3284233"/>
            <a:ext cx="3186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64" name="Google Shape;64;p17"/>
          <p:cNvSpPr txBox="1">
            <a:spLocks noGrp="1"/>
          </p:cNvSpPr>
          <p:nvPr>
            <p:ph type="subTitle" idx="3"/>
          </p:nvPr>
        </p:nvSpPr>
        <p:spPr>
          <a:xfrm>
            <a:off x="6422084" y="4197433"/>
            <a:ext cx="31868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65" name="Google Shape;65;p17"/>
          <p:cNvSpPr txBox="1">
            <a:spLocks noGrp="1"/>
          </p:cNvSpPr>
          <p:nvPr>
            <p:ph type="title" idx="4"/>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Tree>
    <p:extLst>
      <p:ext uri="{BB962C8B-B14F-4D97-AF65-F5344CB8AC3E}">
        <p14:creationId xmlns:p14="http://schemas.microsoft.com/office/powerpoint/2010/main" val="101065916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Three Columns ">
  <p:cSld name="Title + Three Columns ">
    <p:bg>
      <p:bgPr>
        <a:blipFill>
          <a:blip r:embed="rId2">
            <a:alphaModFix/>
          </a:blip>
          <a:stretch>
            <a:fillRect/>
          </a:stretch>
        </a:blipFill>
        <a:effectLst/>
      </p:bgPr>
    </p:bg>
    <p:spTree>
      <p:nvGrpSpPr>
        <p:cNvPr id="1" name="Shape 66"/>
        <p:cNvGrpSpPr/>
        <p:nvPr/>
      </p:nvGrpSpPr>
      <p:grpSpPr>
        <a:xfrm>
          <a:off x="0" y="0"/>
          <a:ext cx="0" cy="0"/>
          <a:chOff x="0" y="0"/>
          <a:chExt cx="0" cy="0"/>
        </a:xfrm>
      </p:grpSpPr>
      <p:sp>
        <p:nvSpPr>
          <p:cNvPr id="67" name="Google Shape;67;p18"/>
          <p:cNvSpPr txBox="1">
            <a:spLocks noGrp="1"/>
          </p:cNvSpPr>
          <p:nvPr>
            <p:ph type="title"/>
          </p:nvPr>
        </p:nvSpPr>
        <p:spPr>
          <a:xfrm>
            <a:off x="4717996" y="36906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68" name="Google Shape;68;p18"/>
          <p:cNvSpPr txBox="1">
            <a:spLocks noGrp="1"/>
          </p:cNvSpPr>
          <p:nvPr>
            <p:ph type="subTitle" idx="1"/>
          </p:nvPr>
        </p:nvSpPr>
        <p:spPr>
          <a:xfrm>
            <a:off x="4717996" y="46038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69" name="Google Shape;69;p18"/>
          <p:cNvSpPr txBox="1">
            <a:spLocks noGrp="1"/>
          </p:cNvSpPr>
          <p:nvPr>
            <p:ph type="title" idx="2"/>
          </p:nvPr>
        </p:nvSpPr>
        <p:spPr>
          <a:xfrm>
            <a:off x="8038071" y="36906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70" name="Google Shape;70;p18"/>
          <p:cNvSpPr txBox="1">
            <a:spLocks noGrp="1"/>
          </p:cNvSpPr>
          <p:nvPr>
            <p:ph type="subTitle" idx="3"/>
          </p:nvPr>
        </p:nvSpPr>
        <p:spPr>
          <a:xfrm>
            <a:off x="8038071" y="46038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71" name="Google Shape;71;p18"/>
          <p:cNvSpPr txBox="1">
            <a:spLocks noGrp="1"/>
          </p:cNvSpPr>
          <p:nvPr>
            <p:ph type="title" idx="4"/>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72" name="Google Shape;72;p18"/>
          <p:cNvSpPr txBox="1">
            <a:spLocks noGrp="1"/>
          </p:cNvSpPr>
          <p:nvPr>
            <p:ph type="title" idx="5"/>
          </p:nvPr>
        </p:nvSpPr>
        <p:spPr>
          <a:xfrm>
            <a:off x="1397929" y="36906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73" name="Google Shape;73;p18"/>
          <p:cNvSpPr txBox="1">
            <a:spLocks noGrp="1"/>
          </p:cNvSpPr>
          <p:nvPr>
            <p:ph type="subTitle" idx="6"/>
          </p:nvPr>
        </p:nvSpPr>
        <p:spPr>
          <a:xfrm>
            <a:off x="1397929" y="46038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Tree>
    <p:extLst>
      <p:ext uri="{BB962C8B-B14F-4D97-AF65-F5344CB8AC3E}">
        <p14:creationId xmlns:p14="http://schemas.microsoft.com/office/powerpoint/2010/main" val="2888432014"/>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text">
  <p:cSld name="1_Big text">
    <p:bg>
      <p:bgPr>
        <a:blipFill>
          <a:blip r:embed="rId2">
            <a:alphaModFix/>
          </a:blip>
          <a:stretch>
            <a:fillRect/>
          </a:stretch>
        </a:blipFill>
        <a:effectLst/>
      </p:bgPr>
    </p:bg>
    <p:spTree>
      <p:nvGrpSpPr>
        <p:cNvPr id="1" name="Shape 74"/>
        <p:cNvGrpSpPr/>
        <p:nvPr/>
      </p:nvGrpSpPr>
      <p:grpSpPr>
        <a:xfrm>
          <a:off x="0" y="0"/>
          <a:ext cx="0" cy="0"/>
          <a:chOff x="0" y="0"/>
          <a:chExt cx="0" cy="0"/>
        </a:xfrm>
      </p:grpSpPr>
      <p:sp>
        <p:nvSpPr>
          <p:cNvPr id="75" name="Google Shape;75;p19"/>
          <p:cNvSpPr txBox="1">
            <a:spLocks noGrp="1"/>
          </p:cNvSpPr>
          <p:nvPr>
            <p:ph type="ctrTitle"/>
          </p:nvPr>
        </p:nvSpPr>
        <p:spPr>
          <a:xfrm>
            <a:off x="1698000" y="1825333"/>
            <a:ext cx="8796000" cy="281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4500"/>
              <a:buNone/>
              <a:defRPr sz="6000" b="1">
                <a:solidFill>
                  <a:schemeClr val="lt1"/>
                </a:solidFill>
              </a:defRPr>
            </a:lvl1pPr>
            <a:lvl2pPr lvl="1" algn="ctr" rtl="0">
              <a:spcBef>
                <a:spcPts val="0"/>
              </a:spcBef>
              <a:spcAft>
                <a:spcPts val="0"/>
              </a:spcAft>
              <a:buClr>
                <a:schemeClr val="lt1"/>
              </a:buClr>
              <a:buSzPts val="3600"/>
              <a:buNone/>
              <a:defRPr sz="4800" b="1">
                <a:solidFill>
                  <a:schemeClr val="lt1"/>
                </a:solidFill>
              </a:defRPr>
            </a:lvl2pPr>
            <a:lvl3pPr lvl="2" algn="ctr" rtl="0">
              <a:spcBef>
                <a:spcPts val="0"/>
              </a:spcBef>
              <a:spcAft>
                <a:spcPts val="0"/>
              </a:spcAft>
              <a:buClr>
                <a:schemeClr val="lt1"/>
              </a:buClr>
              <a:buSzPts val="3600"/>
              <a:buNone/>
              <a:defRPr sz="4800" b="1">
                <a:solidFill>
                  <a:schemeClr val="lt1"/>
                </a:solidFill>
              </a:defRPr>
            </a:lvl3pPr>
            <a:lvl4pPr lvl="3" algn="ctr" rtl="0">
              <a:spcBef>
                <a:spcPts val="0"/>
              </a:spcBef>
              <a:spcAft>
                <a:spcPts val="0"/>
              </a:spcAft>
              <a:buClr>
                <a:schemeClr val="lt1"/>
              </a:buClr>
              <a:buSzPts val="3600"/>
              <a:buNone/>
              <a:defRPr sz="4800" b="1">
                <a:solidFill>
                  <a:schemeClr val="lt1"/>
                </a:solidFill>
              </a:defRPr>
            </a:lvl4pPr>
            <a:lvl5pPr lvl="4" algn="ctr" rtl="0">
              <a:spcBef>
                <a:spcPts val="0"/>
              </a:spcBef>
              <a:spcAft>
                <a:spcPts val="0"/>
              </a:spcAft>
              <a:buClr>
                <a:schemeClr val="lt1"/>
              </a:buClr>
              <a:buSzPts val="3600"/>
              <a:buNone/>
              <a:defRPr sz="4800" b="1">
                <a:solidFill>
                  <a:schemeClr val="lt1"/>
                </a:solidFill>
              </a:defRPr>
            </a:lvl5pPr>
            <a:lvl6pPr lvl="5" algn="ctr" rtl="0">
              <a:spcBef>
                <a:spcPts val="0"/>
              </a:spcBef>
              <a:spcAft>
                <a:spcPts val="0"/>
              </a:spcAft>
              <a:buClr>
                <a:schemeClr val="lt1"/>
              </a:buClr>
              <a:buSzPts val="3600"/>
              <a:buNone/>
              <a:defRPr sz="4800" b="1">
                <a:solidFill>
                  <a:schemeClr val="lt1"/>
                </a:solidFill>
              </a:defRPr>
            </a:lvl6pPr>
            <a:lvl7pPr lvl="6" algn="ctr" rtl="0">
              <a:spcBef>
                <a:spcPts val="0"/>
              </a:spcBef>
              <a:spcAft>
                <a:spcPts val="0"/>
              </a:spcAft>
              <a:buClr>
                <a:schemeClr val="lt1"/>
              </a:buClr>
              <a:buSzPts val="3600"/>
              <a:buNone/>
              <a:defRPr sz="4800" b="1">
                <a:solidFill>
                  <a:schemeClr val="lt1"/>
                </a:solidFill>
              </a:defRPr>
            </a:lvl7pPr>
            <a:lvl8pPr lvl="7" algn="ctr" rtl="0">
              <a:spcBef>
                <a:spcPts val="0"/>
              </a:spcBef>
              <a:spcAft>
                <a:spcPts val="0"/>
              </a:spcAft>
              <a:buClr>
                <a:schemeClr val="lt1"/>
              </a:buClr>
              <a:buSzPts val="3600"/>
              <a:buNone/>
              <a:defRPr sz="4800" b="1">
                <a:solidFill>
                  <a:schemeClr val="lt1"/>
                </a:solidFill>
              </a:defRPr>
            </a:lvl8pPr>
            <a:lvl9pPr lvl="8" algn="ctr" rtl="0">
              <a:spcBef>
                <a:spcPts val="0"/>
              </a:spcBef>
              <a:spcAft>
                <a:spcPts val="0"/>
              </a:spcAft>
              <a:buClr>
                <a:schemeClr val="lt1"/>
              </a:buClr>
              <a:buSzPts val="3600"/>
              <a:buNone/>
              <a:defRPr sz="4800" b="1">
                <a:solidFill>
                  <a:schemeClr val="lt1"/>
                </a:solidFill>
              </a:defRPr>
            </a:lvl9pPr>
          </a:lstStyle>
          <a:p>
            <a:r>
              <a:rPr lang="en-US"/>
              <a:t>Click to edit Master title style</a:t>
            </a:r>
            <a:endParaRPr/>
          </a:p>
        </p:txBody>
      </p:sp>
      <p:sp>
        <p:nvSpPr>
          <p:cNvPr id="76" name="Google Shape;76;p19"/>
          <p:cNvSpPr txBox="1">
            <a:spLocks noGrp="1"/>
          </p:cNvSpPr>
          <p:nvPr>
            <p:ph type="subTitle" idx="1"/>
          </p:nvPr>
        </p:nvSpPr>
        <p:spPr>
          <a:xfrm>
            <a:off x="3309200" y="3359367"/>
            <a:ext cx="5573600" cy="61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1800"/>
              <a:buNone/>
              <a:defRPr sz="2400">
                <a:solidFill>
                  <a:schemeClr val="accent1"/>
                </a:solidFill>
              </a:defRPr>
            </a:lvl2pPr>
            <a:lvl3pPr lvl="2" algn="ctr" rtl="0">
              <a:lnSpc>
                <a:spcPct val="100000"/>
              </a:lnSpc>
              <a:spcBef>
                <a:spcPts val="0"/>
              </a:spcBef>
              <a:spcAft>
                <a:spcPts val="0"/>
              </a:spcAft>
              <a:buClr>
                <a:schemeClr val="accent1"/>
              </a:buClr>
              <a:buSzPts val="1800"/>
              <a:buNone/>
              <a:defRPr sz="2400">
                <a:solidFill>
                  <a:schemeClr val="accent1"/>
                </a:solidFill>
              </a:defRPr>
            </a:lvl3pPr>
            <a:lvl4pPr lvl="3" algn="ctr" rtl="0">
              <a:lnSpc>
                <a:spcPct val="100000"/>
              </a:lnSpc>
              <a:spcBef>
                <a:spcPts val="0"/>
              </a:spcBef>
              <a:spcAft>
                <a:spcPts val="0"/>
              </a:spcAft>
              <a:buClr>
                <a:schemeClr val="accent1"/>
              </a:buClr>
              <a:buSzPts val="1800"/>
              <a:buNone/>
              <a:defRPr sz="2400">
                <a:solidFill>
                  <a:schemeClr val="accent1"/>
                </a:solidFill>
              </a:defRPr>
            </a:lvl4pPr>
            <a:lvl5pPr lvl="4" algn="ctr" rtl="0">
              <a:lnSpc>
                <a:spcPct val="100000"/>
              </a:lnSpc>
              <a:spcBef>
                <a:spcPts val="0"/>
              </a:spcBef>
              <a:spcAft>
                <a:spcPts val="0"/>
              </a:spcAft>
              <a:buClr>
                <a:schemeClr val="accent1"/>
              </a:buClr>
              <a:buSzPts val="1800"/>
              <a:buNone/>
              <a:defRPr sz="2400">
                <a:solidFill>
                  <a:schemeClr val="accent1"/>
                </a:solidFill>
              </a:defRPr>
            </a:lvl5pPr>
            <a:lvl6pPr lvl="5" algn="ctr" rtl="0">
              <a:lnSpc>
                <a:spcPct val="100000"/>
              </a:lnSpc>
              <a:spcBef>
                <a:spcPts val="0"/>
              </a:spcBef>
              <a:spcAft>
                <a:spcPts val="0"/>
              </a:spcAft>
              <a:buClr>
                <a:schemeClr val="accent1"/>
              </a:buClr>
              <a:buSzPts val="1800"/>
              <a:buNone/>
              <a:defRPr sz="2400">
                <a:solidFill>
                  <a:schemeClr val="accent1"/>
                </a:solidFill>
              </a:defRPr>
            </a:lvl6pPr>
            <a:lvl7pPr lvl="6" algn="ctr" rtl="0">
              <a:lnSpc>
                <a:spcPct val="100000"/>
              </a:lnSpc>
              <a:spcBef>
                <a:spcPts val="0"/>
              </a:spcBef>
              <a:spcAft>
                <a:spcPts val="0"/>
              </a:spcAft>
              <a:buClr>
                <a:schemeClr val="accent1"/>
              </a:buClr>
              <a:buSzPts val="1800"/>
              <a:buNone/>
              <a:defRPr sz="2400">
                <a:solidFill>
                  <a:schemeClr val="accent1"/>
                </a:solidFill>
              </a:defRPr>
            </a:lvl7pPr>
            <a:lvl8pPr lvl="7" algn="ctr" rtl="0">
              <a:lnSpc>
                <a:spcPct val="100000"/>
              </a:lnSpc>
              <a:spcBef>
                <a:spcPts val="0"/>
              </a:spcBef>
              <a:spcAft>
                <a:spcPts val="0"/>
              </a:spcAft>
              <a:buClr>
                <a:schemeClr val="accent1"/>
              </a:buClr>
              <a:buSzPts val="1800"/>
              <a:buNone/>
              <a:defRPr sz="2400">
                <a:solidFill>
                  <a:schemeClr val="accent1"/>
                </a:solidFill>
              </a:defRPr>
            </a:lvl8pPr>
            <a:lvl9pPr lvl="8" algn="ctr" rtl="0">
              <a:lnSpc>
                <a:spcPct val="100000"/>
              </a:lnSpc>
              <a:spcBef>
                <a:spcPts val="0"/>
              </a:spcBef>
              <a:spcAft>
                <a:spcPts val="0"/>
              </a:spcAft>
              <a:buClr>
                <a:schemeClr val="accent1"/>
              </a:buClr>
              <a:buSzPts val="1800"/>
              <a:buNone/>
              <a:defRPr sz="2400">
                <a:solidFill>
                  <a:schemeClr val="accent1"/>
                </a:solidFill>
              </a:defRPr>
            </a:lvl9pPr>
          </a:lstStyle>
          <a:p>
            <a:r>
              <a:rPr lang="en-US"/>
              <a:t>Click to edit Master subtitle style</a:t>
            </a:r>
            <a:endParaRPr/>
          </a:p>
        </p:txBody>
      </p:sp>
    </p:spTree>
    <p:extLst>
      <p:ext uri="{BB962C8B-B14F-4D97-AF65-F5344CB8AC3E}">
        <p14:creationId xmlns:p14="http://schemas.microsoft.com/office/powerpoint/2010/main" val="313033325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 Design">
  <p:cSld name="Title + Design">
    <p:bg>
      <p:bgPr>
        <a:blipFill>
          <a:blip r:embed="rId2">
            <a:alphaModFix/>
          </a:blip>
          <a:stretch>
            <a:fillRect/>
          </a:stretch>
        </a:blipFill>
        <a:effectLst/>
      </p:bgPr>
    </p:bg>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Tree>
    <p:extLst>
      <p:ext uri="{BB962C8B-B14F-4D97-AF65-F5344CB8AC3E}">
        <p14:creationId xmlns:p14="http://schemas.microsoft.com/office/powerpoint/2010/main" val="409886427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 Design 1">
  <p:cSld name="Title + Design 1">
    <p:bg>
      <p:bgPr>
        <a:blipFill>
          <a:blip r:embed="rId2">
            <a:alphaModFix/>
          </a:blip>
          <a:stretch>
            <a:fillRect/>
          </a:stretch>
        </a:blipFill>
        <a:effectLst/>
      </p:bgPr>
    </p:bg>
    <p:spTree>
      <p:nvGrpSpPr>
        <p:cNvPr id="1" name="Shape 79"/>
        <p:cNvGrpSpPr/>
        <p:nvPr/>
      </p:nvGrpSpPr>
      <p:grpSpPr>
        <a:xfrm>
          <a:off x="0" y="0"/>
          <a:ext cx="0" cy="0"/>
          <a:chOff x="0" y="0"/>
          <a:chExt cx="0" cy="0"/>
        </a:xfrm>
      </p:grpSpPr>
      <p:sp>
        <p:nvSpPr>
          <p:cNvPr id="80" name="Google Shape;80;p21"/>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Tree>
    <p:extLst>
      <p:ext uri="{BB962C8B-B14F-4D97-AF65-F5344CB8AC3E}">
        <p14:creationId xmlns:p14="http://schemas.microsoft.com/office/powerpoint/2010/main" val="2637992433"/>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Design 2">
  <p:cSld name="Title + Design 2">
    <p:bg>
      <p:bgPr>
        <a:blipFill>
          <a:blip r:embed="rId2">
            <a:alphaModFix/>
          </a:blip>
          <a:stretch>
            <a:fillRect/>
          </a:stretch>
        </a:blipFill>
        <a:effectLst/>
      </p:bgPr>
    </p:bg>
    <p:spTree>
      <p:nvGrpSpPr>
        <p:cNvPr id="1" name="Shape 81"/>
        <p:cNvGrpSpPr/>
        <p:nvPr/>
      </p:nvGrpSpPr>
      <p:grpSpPr>
        <a:xfrm>
          <a:off x="0" y="0"/>
          <a:ext cx="0" cy="0"/>
          <a:chOff x="0" y="0"/>
          <a:chExt cx="0" cy="0"/>
        </a:xfrm>
      </p:grpSpPr>
      <p:sp>
        <p:nvSpPr>
          <p:cNvPr id="82" name="Google Shape;82;p22"/>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Tree>
    <p:extLst>
      <p:ext uri="{BB962C8B-B14F-4D97-AF65-F5344CB8AC3E}">
        <p14:creationId xmlns:p14="http://schemas.microsoft.com/office/powerpoint/2010/main" val="2400575177"/>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 Design 3">
  <p:cSld name="Title + Design 3">
    <p:bg>
      <p:bgPr>
        <a:blipFill>
          <a:blip r:embed="rId2">
            <a:alphaModFix/>
          </a:blip>
          <a:stretch>
            <a:fillRect/>
          </a:stretch>
        </a:blipFill>
        <a:effectLst/>
      </p:bgPr>
    </p:bg>
    <p:spTree>
      <p:nvGrpSpPr>
        <p:cNvPr id="1" name="Shape 83"/>
        <p:cNvGrpSpPr/>
        <p:nvPr/>
      </p:nvGrpSpPr>
      <p:grpSpPr>
        <a:xfrm>
          <a:off x="0" y="0"/>
          <a:ext cx="0" cy="0"/>
          <a:chOff x="0" y="0"/>
          <a:chExt cx="0" cy="0"/>
        </a:xfrm>
      </p:grpSpPr>
      <p:sp>
        <p:nvSpPr>
          <p:cNvPr id="84" name="Google Shape;84;p23"/>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Tree>
    <p:extLst>
      <p:ext uri="{BB962C8B-B14F-4D97-AF65-F5344CB8AC3E}">
        <p14:creationId xmlns:p14="http://schemas.microsoft.com/office/powerpoint/2010/main" val="79241944"/>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Two Lists">
  <p:cSld name="Title + Two Lists">
    <p:bg>
      <p:bgPr>
        <a:blipFill>
          <a:blip r:embed="rId2">
            <a:alphaModFix/>
          </a:blip>
          <a:stretch>
            <a:fillRect/>
          </a:stretch>
        </a:blipFill>
        <a:effectLst/>
      </p:bgPr>
    </p:bg>
    <p:spTree>
      <p:nvGrpSpPr>
        <p:cNvPr id="1" name="Shape 85"/>
        <p:cNvGrpSpPr/>
        <p:nvPr/>
      </p:nvGrpSpPr>
      <p:grpSpPr>
        <a:xfrm>
          <a:off x="0" y="0"/>
          <a:ext cx="0" cy="0"/>
          <a:chOff x="0" y="0"/>
          <a:chExt cx="0" cy="0"/>
        </a:xfrm>
      </p:grpSpPr>
      <p:sp>
        <p:nvSpPr>
          <p:cNvPr id="86" name="Google Shape;86;p24"/>
          <p:cNvSpPr txBox="1">
            <a:spLocks noGrp="1"/>
          </p:cNvSpPr>
          <p:nvPr>
            <p:ph type="title"/>
          </p:nvPr>
        </p:nvSpPr>
        <p:spPr>
          <a:xfrm>
            <a:off x="1251333" y="593367"/>
            <a:ext cx="661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87" name="Google Shape;87;p24"/>
          <p:cNvSpPr txBox="1">
            <a:spLocks noGrp="1"/>
          </p:cNvSpPr>
          <p:nvPr>
            <p:ph type="body" idx="1"/>
          </p:nvPr>
        </p:nvSpPr>
        <p:spPr>
          <a:xfrm>
            <a:off x="1422988" y="3535700"/>
            <a:ext cx="4345200" cy="2394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13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pPr lvl="0"/>
            <a:r>
              <a:rPr lang="en-US"/>
              <a:t>Click to edit Master text styles</a:t>
            </a:r>
          </a:p>
        </p:txBody>
      </p:sp>
      <p:sp>
        <p:nvSpPr>
          <p:cNvPr id="88" name="Google Shape;88;p24"/>
          <p:cNvSpPr txBox="1">
            <a:spLocks noGrp="1"/>
          </p:cNvSpPr>
          <p:nvPr>
            <p:ph type="body" idx="2"/>
          </p:nvPr>
        </p:nvSpPr>
        <p:spPr>
          <a:xfrm>
            <a:off x="6231803" y="3535700"/>
            <a:ext cx="4345200" cy="2394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13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pPr lvl="0"/>
            <a:r>
              <a:rPr lang="en-US"/>
              <a:t>Click to edit Master text styles</a:t>
            </a:r>
          </a:p>
        </p:txBody>
      </p:sp>
      <p:sp>
        <p:nvSpPr>
          <p:cNvPr id="89" name="Google Shape;89;p24"/>
          <p:cNvSpPr txBox="1">
            <a:spLocks noGrp="1"/>
          </p:cNvSpPr>
          <p:nvPr>
            <p:ph type="title" idx="3"/>
          </p:nvPr>
        </p:nvSpPr>
        <p:spPr>
          <a:xfrm>
            <a:off x="1617999" y="2606833"/>
            <a:ext cx="4345200" cy="731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90" name="Google Shape;90;p24"/>
          <p:cNvSpPr txBox="1">
            <a:spLocks noGrp="1"/>
          </p:cNvSpPr>
          <p:nvPr>
            <p:ph type="title" idx="4"/>
          </p:nvPr>
        </p:nvSpPr>
        <p:spPr>
          <a:xfrm>
            <a:off x="6426799" y="2606833"/>
            <a:ext cx="4345200" cy="731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Tree>
    <p:extLst>
      <p:ext uri="{BB962C8B-B14F-4D97-AF65-F5344CB8AC3E}">
        <p14:creationId xmlns:p14="http://schemas.microsoft.com/office/powerpoint/2010/main" val="4092903192"/>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 Four Columns">
  <p:cSld name="Title + Four Columns">
    <p:bg>
      <p:bgPr>
        <a:blipFill>
          <a:blip r:embed="rId2">
            <a:alphaModFix/>
          </a:blip>
          <a:stretch>
            <a:fillRect/>
          </a:stretch>
        </a:blipFill>
        <a:effectLst/>
      </p:bgPr>
    </p:bg>
    <p:spTree>
      <p:nvGrpSpPr>
        <p:cNvPr id="1" name="Shape 91"/>
        <p:cNvGrpSpPr/>
        <p:nvPr/>
      </p:nvGrpSpPr>
      <p:grpSpPr>
        <a:xfrm>
          <a:off x="0" y="0"/>
          <a:ext cx="0" cy="0"/>
          <a:chOff x="0" y="0"/>
          <a:chExt cx="0" cy="0"/>
        </a:xfrm>
      </p:grpSpPr>
      <p:sp>
        <p:nvSpPr>
          <p:cNvPr id="92" name="Google Shape;92;p2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93" name="Google Shape;93;p25"/>
          <p:cNvSpPr txBox="1">
            <a:spLocks noGrp="1"/>
          </p:cNvSpPr>
          <p:nvPr>
            <p:ph type="title" idx="2"/>
          </p:nvPr>
        </p:nvSpPr>
        <p:spPr>
          <a:xfrm>
            <a:off x="11978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94" name="Google Shape;94;p25"/>
          <p:cNvSpPr txBox="1">
            <a:spLocks noGrp="1"/>
          </p:cNvSpPr>
          <p:nvPr>
            <p:ph type="subTitle" idx="1"/>
          </p:nvPr>
        </p:nvSpPr>
        <p:spPr>
          <a:xfrm>
            <a:off x="11978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95" name="Google Shape;95;p25"/>
          <p:cNvSpPr txBox="1">
            <a:spLocks noGrp="1"/>
          </p:cNvSpPr>
          <p:nvPr>
            <p:ph type="title" idx="3"/>
          </p:nvPr>
        </p:nvSpPr>
        <p:spPr>
          <a:xfrm>
            <a:off x="37203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96" name="Google Shape;96;p25"/>
          <p:cNvSpPr txBox="1">
            <a:spLocks noGrp="1"/>
          </p:cNvSpPr>
          <p:nvPr>
            <p:ph type="subTitle" idx="4"/>
          </p:nvPr>
        </p:nvSpPr>
        <p:spPr>
          <a:xfrm>
            <a:off x="37203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97" name="Google Shape;97;p25"/>
          <p:cNvSpPr txBox="1">
            <a:spLocks noGrp="1"/>
          </p:cNvSpPr>
          <p:nvPr>
            <p:ph type="title" idx="5"/>
          </p:nvPr>
        </p:nvSpPr>
        <p:spPr>
          <a:xfrm>
            <a:off x="62428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98" name="Google Shape;98;p25"/>
          <p:cNvSpPr txBox="1">
            <a:spLocks noGrp="1"/>
          </p:cNvSpPr>
          <p:nvPr>
            <p:ph type="subTitle" idx="6"/>
          </p:nvPr>
        </p:nvSpPr>
        <p:spPr>
          <a:xfrm>
            <a:off x="62428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99" name="Google Shape;99;p25"/>
          <p:cNvSpPr txBox="1">
            <a:spLocks noGrp="1"/>
          </p:cNvSpPr>
          <p:nvPr>
            <p:ph type="title" idx="7"/>
          </p:nvPr>
        </p:nvSpPr>
        <p:spPr>
          <a:xfrm>
            <a:off x="87653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100" name="Google Shape;100;p25"/>
          <p:cNvSpPr txBox="1">
            <a:spLocks noGrp="1"/>
          </p:cNvSpPr>
          <p:nvPr>
            <p:ph type="subTitle" idx="8"/>
          </p:nvPr>
        </p:nvSpPr>
        <p:spPr>
          <a:xfrm>
            <a:off x="87653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Tree>
    <p:extLst>
      <p:ext uri="{BB962C8B-B14F-4D97-AF65-F5344CB8AC3E}">
        <p14:creationId xmlns:p14="http://schemas.microsoft.com/office/powerpoint/2010/main" val="2434413061"/>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ree Numbers">
  <p:cSld name="Three Numbers">
    <p:bg>
      <p:bgPr>
        <a:blipFill>
          <a:blip r:embed="rId2">
            <a:alphaModFix/>
          </a:blip>
          <a:stretch>
            <a:fillRect/>
          </a:stretch>
        </a:blipFill>
        <a:effectLst/>
      </p:bgPr>
    </p:bg>
    <p:spTree>
      <p:nvGrpSpPr>
        <p:cNvPr id="1" name="Shape 101"/>
        <p:cNvGrpSpPr/>
        <p:nvPr/>
      </p:nvGrpSpPr>
      <p:grpSpPr>
        <a:xfrm>
          <a:off x="0" y="0"/>
          <a:ext cx="0" cy="0"/>
          <a:chOff x="0" y="0"/>
          <a:chExt cx="0" cy="0"/>
        </a:xfrm>
      </p:grpSpPr>
      <p:sp>
        <p:nvSpPr>
          <p:cNvPr id="102" name="Google Shape;102;p26"/>
          <p:cNvSpPr txBox="1">
            <a:spLocks noGrp="1"/>
          </p:cNvSpPr>
          <p:nvPr>
            <p:ph type="title" hasCustomPrompt="1"/>
          </p:nvPr>
        </p:nvSpPr>
        <p:spPr>
          <a:xfrm>
            <a:off x="6662400" y="882457"/>
            <a:ext cx="42124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3" name="Google Shape;103;p26"/>
          <p:cNvSpPr txBox="1">
            <a:spLocks noGrp="1"/>
          </p:cNvSpPr>
          <p:nvPr>
            <p:ph type="subTitle" idx="1"/>
          </p:nvPr>
        </p:nvSpPr>
        <p:spPr>
          <a:xfrm>
            <a:off x="6548000" y="1687800"/>
            <a:ext cx="4441200" cy="55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2100"/>
              <a:buNone/>
              <a:defRPr sz="2800">
                <a:solidFill>
                  <a:schemeClr val="accent1"/>
                </a:solidFill>
              </a:defRPr>
            </a:lvl2pPr>
            <a:lvl3pPr lvl="2" algn="ctr" rtl="0">
              <a:lnSpc>
                <a:spcPct val="100000"/>
              </a:lnSpc>
              <a:spcBef>
                <a:spcPts val="0"/>
              </a:spcBef>
              <a:spcAft>
                <a:spcPts val="0"/>
              </a:spcAft>
              <a:buClr>
                <a:schemeClr val="accent1"/>
              </a:buClr>
              <a:buSzPts val="2100"/>
              <a:buNone/>
              <a:defRPr sz="2800">
                <a:solidFill>
                  <a:schemeClr val="accent1"/>
                </a:solidFill>
              </a:defRPr>
            </a:lvl3pPr>
            <a:lvl4pPr lvl="3" algn="ctr" rtl="0">
              <a:lnSpc>
                <a:spcPct val="100000"/>
              </a:lnSpc>
              <a:spcBef>
                <a:spcPts val="0"/>
              </a:spcBef>
              <a:spcAft>
                <a:spcPts val="0"/>
              </a:spcAft>
              <a:buClr>
                <a:schemeClr val="accent1"/>
              </a:buClr>
              <a:buSzPts val="2100"/>
              <a:buNone/>
              <a:defRPr sz="2800">
                <a:solidFill>
                  <a:schemeClr val="accent1"/>
                </a:solidFill>
              </a:defRPr>
            </a:lvl4pPr>
            <a:lvl5pPr lvl="4" algn="ctr" rtl="0">
              <a:lnSpc>
                <a:spcPct val="100000"/>
              </a:lnSpc>
              <a:spcBef>
                <a:spcPts val="0"/>
              </a:spcBef>
              <a:spcAft>
                <a:spcPts val="0"/>
              </a:spcAft>
              <a:buClr>
                <a:schemeClr val="accent1"/>
              </a:buClr>
              <a:buSzPts val="2100"/>
              <a:buNone/>
              <a:defRPr sz="2800">
                <a:solidFill>
                  <a:schemeClr val="accent1"/>
                </a:solidFill>
              </a:defRPr>
            </a:lvl5pPr>
            <a:lvl6pPr lvl="5" algn="ctr" rtl="0">
              <a:lnSpc>
                <a:spcPct val="100000"/>
              </a:lnSpc>
              <a:spcBef>
                <a:spcPts val="0"/>
              </a:spcBef>
              <a:spcAft>
                <a:spcPts val="0"/>
              </a:spcAft>
              <a:buClr>
                <a:schemeClr val="accent1"/>
              </a:buClr>
              <a:buSzPts val="2100"/>
              <a:buNone/>
              <a:defRPr sz="2800">
                <a:solidFill>
                  <a:schemeClr val="accent1"/>
                </a:solidFill>
              </a:defRPr>
            </a:lvl6pPr>
            <a:lvl7pPr lvl="6" algn="ctr" rtl="0">
              <a:lnSpc>
                <a:spcPct val="100000"/>
              </a:lnSpc>
              <a:spcBef>
                <a:spcPts val="0"/>
              </a:spcBef>
              <a:spcAft>
                <a:spcPts val="0"/>
              </a:spcAft>
              <a:buClr>
                <a:schemeClr val="accent1"/>
              </a:buClr>
              <a:buSzPts val="2100"/>
              <a:buNone/>
              <a:defRPr sz="2800">
                <a:solidFill>
                  <a:schemeClr val="accent1"/>
                </a:solidFill>
              </a:defRPr>
            </a:lvl7pPr>
            <a:lvl8pPr lvl="7" algn="ctr" rtl="0">
              <a:lnSpc>
                <a:spcPct val="100000"/>
              </a:lnSpc>
              <a:spcBef>
                <a:spcPts val="0"/>
              </a:spcBef>
              <a:spcAft>
                <a:spcPts val="0"/>
              </a:spcAft>
              <a:buClr>
                <a:schemeClr val="accent1"/>
              </a:buClr>
              <a:buSzPts val="2100"/>
              <a:buNone/>
              <a:defRPr sz="2800">
                <a:solidFill>
                  <a:schemeClr val="accent1"/>
                </a:solidFill>
              </a:defRPr>
            </a:lvl8pPr>
            <a:lvl9pPr lvl="8" algn="ctr" rtl="0">
              <a:lnSpc>
                <a:spcPct val="100000"/>
              </a:lnSpc>
              <a:spcBef>
                <a:spcPts val="0"/>
              </a:spcBef>
              <a:spcAft>
                <a:spcPts val="0"/>
              </a:spcAft>
              <a:buClr>
                <a:schemeClr val="accent1"/>
              </a:buClr>
              <a:buSzPts val="2100"/>
              <a:buNone/>
              <a:defRPr sz="2800">
                <a:solidFill>
                  <a:schemeClr val="accent1"/>
                </a:solidFill>
              </a:defRPr>
            </a:lvl9pPr>
          </a:lstStyle>
          <a:p>
            <a:r>
              <a:rPr lang="en-US"/>
              <a:t>Click to edit Master subtitle style</a:t>
            </a:r>
            <a:endParaRPr/>
          </a:p>
        </p:txBody>
      </p:sp>
      <p:sp>
        <p:nvSpPr>
          <p:cNvPr id="104" name="Google Shape;104;p26"/>
          <p:cNvSpPr txBox="1">
            <a:spLocks noGrp="1"/>
          </p:cNvSpPr>
          <p:nvPr>
            <p:ph type="title" idx="2" hasCustomPrompt="1"/>
          </p:nvPr>
        </p:nvSpPr>
        <p:spPr>
          <a:xfrm>
            <a:off x="6662400" y="2798924"/>
            <a:ext cx="42124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5" name="Google Shape;105;p26"/>
          <p:cNvSpPr txBox="1">
            <a:spLocks noGrp="1"/>
          </p:cNvSpPr>
          <p:nvPr>
            <p:ph type="subTitle" idx="3"/>
          </p:nvPr>
        </p:nvSpPr>
        <p:spPr>
          <a:xfrm>
            <a:off x="6548000" y="3604267"/>
            <a:ext cx="4441200" cy="55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2100"/>
              <a:buNone/>
              <a:defRPr sz="2800">
                <a:solidFill>
                  <a:schemeClr val="accent1"/>
                </a:solidFill>
              </a:defRPr>
            </a:lvl2pPr>
            <a:lvl3pPr lvl="2" algn="ctr" rtl="0">
              <a:lnSpc>
                <a:spcPct val="100000"/>
              </a:lnSpc>
              <a:spcBef>
                <a:spcPts val="0"/>
              </a:spcBef>
              <a:spcAft>
                <a:spcPts val="0"/>
              </a:spcAft>
              <a:buClr>
                <a:schemeClr val="accent1"/>
              </a:buClr>
              <a:buSzPts val="2100"/>
              <a:buNone/>
              <a:defRPr sz="2800">
                <a:solidFill>
                  <a:schemeClr val="accent1"/>
                </a:solidFill>
              </a:defRPr>
            </a:lvl3pPr>
            <a:lvl4pPr lvl="3" algn="ctr" rtl="0">
              <a:lnSpc>
                <a:spcPct val="100000"/>
              </a:lnSpc>
              <a:spcBef>
                <a:spcPts val="0"/>
              </a:spcBef>
              <a:spcAft>
                <a:spcPts val="0"/>
              </a:spcAft>
              <a:buClr>
                <a:schemeClr val="accent1"/>
              </a:buClr>
              <a:buSzPts val="2100"/>
              <a:buNone/>
              <a:defRPr sz="2800">
                <a:solidFill>
                  <a:schemeClr val="accent1"/>
                </a:solidFill>
              </a:defRPr>
            </a:lvl4pPr>
            <a:lvl5pPr lvl="4" algn="ctr" rtl="0">
              <a:lnSpc>
                <a:spcPct val="100000"/>
              </a:lnSpc>
              <a:spcBef>
                <a:spcPts val="0"/>
              </a:spcBef>
              <a:spcAft>
                <a:spcPts val="0"/>
              </a:spcAft>
              <a:buClr>
                <a:schemeClr val="accent1"/>
              </a:buClr>
              <a:buSzPts val="2100"/>
              <a:buNone/>
              <a:defRPr sz="2800">
                <a:solidFill>
                  <a:schemeClr val="accent1"/>
                </a:solidFill>
              </a:defRPr>
            </a:lvl5pPr>
            <a:lvl6pPr lvl="5" algn="ctr" rtl="0">
              <a:lnSpc>
                <a:spcPct val="100000"/>
              </a:lnSpc>
              <a:spcBef>
                <a:spcPts val="0"/>
              </a:spcBef>
              <a:spcAft>
                <a:spcPts val="0"/>
              </a:spcAft>
              <a:buClr>
                <a:schemeClr val="accent1"/>
              </a:buClr>
              <a:buSzPts val="2100"/>
              <a:buNone/>
              <a:defRPr sz="2800">
                <a:solidFill>
                  <a:schemeClr val="accent1"/>
                </a:solidFill>
              </a:defRPr>
            </a:lvl6pPr>
            <a:lvl7pPr lvl="6" algn="ctr" rtl="0">
              <a:lnSpc>
                <a:spcPct val="100000"/>
              </a:lnSpc>
              <a:spcBef>
                <a:spcPts val="0"/>
              </a:spcBef>
              <a:spcAft>
                <a:spcPts val="0"/>
              </a:spcAft>
              <a:buClr>
                <a:schemeClr val="accent1"/>
              </a:buClr>
              <a:buSzPts val="2100"/>
              <a:buNone/>
              <a:defRPr sz="2800">
                <a:solidFill>
                  <a:schemeClr val="accent1"/>
                </a:solidFill>
              </a:defRPr>
            </a:lvl7pPr>
            <a:lvl8pPr lvl="7" algn="ctr" rtl="0">
              <a:lnSpc>
                <a:spcPct val="100000"/>
              </a:lnSpc>
              <a:spcBef>
                <a:spcPts val="0"/>
              </a:spcBef>
              <a:spcAft>
                <a:spcPts val="0"/>
              </a:spcAft>
              <a:buClr>
                <a:schemeClr val="accent1"/>
              </a:buClr>
              <a:buSzPts val="2100"/>
              <a:buNone/>
              <a:defRPr sz="2800">
                <a:solidFill>
                  <a:schemeClr val="accent1"/>
                </a:solidFill>
              </a:defRPr>
            </a:lvl8pPr>
            <a:lvl9pPr lvl="8" algn="ctr" rtl="0">
              <a:lnSpc>
                <a:spcPct val="100000"/>
              </a:lnSpc>
              <a:spcBef>
                <a:spcPts val="0"/>
              </a:spcBef>
              <a:spcAft>
                <a:spcPts val="0"/>
              </a:spcAft>
              <a:buClr>
                <a:schemeClr val="accent1"/>
              </a:buClr>
              <a:buSzPts val="2100"/>
              <a:buNone/>
              <a:defRPr sz="2800">
                <a:solidFill>
                  <a:schemeClr val="accent1"/>
                </a:solidFill>
              </a:defRPr>
            </a:lvl9pPr>
          </a:lstStyle>
          <a:p>
            <a:r>
              <a:rPr lang="en-US"/>
              <a:t>Click to edit Master subtitle style</a:t>
            </a:r>
            <a:endParaRPr/>
          </a:p>
        </p:txBody>
      </p:sp>
      <p:sp>
        <p:nvSpPr>
          <p:cNvPr id="106" name="Google Shape;106;p26"/>
          <p:cNvSpPr txBox="1">
            <a:spLocks noGrp="1"/>
          </p:cNvSpPr>
          <p:nvPr>
            <p:ph type="title" idx="4" hasCustomPrompt="1"/>
          </p:nvPr>
        </p:nvSpPr>
        <p:spPr>
          <a:xfrm>
            <a:off x="6662400" y="4715391"/>
            <a:ext cx="42124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7" name="Google Shape;107;p26"/>
          <p:cNvSpPr txBox="1">
            <a:spLocks noGrp="1"/>
          </p:cNvSpPr>
          <p:nvPr>
            <p:ph type="subTitle" idx="5"/>
          </p:nvPr>
        </p:nvSpPr>
        <p:spPr>
          <a:xfrm>
            <a:off x="6548000" y="5520733"/>
            <a:ext cx="4441200" cy="55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2100"/>
              <a:buNone/>
              <a:defRPr sz="2800">
                <a:solidFill>
                  <a:schemeClr val="accent1"/>
                </a:solidFill>
              </a:defRPr>
            </a:lvl2pPr>
            <a:lvl3pPr lvl="2" algn="ctr" rtl="0">
              <a:lnSpc>
                <a:spcPct val="100000"/>
              </a:lnSpc>
              <a:spcBef>
                <a:spcPts val="0"/>
              </a:spcBef>
              <a:spcAft>
                <a:spcPts val="0"/>
              </a:spcAft>
              <a:buClr>
                <a:schemeClr val="accent1"/>
              </a:buClr>
              <a:buSzPts val="2100"/>
              <a:buNone/>
              <a:defRPr sz="2800">
                <a:solidFill>
                  <a:schemeClr val="accent1"/>
                </a:solidFill>
              </a:defRPr>
            </a:lvl3pPr>
            <a:lvl4pPr lvl="3" algn="ctr" rtl="0">
              <a:lnSpc>
                <a:spcPct val="100000"/>
              </a:lnSpc>
              <a:spcBef>
                <a:spcPts val="0"/>
              </a:spcBef>
              <a:spcAft>
                <a:spcPts val="0"/>
              </a:spcAft>
              <a:buClr>
                <a:schemeClr val="accent1"/>
              </a:buClr>
              <a:buSzPts val="2100"/>
              <a:buNone/>
              <a:defRPr sz="2800">
                <a:solidFill>
                  <a:schemeClr val="accent1"/>
                </a:solidFill>
              </a:defRPr>
            </a:lvl4pPr>
            <a:lvl5pPr lvl="4" algn="ctr" rtl="0">
              <a:lnSpc>
                <a:spcPct val="100000"/>
              </a:lnSpc>
              <a:spcBef>
                <a:spcPts val="0"/>
              </a:spcBef>
              <a:spcAft>
                <a:spcPts val="0"/>
              </a:spcAft>
              <a:buClr>
                <a:schemeClr val="accent1"/>
              </a:buClr>
              <a:buSzPts val="2100"/>
              <a:buNone/>
              <a:defRPr sz="2800">
                <a:solidFill>
                  <a:schemeClr val="accent1"/>
                </a:solidFill>
              </a:defRPr>
            </a:lvl5pPr>
            <a:lvl6pPr lvl="5" algn="ctr" rtl="0">
              <a:lnSpc>
                <a:spcPct val="100000"/>
              </a:lnSpc>
              <a:spcBef>
                <a:spcPts val="0"/>
              </a:spcBef>
              <a:spcAft>
                <a:spcPts val="0"/>
              </a:spcAft>
              <a:buClr>
                <a:schemeClr val="accent1"/>
              </a:buClr>
              <a:buSzPts val="2100"/>
              <a:buNone/>
              <a:defRPr sz="2800">
                <a:solidFill>
                  <a:schemeClr val="accent1"/>
                </a:solidFill>
              </a:defRPr>
            </a:lvl6pPr>
            <a:lvl7pPr lvl="6" algn="ctr" rtl="0">
              <a:lnSpc>
                <a:spcPct val="100000"/>
              </a:lnSpc>
              <a:spcBef>
                <a:spcPts val="0"/>
              </a:spcBef>
              <a:spcAft>
                <a:spcPts val="0"/>
              </a:spcAft>
              <a:buClr>
                <a:schemeClr val="accent1"/>
              </a:buClr>
              <a:buSzPts val="2100"/>
              <a:buNone/>
              <a:defRPr sz="2800">
                <a:solidFill>
                  <a:schemeClr val="accent1"/>
                </a:solidFill>
              </a:defRPr>
            </a:lvl7pPr>
            <a:lvl8pPr lvl="7" algn="ctr" rtl="0">
              <a:lnSpc>
                <a:spcPct val="100000"/>
              </a:lnSpc>
              <a:spcBef>
                <a:spcPts val="0"/>
              </a:spcBef>
              <a:spcAft>
                <a:spcPts val="0"/>
              </a:spcAft>
              <a:buClr>
                <a:schemeClr val="accent1"/>
              </a:buClr>
              <a:buSzPts val="2100"/>
              <a:buNone/>
              <a:defRPr sz="2800">
                <a:solidFill>
                  <a:schemeClr val="accent1"/>
                </a:solidFill>
              </a:defRPr>
            </a:lvl8pPr>
            <a:lvl9pPr lvl="8" algn="ctr" rtl="0">
              <a:lnSpc>
                <a:spcPct val="100000"/>
              </a:lnSpc>
              <a:spcBef>
                <a:spcPts val="0"/>
              </a:spcBef>
              <a:spcAft>
                <a:spcPts val="0"/>
              </a:spcAft>
              <a:buClr>
                <a:schemeClr val="accent1"/>
              </a:buClr>
              <a:buSzPts val="2100"/>
              <a:buNone/>
              <a:defRPr sz="2800">
                <a:solidFill>
                  <a:schemeClr val="accent1"/>
                </a:solidFill>
              </a:defRPr>
            </a:lvl9pPr>
          </a:lstStyle>
          <a:p>
            <a:r>
              <a:rPr lang="en-US"/>
              <a:t>Click to edit Master subtitle style</a:t>
            </a:r>
            <a:endParaRPr/>
          </a:p>
        </p:txBody>
      </p:sp>
    </p:spTree>
    <p:extLst>
      <p:ext uri="{BB962C8B-B14F-4D97-AF65-F5344CB8AC3E}">
        <p14:creationId xmlns:p14="http://schemas.microsoft.com/office/powerpoint/2010/main" val="58161708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 Six Columns  ">
  <p:cSld name="Title + Six Columns  ">
    <p:bg>
      <p:bgPr>
        <a:blipFill>
          <a:blip r:embed="rId2">
            <a:alphaModFix/>
          </a:blip>
          <a:stretch>
            <a:fillRect/>
          </a:stretch>
        </a:blipFill>
        <a:effectLst/>
      </p:bgPr>
    </p:bg>
    <p:spTree>
      <p:nvGrpSpPr>
        <p:cNvPr id="1" name="Shape 108"/>
        <p:cNvGrpSpPr/>
        <p:nvPr/>
      </p:nvGrpSpPr>
      <p:grpSpPr>
        <a:xfrm>
          <a:off x="0" y="0"/>
          <a:ext cx="0" cy="0"/>
          <a:chOff x="0" y="0"/>
          <a:chExt cx="0" cy="0"/>
        </a:xfrm>
      </p:grpSpPr>
      <p:sp>
        <p:nvSpPr>
          <p:cNvPr id="109" name="Google Shape;109;p27"/>
          <p:cNvSpPr txBox="1">
            <a:spLocks noGrp="1"/>
          </p:cNvSpPr>
          <p:nvPr>
            <p:ph type="title"/>
          </p:nvPr>
        </p:nvSpPr>
        <p:spPr>
          <a:xfrm>
            <a:off x="4717996" y="2424721"/>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110" name="Google Shape;110;p27"/>
          <p:cNvSpPr txBox="1">
            <a:spLocks noGrp="1"/>
          </p:cNvSpPr>
          <p:nvPr>
            <p:ph type="subTitle" idx="1"/>
          </p:nvPr>
        </p:nvSpPr>
        <p:spPr>
          <a:xfrm>
            <a:off x="4717997" y="3099687"/>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111" name="Google Shape;111;p27"/>
          <p:cNvSpPr txBox="1">
            <a:spLocks noGrp="1"/>
          </p:cNvSpPr>
          <p:nvPr>
            <p:ph type="title" idx="2"/>
          </p:nvPr>
        </p:nvSpPr>
        <p:spPr>
          <a:xfrm>
            <a:off x="8038071" y="2424721"/>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112" name="Google Shape;112;p27"/>
          <p:cNvSpPr txBox="1">
            <a:spLocks noGrp="1"/>
          </p:cNvSpPr>
          <p:nvPr>
            <p:ph type="subTitle" idx="3"/>
          </p:nvPr>
        </p:nvSpPr>
        <p:spPr>
          <a:xfrm>
            <a:off x="8038069" y="3099687"/>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113" name="Google Shape;113;p27"/>
          <p:cNvSpPr txBox="1">
            <a:spLocks noGrp="1"/>
          </p:cNvSpPr>
          <p:nvPr>
            <p:ph type="title" idx="4"/>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114" name="Google Shape;114;p27"/>
          <p:cNvSpPr txBox="1">
            <a:spLocks noGrp="1"/>
          </p:cNvSpPr>
          <p:nvPr>
            <p:ph type="title" idx="5"/>
          </p:nvPr>
        </p:nvSpPr>
        <p:spPr>
          <a:xfrm>
            <a:off x="1397929" y="2424721"/>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115" name="Google Shape;115;p27"/>
          <p:cNvSpPr txBox="1">
            <a:spLocks noGrp="1"/>
          </p:cNvSpPr>
          <p:nvPr>
            <p:ph type="subTitle" idx="6"/>
          </p:nvPr>
        </p:nvSpPr>
        <p:spPr>
          <a:xfrm>
            <a:off x="1397933" y="3099687"/>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116" name="Google Shape;116;p27"/>
          <p:cNvSpPr txBox="1">
            <a:spLocks noGrp="1"/>
          </p:cNvSpPr>
          <p:nvPr>
            <p:ph type="title" idx="7"/>
          </p:nvPr>
        </p:nvSpPr>
        <p:spPr>
          <a:xfrm>
            <a:off x="4717996" y="4433380"/>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117" name="Google Shape;117;p27"/>
          <p:cNvSpPr txBox="1">
            <a:spLocks noGrp="1"/>
          </p:cNvSpPr>
          <p:nvPr>
            <p:ph type="subTitle" idx="8"/>
          </p:nvPr>
        </p:nvSpPr>
        <p:spPr>
          <a:xfrm>
            <a:off x="4717997" y="5108345"/>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118" name="Google Shape;118;p27"/>
          <p:cNvSpPr txBox="1">
            <a:spLocks noGrp="1"/>
          </p:cNvSpPr>
          <p:nvPr>
            <p:ph type="title" idx="9"/>
          </p:nvPr>
        </p:nvSpPr>
        <p:spPr>
          <a:xfrm>
            <a:off x="8038071" y="4433380"/>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119" name="Google Shape;119;p27"/>
          <p:cNvSpPr txBox="1">
            <a:spLocks noGrp="1"/>
          </p:cNvSpPr>
          <p:nvPr>
            <p:ph type="subTitle" idx="13"/>
          </p:nvPr>
        </p:nvSpPr>
        <p:spPr>
          <a:xfrm>
            <a:off x="8038069" y="5108345"/>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120" name="Google Shape;120;p27"/>
          <p:cNvSpPr txBox="1">
            <a:spLocks noGrp="1"/>
          </p:cNvSpPr>
          <p:nvPr>
            <p:ph type="title" idx="14"/>
          </p:nvPr>
        </p:nvSpPr>
        <p:spPr>
          <a:xfrm>
            <a:off x="1397929" y="4433380"/>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121" name="Google Shape;121;p27"/>
          <p:cNvSpPr txBox="1">
            <a:spLocks noGrp="1"/>
          </p:cNvSpPr>
          <p:nvPr>
            <p:ph type="subTitle" idx="15"/>
          </p:nvPr>
        </p:nvSpPr>
        <p:spPr>
          <a:xfrm>
            <a:off x="1397933" y="5108345"/>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Tree>
    <p:extLst>
      <p:ext uri="{BB962C8B-B14F-4D97-AF65-F5344CB8AC3E}">
        <p14:creationId xmlns:p14="http://schemas.microsoft.com/office/powerpoint/2010/main" val="129700819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 Four Columns 1">
  <p:cSld name="Title + Four Columns 1">
    <p:bg>
      <p:bgPr>
        <a:blipFill>
          <a:blip r:embed="rId2">
            <a:alphaModFix/>
          </a:blip>
          <a:stretch>
            <a:fillRect/>
          </a:stretch>
        </a:blipFill>
        <a:effectLst/>
      </p:bgPr>
    </p:bg>
    <p:spTree>
      <p:nvGrpSpPr>
        <p:cNvPr id="1" name="Shape 122"/>
        <p:cNvGrpSpPr/>
        <p:nvPr/>
      </p:nvGrpSpPr>
      <p:grpSpPr>
        <a:xfrm>
          <a:off x="0" y="0"/>
          <a:ext cx="0" cy="0"/>
          <a:chOff x="0" y="0"/>
          <a:chExt cx="0" cy="0"/>
        </a:xfrm>
      </p:grpSpPr>
      <p:sp>
        <p:nvSpPr>
          <p:cNvPr id="123" name="Google Shape;123;p28"/>
          <p:cNvSpPr txBox="1">
            <a:spLocks noGrp="1"/>
          </p:cNvSpPr>
          <p:nvPr>
            <p:ph type="title"/>
          </p:nvPr>
        </p:nvSpPr>
        <p:spPr>
          <a:xfrm>
            <a:off x="1251333" y="593367"/>
            <a:ext cx="67248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124" name="Google Shape;124;p28"/>
          <p:cNvSpPr txBox="1">
            <a:spLocks noGrp="1"/>
          </p:cNvSpPr>
          <p:nvPr>
            <p:ph type="title" idx="2"/>
          </p:nvPr>
        </p:nvSpPr>
        <p:spPr>
          <a:xfrm>
            <a:off x="1784317" y="3146433"/>
            <a:ext cx="3636800" cy="500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1"/>
              </a:buClr>
              <a:buSzPts val="1400"/>
              <a:buNone/>
              <a:defRPr sz="1867">
                <a:solidFill>
                  <a:schemeClr val="lt1"/>
                </a:solidFill>
              </a:defRPr>
            </a:lvl1pPr>
            <a:lvl2pPr lvl="1" algn="r" rtl="0">
              <a:spcBef>
                <a:spcPts val="0"/>
              </a:spcBef>
              <a:spcAft>
                <a:spcPts val="0"/>
              </a:spcAft>
              <a:buClr>
                <a:schemeClr val="lt1"/>
              </a:buClr>
              <a:buSzPts val="4200"/>
              <a:buNone/>
              <a:defRPr sz="5600">
                <a:solidFill>
                  <a:schemeClr val="lt1"/>
                </a:solidFill>
              </a:defRPr>
            </a:lvl2pPr>
            <a:lvl3pPr lvl="2" algn="r" rtl="0">
              <a:spcBef>
                <a:spcPts val="0"/>
              </a:spcBef>
              <a:spcAft>
                <a:spcPts val="0"/>
              </a:spcAft>
              <a:buClr>
                <a:schemeClr val="lt1"/>
              </a:buClr>
              <a:buSzPts val="4200"/>
              <a:buNone/>
              <a:defRPr sz="5600">
                <a:solidFill>
                  <a:schemeClr val="lt1"/>
                </a:solidFill>
              </a:defRPr>
            </a:lvl3pPr>
            <a:lvl4pPr lvl="3" algn="r" rtl="0">
              <a:spcBef>
                <a:spcPts val="0"/>
              </a:spcBef>
              <a:spcAft>
                <a:spcPts val="0"/>
              </a:spcAft>
              <a:buClr>
                <a:schemeClr val="lt1"/>
              </a:buClr>
              <a:buSzPts val="4200"/>
              <a:buNone/>
              <a:defRPr sz="5600">
                <a:solidFill>
                  <a:schemeClr val="lt1"/>
                </a:solidFill>
              </a:defRPr>
            </a:lvl4pPr>
            <a:lvl5pPr lvl="4" algn="r" rtl="0">
              <a:spcBef>
                <a:spcPts val="0"/>
              </a:spcBef>
              <a:spcAft>
                <a:spcPts val="0"/>
              </a:spcAft>
              <a:buClr>
                <a:schemeClr val="lt1"/>
              </a:buClr>
              <a:buSzPts val="4200"/>
              <a:buNone/>
              <a:defRPr sz="5600">
                <a:solidFill>
                  <a:schemeClr val="lt1"/>
                </a:solidFill>
              </a:defRPr>
            </a:lvl5pPr>
            <a:lvl6pPr lvl="5" algn="r" rtl="0">
              <a:spcBef>
                <a:spcPts val="0"/>
              </a:spcBef>
              <a:spcAft>
                <a:spcPts val="0"/>
              </a:spcAft>
              <a:buClr>
                <a:schemeClr val="lt1"/>
              </a:buClr>
              <a:buSzPts val="4200"/>
              <a:buNone/>
              <a:defRPr sz="5600">
                <a:solidFill>
                  <a:schemeClr val="lt1"/>
                </a:solidFill>
              </a:defRPr>
            </a:lvl6pPr>
            <a:lvl7pPr lvl="6" algn="r" rtl="0">
              <a:spcBef>
                <a:spcPts val="0"/>
              </a:spcBef>
              <a:spcAft>
                <a:spcPts val="0"/>
              </a:spcAft>
              <a:buClr>
                <a:schemeClr val="lt1"/>
              </a:buClr>
              <a:buSzPts val="4200"/>
              <a:buNone/>
              <a:defRPr sz="5600">
                <a:solidFill>
                  <a:schemeClr val="lt1"/>
                </a:solidFill>
              </a:defRPr>
            </a:lvl7pPr>
            <a:lvl8pPr lvl="7" algn="r" rtl="0">
              <a:spcBef>
                <a:spcPts val="0"/>
              </a:spcBef>
              <a:spcAft>
                <a:spcPts val="0"/>
              </a:spcAft>
              <a:buClr>
                <a:schemeClr val="lt1"/>
              </a:buClr>
              <a:buSzPts val="4200"/>
              <a:buNone/>
              <a:defRPr sz="5600">
                <a:solidFill>
                  <a:schemeClr val="lt1"/>
                </a:solidFill>
              </a:defRPr>
            </a:lvl8pPr>
            <a:lvl9pPr lvl="8" algn="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125" name="Google Shape;125;p28"/>
          <p:cNvSpPr txBox="1">
            <a:spLocks noGrp="1"/>
          </p:cNvSpPr>
          <p:nvPr>
            <p:ph type="subTitle" idx="1"/>
          </p:nvPr>
        </p:nvSpPr>
        <p:spPr>
          <a:xfrm>
            <a:off x="1784317" y="2284068"/>
            <a:ext cx="3636800" cy="80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1"/>
              </a:buClr>
              <a:buSzPts val="1600"/>
              <a:buNone/>
              <a:defRPr sz="2133">
                <a:solidFill>
                  <a:schemeClr val="lt1"/>
                </a:solidFill>
              </a:defRPr>
            </a:lvl1pPr>
            <a:lvl2pPr lvl="1" algn="r" rtl="0">
              <a:lnSpc>
                <a:spcPct val="100000"/>
              </a:lnSpc>
              <a:spcBef>
                <a:spcPts val="0"/>
              </a:spcBef>
              <a:spcAft>
                <a:spcPts val="0"/>
              </a:spcAft>
              <a:buClr>
                <a:schemeClr val="lt1"/>
              </a:buClr>
              <a:buSzPts val="1600"/>
              <a:buNone/>
              <a:defRPr sz="2133">
                <a:solidFill>
                  <a:schemeClr val="lt1"/>
                </a:solidFill>
              </a:defRPr>
            </a:lvl2pPr>
            <a:lvl3pPr lvl="2" algn="r" rtl="0">
              <a:lnSpc>
                <a:spcPct val="100000"/>
              </a:lnSpc>
              <a:spcBef>
                <a:spcPts val="0"/>
              </a:spcBef>
              <a:spcAft>
                <a:spcPts val="0"/>
              </a:spcAft>
              <a:buClr>
                <a:schemeClr val="lt1"/>
              </a:buClr>
              <a:buSzPts val="1600"/>
              <a:buNone/>
              <a:defRPr sz="2133">
                <a:solidFill>
                  <a:schemeClr val="lt1"/>
                </a:solidFill>
              </a:defRPr>
            </a:lvl3pPr>
            <a:lvl4pPr lvl="3" algn="r" rtl="0">
              <a:lnSpc>
                <a:spcPct val="100000"/>
              </a:lnSpc>
              <a:spcBef>
                <a:spcPts val="0"/>
              </a:spcBef>
              <a:spcAft>
                <a:spcPts val="0"/>
              </a:spcAft>
              <a:buClr>
                <a:schemeClr val="lt1"/>
              </a:buClr>
              <a:buSzPts val="1600"/>
              <a:buNone/>
              <a:defRPr sz="2133">
                <a:solidFill>
                  <a:schemeClr val="lt1"/>
                </a:solidFill>
              </a:defRPr>
            </a:lvl4pPr>
            <a:lvl5pPr lvl="4" algn="r" rtl="0">
              <a:lnSpc>
                <a:spcPct val="100000"/>
              </a:lnSpc>
              <a:spcBef>
                <a:spcPts val="0"/>
              </a:spcBef>
              <a:spcAft>
                <a:spcPts val="0"/>
              </a:spcAft>
              <a:buClr>
                <a:schemeClr val="lt1"/>
              </a:buClr>
              <a:buSzPts val="1600"/>
              <a:buNone/>
              <a:defRPr sz="2133">
                <a:solidFill>
                  <a:schemeClr val="lt1"/>
                </a:solidFill>
              </a:defRPr>
            </a:lvl5pPr>
            <a:lvl6pPr lvl="5" algn="r" rtl="0">
              <a:lnSpc>
                <a:spcPct val="100000"/>
              </a:lnSpc>
              <a:spcBef>
                <a:spcPts val="0"/>
              </a:spcBef>
              <a:spcAft>
                <a:spcPts val="0"/>
              </a:spcAft>
              <a:buClr>
                <a:schemeClr val="lt1"/>
              </a:buClr>
              <a:buSzPts val="1600"/>
              <a:buNone/>
              <a:defRPr sz="2133">
                <a:solidFill>
                  <a:schemeClr val="lt1"/>
                </a:solidFill>
              </a:defRPr>
            </a:lvl6pPr>
            <a:lvl7pPr lvl="6" algn="r" rtl="0">
              <a:lnSpc>
                <a:spcPct val="100000"/>
              </a:lnSpc>
              <a:spcBef>
                <a:spcPts val="0"/>
              </a:spcBef>
              <a:spcAft>
                <a:spcPts val="0"/>
              </a:spcAft>
              <a:buClr>
                <a:schemeClr val="lt1"/>
              </a:buClr>
              <a:buSzPts val="1600"/>
              <a:buNone/>
              <a:defRPr sz="2133">
                <a:solidFill>
                  <a:schemeClr val="lt1"/>
                </a:solidFill>
              </a:defRPr>
            </a:lvl7pPr>
            <a:lvl8pPr lvl="7" algn="r" rtl="0">
              <a:lnSpc>
                <a:spcPct val="100000"/>
              </a:lnSpc>
              <a:spcBef>
                <a:spcPts val="0"/>
              </a:spcBef>
              <a:spcAft>
                <a:spcPts val="0"/>
              </a:spcAft>
              <a:buClr>
                <a:schemeClr val="lt1"/>
              </a:buClr>
              <a:buSzPts val="1600"/>
              <a:buNone/>
              <a:defRPr sz="2133">
                <a:solidFill>
                  <a:schemeClr val="lt1"/>
                </a:solidFill>
              </a:defRPr>
            </a:lvl8pPr>
            <a:lvl9pPr lvl="8" algn="r" rtl="0">
              <a:lnSpc>
                <a:spcPct val="100000"/>
              </a:lnSpc>
              <a:spcBef>
                <a:spcPts val="0"/>
              </a:spcBef>
              <a:spcAft>
                <a:spcPts val="0"/>
              </a:spcAft>
              <a:buClr>
                <a:schemeClr val="lt1"/>
              </a:buClr>
              <a:buSzPts val="1600"/>
              <a:buNone/>
              <a:defRPr sz="2133">
                <a:solidFill>
                  <a:schemeClr val="lt1"/>
                </a:solidFill>
              </a:defRPr>
            </a:lvl9pPr>
          </a:lstStyle>
          <a:p>
            <a:r>
              <a:rPr lang="en-US"/>
              <a:t>Click to edit Master subtitle style</a:t>
            </a:r>
            <a:endParaRPr/>
          </a:p>
        </p:txBody>
      </p:sp>
      <p:sp>
        <p:nvSpPr>
          <p:cNvPr id="126" name="Google Shape;126;p28"/>
          <p:cNvSpPr txBox="1">
            <a:spLocks noGrp="1"/>
          </p:cNvSpPr>
          <p:nvPr>
            <p:ph type="title" idx="3"/>
          </p:nvPr>
        </p:nvSpPr>
        <p:spPr>
          <a:xfrm>
            <a:off x="1784317" y="5318600"/>
            <a:ext cx="3636800" cy="500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1"/>
              </a:buClr>
              <a:buSzPts val="1400"/>
              <a:buNone/>
              <a:defRPr sz="1867">
                <a:solidFill>
                  <a:schemeClr val="lt1"/>
                </a:solidFill>
              </a:defRPr>
            </a:lvl1pPr>
            <a:lvl2pPr lvl="1" algn="r" rtl="0">
              <a:spcBef>
                <a:spcPts val="0"/>
              </a:spcBef>
              <a:spcAft>
                <a:spcPts val="0"/>
              </a:spcAft>
              <a:buClr>
                <a:schemeClr val="lt1"/>
              </a:buClr>
              <a:buSzPts val="4200"/>
              <a:buNone/>
              <a:defRPr sz="5600">
                <a:solidFill>
                  <a:schemeClr val="lt1"/>
                </a:solidFill>
              </a:defRPr>
            </a:lvl2pPr>
            <a:lvl3pPr lvl="2" algn="r" rtl="0">
              <a:spcBef>
                <a:spcPts val="0"/>
              </a:spcBef>
              <a:spcAft>
                <a:spcPts val="0"/>
              </a:spcAft>
              <a:buClr>
                <a:schemeClr val="lt1"/>
              </a:buClr>
              <a:buSzPts val="4200"/>
              <a:buNone/>
              <a:defRPr sz="5600">
                <a:solidFill>
                  <a:schemeClr val="lt1"/>
                </a:solidFill>
              </a:defRPr>
            </a:lvl3pPr>
            <a:lvl4pPr lvl="3" algn="r" rtl="0">
              <a:spcBef>
                <a:spcPts val="0"/>
              </a:spcBef>
              <a:spcAft>
                <a:spcPts val="0"/>
              </a:spcAft>
              <a:buClr>
                <a:schemeClr val="lt1"/>
              </a:buClr>
              <a:buSzPts val="4200"/>
              <a:buNone/>
              <a:defRPr sz="5600">
                <a:solidFill>
                  <a:schemeClr val="lt1"/>
                </a:solidFill>
              </a:defRPr>
            </a:lvl4pPr>
            <a:lvl5pPr lvl="4" algn="r" rtl="0">
              <a:spcBef>
                <a:spcPts val="0"/>
              </a:spcBef>
              <a:spcAft>
                <a:spcPts val="0"/>
              </a:spcAft>
              <a:buClr>
                <a:schemeClr val="lt1"/>
              </a:buClr>
              <a:buSzPts val="4200"/>
              <a:buNone/>
              <a:defRPr sz="5600">
                <a:solidFill>
                  <a:schemeClr val="lt1"/>
                </a:solidFill>
              </a:defRPr>
            </a:lvl5pPr>
            <a:lvl6pPr lvl="5" algn="r" rtl="0">
              <a:spcBef>
                <a:spcPts val="0"/>
              </a:spcBef>
              <a:spcAft>
                <a:spcPts val="0"/>
              </a:spcAft>
              <a:buClr>
                <a:schemeClr val="lt1"/>
              </a:buClr>
              <a:buSzPts val="4200"/>
              <a:buNone/>
              <a:defRPr sz="5600">
                <a:solidFill>
                  <a:schemeClr val="lt1"/>
                </a:solidFill>
              </a:defRPr>
            </a:lvl6pPr>
            <a:lvl7pPr lvl="6" algn="r" rtl="0">
              <a:spcBef>
                <a:spcPts val="0"/>
              </a:spcBef>
              <a:spcAft>
                <a:spcPts val="0"/>
              </a:spcAft>
              <a:buClr>
                <a:schemeClr val="lt1"/>
              </a:buClr>
              <a:buSzPts val="4200"/>
              <a:buNone/>
              <a:defRPr sz="5600">
                <a:solidFill>
                  <a:schemeClr val="lt1"/>
                </a:solidFill>
              </a:defRPr>
            </a:lvl7pPr>
            <a:lvl8pPr lvl="7" algn="r" rtl="0">
              <a:spcBef>
                <a:spcPts val="0"/>
              </a:spcBef>
              <a:spcAft>
                <a:spcPts val="0"/>
              </a:spcAft>
              <a:buClr>
                <a:schemeClr val="lt1"/>
              </a:buClr>
              <a:buSzPts val="4200"/>
              <a:buNone/>
              <a:defRPr sz="5600">
                <a:solidFill>
                  <a:schemeClr val="lt1"/>
                </a:solidFill>
              </a:defRPr>
            </a:lvl8pPr>
            <a:lvl9pPr lvl="8" algn="r"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127" name="Google Shape;127;p28"/>
          <p:cNvSpPr txBox="1">
            <a:spLocks noGrp="1"/>
          </p:cNvSpPr>
          <p:nvPr>
            <p:ph type="subTitle" idx="4"/>
          </p:nvPr>
        </p:nvSpPr>
        <p:spPr>
          <a:xfrm>
            <a:off x="1784317" y="4456235"/>
            <a:ext cx="3636800" cy="80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1"/>
              </a:buClr>
              <a:buSzPts val="1600"/>
              <a:buNone/>
              <a:defRPr sz="2133">
                <a:solidFill>
                  <a:schemeClr val="lt1"/>
                </a:solidFill>
              </a:defRPr>
            </a:lvl1pPr>
            <a:lvl2pPr lvl="1" algn="r" rtl="0">
              <a:lnSpc>
                <a:spcPct val="100000"/>
              </a:lnSpc>
              <a:spcBef>
                <a:spcPts val="0"/>
              </a:spcBef>
              <a:spcAft>
                <a:spcPts val="0"/>
              </a:spcAft>
              <a:buClr>
                <a:schemeClr val="lt1"/>
              </a:buClr>
              <a:buSzPts val="1600"/>
              <a:buNone/>
              <a:defRPr sz="2133">
                <a:solidFill>
                  <a:schemeClr val="lt1"/>
                </a:solidFill>
              </a:defRPr>
            </a:lvl2pPr>
            <a:lvl3pPr lvl="2" algn="r" rtl="0">
              <a:lnSpc>
                <a:spcPct val="100000"/>
              </a:lnSpc>
              <a:spcBef>
                <a:spcPts val="0"/>
              </a:spcBef>
              <a:spcAft>
                <a:spcPts val="0"/>
              </a:spcAft>
              <a:buClr>
                <a:schemeClr val="lt1"/>
              </a:buClr>
              <a:buSzPts val="1600"/>
              <a:buNone/>
              <a:defRPr sz="2133">
                <a:solidFill>
                  <a:schemeClr val="lt1"/>
                </a:solidFill>
              </a:defRPr>
            </a:lvl3pPr>
            <a:lvl4pPr lvl="3" algn="r" rtl="0">
              <a:lnSpc>
                <a:spcPct val="100000"/>
              </a:lnSpc>
              <a:spcBef>
                <a:spcPts val="0"/>
              </a:spcBef>
              <a:spcAft>
                <a:spcPts val="0"/>
              </a:spcAft>
              <a:buClr>
                <a:schemeClr val="lt1"/>
              </a:buClr>
              <a:buSzPts val="1600"/>
              <a:buNone/>
              <a:defRPr sz="2133">
                <a:solidFill>
                  <a:schemeClr val="lt1"/>
                </a:solidFill>
              </a:defRPr>
            </a:lvl4pPr>
            <a:lvl5pPr lvl="4" algn="r" rtl="0">
              <a:lnSpc>
                <a:spcPct val="100000"/>
              </a:lnSpc>
              <a:spcBef>
                <a:spcPts val="0"/>
              </a:spcBef>
              <a:spcAft>
                <a:spcPts val="0"/>
              </a:spcAft>
              <a:buClr>
                <a:schemeClr val="lt1"/>
              </a:buClr>
              <a:buSzPts val="1600"/>
              <a:buNone/>
              <a:defRPr sz="2133">
                <a:solidFill>
                  <a:schemeClr val="lt1"/>
                </a:solidFill>
              </a:defRPr>
            </a:lvl5pPr>
            <a:lvl6pPr lvl="5" algn="r" rtl="0">
              <a:lnSpc>
                <a:spcPct val="100000"/>
              </a:lnSpc>
              <a:spcBef>
                <a:spcPts val="0"/>
              </a:spcBef>
              <a:spcAft>
                <a:spcPts val="0"/>
              </a:spcAft>
              <a:buClr>
                <a:schemeClr val="lt1"/>
              </a:buClr>
              <a:buSzPts val="1600"/>
              <a:buNone/>
              <a:defRPr sz="2133">
                <a:solidFill>
                  <a:schemeClr val="lt1"/>
                </a:solidFill>
              </a:defRPr>
            </a:lvl6pPr>
            <a:lvl7pPr lvl="6" algn="r" rtl="0">
              <a:lnSpc>
                <a:spcPct val="100000"/>
              </a:lnSpc>
              <a:spcBef>
                <a:spcPts val="0"/>
              </a:spcBef>
              <a:spcAft>
                <a:spcPts val="0"/>
              </a:spcAft>
              <a:buClr>
                <a:schemeClr val="lt1"/>
              </a:buClr>
              <a:buSzPts val="1600"/>
              <a:buNone/>
              <a:defRPr sz="2133">
                <a:solidFill>
                  <a:schemeClr val="lt1"/>
                </a:solidFill>
              </a:defRPr>
            </a:lvl7pPr>
            <a:lvl8pPr lvl="7" algn="r" rtl="0">
              <a:lnSpc>
                <a:spcPct val="100000"/>
              </a:lnSpc>
              <a:spcBef>
                <a:spcPts val="0"/>
              </a:spcBef>
              <a:spcAft>
                <a:spcPts val="0"/>
              </a:spcAft>
              <a:buClr>
                <a:schemeClr val="lt1"/>
              </a:buClr>
              <a:buSzPts val="1600"/>
              <a:buNone/>
              <a:defRPr sz="2133">
                <a:solidFill>
                  <a:schemeClr val="lt1"/>
                </a:solidFill>
              </a:defRPr>
            </a:lvl8pPr>
            <a:lvl9pPr lvl="8" algn="r" rtl="0">
              <a:lnSpc>
                <a:spcPct val="100000"/>
              </a:lnSpc>
              <a:spcBef>
                <a:spcPts val="0"/>
              </a:spcBef>
              <a:spcAft>
                <a:spcPts val="0"/>
              </a:spcAft>
              <a:buClr>
                <a:schemeClr val="lt1"/>
              </a:buClr>
              <a:buSzPts val="1600"/>
              <a:buNone/>
              <a:defRPr sz="2133">
                <a:solidFill>
                  <a:schemeClr val="lt1"/>
                </a:solidFill>
              </a:defRPr>
            </a:lvl9pPr>
          </a:lstStyle>
          <a:p>
            <a:r>
              <a:rPr lang="en-US"/>
              <a:t>Click to edit Master subtitle style</a:t>
            </a:r>
            <a:endParaRPr/>
          </a:p>
        </p:txBody>
      </p:sp>
      <p:sp>
        <p:nvSpPr>
          <p:cNvPr id="128" name="Google Shape;128;p28"/>
          <p:cNvSpPr txBox="1">
            <a:spLocks noGrp="1"/>
          </p:cNvSpPr>
          <p:nvPr>
            <p:ph type="title" idx="5"/>
          </p:nvPr>
        </p:nvSpPr>
        <p:spPr>
          <a:xfrm>
            <a:off x="6770884" y="3146433"/>
            <a:ext cx="3636800" cy="500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1400"/>
              <a:buNone/>
              <a:defRPr sz="1867">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129" name="Google Shape;129;p28"/>
          <p:cNvSpPr txBox="1">
            <a:spLocks noGrp="1"/>
          </p:cNvSpPr>
          <p:nvPr>
            <p:ph type="subTitle" idx="6"/>
          </p:nvPr>
        </p:nvSpPr>
        <p:spPr>
          <a:xfrm>
            <a:off x="6770884" y="2284068"/>
            <a:ext cx="3636800" cy="80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600"/>
              <a:buNone/>
              <a:defRPr sz="2133">
                <a:solidFill>
                  <a:schemeClr val="lt1"/>
                </a:solidFill>
              </a:defRPr>
            </a:lvl1pPr>
            <a:lvl2pPr lvl="1" rtl="0">
              <a:lnSpc>
                <a:spcPct val="100000"/>
              </a:lnSpc>
              <a:spcBef>
                <a:spcPts val="0"/>
              </a:spcBef>
              <a:spcAft>
                <a:spcPts val="0"/>
              </a:spcAft>
              <a:buClr>
                <a:schemeClr val="lt1"/>
              </a:buClr>
              <a:buSzPts val="1600"/>
              <a:buNone/>
              <a:defRPr sz="2133">
                <a:solidFill>
                  <a:schemeClr val="lt1"/>
                </a:solidFill>
              </a:defRPr>
            </a:lvl2pPr>
            <a:lvl3pPr lvl="2" rtl="0">
              <a:lnSpc>
                <a:spcPct val="100000"/>
              </a:lnSpc>
              <a:spcBef>
                <a:spcPts val="0"/>
              </a:spcBef>
              <a:spcAft>
                <a:spcPts val="0"/>
              </a:spcAft>
              <a:buClr>
                <a:schemeClr val="lt1"/>
              </a:buClr>
              <a:buSzPts val="1600"/>
              <a:buNone/>
              <a:defRPr sz="2133">
                <a:solidFill>
                  <a:schemeClr val="lt1"/>
                </a:solidFill>
              </a:defRPr>
            </a:lvl3pPr>
            <a:lvl4pPr lvl="3" rtl="0">
              <a:lnSpc>
                <a:spcPct val="100000"/>
              </a:lnSpc>
              <a:spcBef>
                <a:spcPts val="0"/>
              </a:spcBef>
              <a:spcAft>
                <a:spcPts val="0"/>
              </a:spcAft>
              <a:buClr>
                <a:schemeClr val="lt1"/>
              </a:buClr>
              <a:buSzPts val="1600"/>
              <a:buNone/>
              <a:defRPr sz="2133">
                <a:solidFill>
                  <a:schemeClr val="lt1"/>
                </a:solidFill>
              </a:defRPr>
            </a:lvl4pPr>
            <a:lvl5pPr lvl="4" rtl="0">
              <a:lnSpc>
                <a:spcPct val="100000"/>
              </a:lnSpc>
              <a:spcBef>
                <a:spcPts val="0"/>
              </a:spcBef>
              <a:spcAft>
                <a:spcPts val="0"/>
              </a:spcAft>
              <a:buClr>
                <a:schemeClr val="lt1"/>
              </a:buClr>
              <a:buSzPts val="1600"/>
              <a:buNone/>
              <a:defRPr sz="2133">
                <a:solidFill>
                  <a:schemeClr val="lt1"/>
                </a:solidFill>
              </a:defRPr>
            </a:lvl5pPr>
            <a:lvl6pPr lvl="5" rtl="0">
              <a:lnSpc>
                <a:spcPct val="100000"/>
              </a:lnSpc>
              <a:spcBef>
                <a:spcPts val="0"/>
              </a:spcBef>
              <a:spcAft>
                <a:spcPts val="0"/>
              </a:spcAft>
              <a:buClr>
                <a:schemeClr val="lt1"/>
              </a:buClr>
              <a:buSzPts val="1600"/>
              <a:buNone/>
              <a:defRPr sz="2133">
                <a:solidFill>
                  <a:schemeClr val="lt1"/>
                </a:solidFill>
              </a:defRPr>
            </a:lvl6pPr>
            <a:lvl7pPr lvl="6" rtl="0">
              <a:lnSpc>
                <a:spcPct val="100000"/>
              </a:lnSpc>
              <a:spcBef>
                <a:spcPts val="0"/>
              </a:spcBef>
              <a:spcAft>
                <a:spcPts val="0"/>
              </a:spcAft>
              <a:buClr>
                <a:schemeClr val="lt1"/>
              </a:buClr>
              <a:buSzPts val="1600"/>
              <a:buNone/>
              <a:defRPr sz="2133">
                <a:solidFill>
                  <a:schemeClr val="lt1"/>
                </a:solidFill>
              </a:defRPr>
            </a:lvl7pPr>
            <a:lvl8pPr lvl="7" rtl="0">
              <a:lnSpc>
                <a:spcPct val="100000"/>
              </a:lnSpc>
              <a:spcBef>
                <a:spcPts val="0"/>
              </a:spcBef>
              <a:spcAft>
                <a:spcPts val="0"/>
              </a:spcAft>
              <a:buClr>
                <a:schemeClr val="lt1"/>
              </a:buClr>
              <a:buSzPts val="1600"/>
              <a:buNone/>
              <a:defRPr sz="2133">
                <a:solidFill>
                  <a:schemeClr val="lt1"/>
                </a:solidFill>
              </a:defRPr>
            </a:lvl8pPr>
            <a:lvl9pPr lvl="8" rtl="0">
              <a:lnSpc>
                <a:spcPct val="100000"/>
              </a:lnSpc>
              <a:spcBef>
                <a:spcPts val="0"/>
              </a:spcBef>
              <a:spcAft>
                <a:spcPts val="0"/>
              </a:spcAft>
              <a:buClr>
                <a:schemeClr val="lt1"/>
              </a:buClr>
              <a:buSzPts val="1600"/>
              <a:buNone/>
              <a:defRPr sz="2133">
                <a:solidFill>
                  <a:schemeClr val="lt1"/>
                </a:solidFill>
              </a:defRPr>
            </a:lvl9pPr>
          </a:lstStyle>
          <a:p>
            <a:r>
              <a:rPr lang="en-US"/>
              <a:t>Click to edit Master subtitle style</a:t>
            </a:r>
            <a:endParaRPr/>
          </a:p>
        </p:txBody>
      </p:sp>
      <p:sp>
        <p:nvSpPr>
          <p:cNvPr id="130" name="Google Shape;130;p28"/>
          <p:cNvSpPr txBox="1">
            <a:spLocks noGrp="1"/>
          </p:cNvSpPr>
          <p:nvPr>
            <p:ph type="title" idx="7"/>
          </p:nvPr>
        </p:nvSpPr>
        <p:spPr>
          <a:xfrm>
            <a:off x="6770884" y="5318600"/>
            <a:ext cx="3636800" cy="500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1400"/>
              <a:buNone/>
              <a:defRPr sz="1867">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131" name="Google Shape;131;p28"/>
          <p:cNvSpPr txBox="1">
            <a:spLocks noGrp="1"/>
          </p:cNvSpPr>
          <p:nvPr>
            <p:ph type="subTitle" idx="8"/>
          </p:nvPr>
        </p:nvSpPr>
        <p:spPr>
          <a:xfrm>
            <a:off x="6770884" y="4456235"/>
            <a:ext cx="3636800" cy="80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600"/>
              <a:buNone/>
              <a:defRPr sz="2133">
                <a:solidFill>
                  <a:schemeClr val="lt1"/>
                </a:solidFill>
              </a:defRPr>
            </a:lvl1pPr>
            <a:lvl2pPr lvl="1" rtl="0">
              <a:lnSpc>
                <a:spcPct val="100000"/>
              </a:lnSpc>
              <a:spcBef>
                <a:spcPts val="0"/>
              </a:spcBef>
              <a:spcAft>
                <a:spcPts val="0"/>
              </a:spcAft>
              <a:buClr>
                <a:schemeClr val="lt1"/>
              </a:buClr>
              <a:buSzPts val="1600"/>
              <a:buNone/>
              <a:defRPr sz="2133">
                <a:solidFill>
                  <a:schemeClr val="lt1"/>
                </a:solidFill>
              </a:defRPr>
            </a:lvl2pPr>
            <a:lvl3pPr lvl="2" rtl="0">
              <a:lnSpc>
                <a:spcPct val="100000"/>
              </a:lnSpc>
              <a:spcBef>
                <a:spcPts val="0"/>
              </a:spcBef>
              <a:spcAft>
                <a:spcPts val="0"/>
              </a:spcAft>
              <a:buClr>
                <a:schemeClr val="lt1"/>
              </a:buClr>
              <a:buSzPts val="1600"/>
              <a:buNone/>
              <a:defRPr sz="2133">
                <a:solidFill>
                  <a:schemeClr val="lt1"/>
                </a:solidFill>
              </a:defRPr>
            </a:lvl3pPr>
            <a:lvl4pPr lvl="3" rtl="0">
              <a:lnSpc>
                <a:spcPct val="100000"/>
              </a:lnSpc>
              <a:spcBef>
                <a:spcPts val="0"/>
              </a:spcBef>
              <a:spcAft>
                <a:spcPts val="0"/>
              </a:spcAft>
              <a:buClr>
                <a:schemeClr val="lt1"/>
              </a:buClr>
              <a:buSzPts val="1600"/>
              <a:buNone/>
              <a:defRPr sz="2133">
                <a:solidFill>
                  <a:schemeClr val="lt1"/>
                </a:solidFill>
              </a:defRPr>
            </a:lvl4pPr>
            <a:lvl5pPr lvl="4" rtl="0">
              <a:lnSpc>
                <a:spcPct val="100000"/>
              </a:lnSpc>
              <a:spcBef>
                <a:spcPts val="0"/>
              </a:spcBef>
              <a:spcAft>
                <a:spcPts val="0"/>
              </a:spcAft>
              <a:buClr>
                <a:schemeClr val="lt1"/>
              </a:buClr>
              <a:buSzPts val="1600"/>
              <a:buNone/>
              <a:defRPr sz="2133">
                <a:solidFill>
                  <a:schemeClr val="lt1"/>
                </a:solidFill>
              </a:defRPr>
            </a:lvl5pPr>
            <a:lvl6pPr lvl="5" rtl="0">
              <a:lnSpc>
                <a:spcPct val="100000"/>
              </a:lnSpc>
              <a:spcBef>
                <a:spcPts val="0"/>
              </a:spcBef>
              <a:spcAft>
                <a:spcPts val="0"/>
              </a:spcAft>
              <a:buClr>
                <a:schemeClr val="lt1"/>
              </a:buClr>
              <a:buSzPts val="1600"/>
              <a:buNone/>
              <a:defRPr sz="2133">
                <a:solidFill>
                  <a:schemeClr val="lt1"/>
                </a:solidFill>
              </a:defRPr>
            </a:lvl6pPr>
            <a:lvl7pPr lvl="6" rtl="0">
              <a:lnSpc>
                <a:spcPct val="100000"/>
              </a:lnSpc>
              <a:spcBef>
                <a:spcPts val="0"/>
              </a:spcBef>
              <a:spcAft>
                <a:spcPts val="0"/>
              </a:spcAft>
              <a:buClr>
                <a:schemeClr val="lt1"/>
              </a:buClr>
              <a:buSzPts val="1600"/>
              <a:buNone/>
              <a:defRPr sz="2133">
                <a:solidFill>
                  <a:schemeClr val="lt1"/>
                </a:solidFill>
              </a:defRPr>
            </a:lvl7pPr>
            <a:lvl8pPr lvl="7" rtl="0">
              <a:lnSpc>
                <a:spcPct val="100000"/>
              </a:lnSpc>
              <a:spcBef>
                <a:spcPts val="0"/>
              </a:spcBef>
              <a:spcAft>
                <a:spcPts val="0"/>
              </a:spcAft>
              <a:buClr>
                <a:schemeClr val="lt1"/>
              </a:buClr>
              <a:buSzPts val="1600"/>
              <a:buNone/>
              <a:defRPr sz="2133">
                <a:solidFill>
                  <a:schemeClr val="lt1"/>
                </a:solidFill>
              </a:defRPr>
            </a:lvl8pPr>
            <a:lvl9pPr lvl="8" rtl="0">
              <a:lnSpc>
                <a:spcPct val="100000"/>
              </a:lnSpc>
              <a:spcBef>
                <a:spcPts val="0"/>
              </a:spcBef>
              <a:spcAft>
                <a:spcPts val="0"/>
              </a:spcAft>
              <a:buClr>
                <a:schemeClr val="lt1"/>
              </a:buClr>
              <a:buSzPts val="1600"/>
              <a:buNone/>
              <a:defRPr sz="2133">
                <a:solidFill>
                  <a:schemeClr val="lt1"/>
                </a:solidFill>
              </a:defRPr>
            </a:lvl9pPr>
          </a:lstStyle>
          <a:p>
            <a:r>
              <a:rPr lang="en-US"/>
              <a:t>Click to edit Master subtitle style</a:t>
            </a:r>
            <a:endParaRPr/>
          </a:p>
        </p:txBody>
      </p:sp>
    </p:spTree>
    <p:extLst>
      <p:ext uri="{BB962C8B-B14F-4D97-AF65-F5344CB8AC3E}">
        <p14:creationId xmlns:p14="http://schemas.microsoft.com/office/powerpoint/2010/main" val="1769577431"/>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 Text">
  <p:cSld name="Title + Text">
    <p:bg>
      <p:bgPr>
        <a:blipFill>
          <a:blip r:embed="rId2">
            <a:alphaModFix/>
          </a:blip>
          <a:stretch>
            <a:fillRect/>
          </a:stretch>
        </a:blipFill>
        <a:effectLst/>
      </p:bgPr>
    </p:bg>
    <p:spTree>
      <p:nvGrpSpPr>
        <p:cNvPr id="1" name="Shape 132"/>
        <p:cNvGrpSpPr/>
        <p:nvPr/>
      </p:nvGrpSpPr>
      <p:grpSpPr>
        <a:xfrm>
          <a:off x="0" y="0"/>
          <a:ext cx="0" cy="0"/>
          <a:chOff x="0" y="0"/>
          <a:chExt cx="0" cy="0"/>
        </a:xfrm>
      </p:grpSpPr>
      <p:sp>
        <p:nvSpPr>
          <p:cNvPr id="133" name="Google Shape;133;p29"/>
          <p:cNvSpPr txBox="1">
            <a:spLocks noGrp="1"/>
          </p:cNvSpPr>
          <p:nvPr>
            <p:ph type="subTitle" idx="1"/>
          </p:nvPr>
        </p:nvSpPr>
        <p:spPr>
          <a:xfrm>
            <a:off x="7756067" y="3247900"/>
            <a:ext cx="3408400" cy="27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r>
              <a:rPr lang="en-US"/>
              <a:t>Click to edit Master subtitle style</a:t>
            </a:r>
            <a:endParaRPr/>
          </a:p>
        </p:txBody>
      </p:sp>
      <p:sp>
        <p:nvSpPr>
          <p:cNvPr id="134" name="Google Shape;134;p29"/>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Tree>
    <p:extLst>
      <p:ext uri="{BB962C8B-B14F-4D97-AF65-F5344CB8AC3E}">
        <p14:creationId xmlns:p14="http://schemas.microsoft.com/office/powerpoint/2010/main" val="1597536154"/>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 Text 1">
  <p:cSld name="Title + Text 1">
    <p:bg>
      <p:bgPr>
        <a:blipFill>
          <a:blip r:embed="rId2">
            <a:alphaModFix/>
          </a:blip>
          <a:stretch>
            <a:fillRect/>
          </a:stretch>
        </a:blipFill>
        <a:effectLst/>
      </p:bgPr>
    </p:bg>
    <p:spTree>
      <p:nvGrpSpPr>
        <p:cNvPr id="1" name="Shape 135"/>
        <p:cNvGrpSpPr/>
        <p:nvPr/>
      </p:nvGrpSpPr>
      <p:grpSpPr>
        <a:xfrm>
          <a:off x="0" y="0"/>
          <a:ext cx="0" cy="0"/>
          <a:chOff x="0" y="0"/>
          <a:chExt cx="0" cy="0"/>
        </a:xfrm>
      </p:grpSpPr>
      <p:sp>
        <p:nvSpPr>
          <p:cNvPr id="136" name="Google Shape;136;p30"/>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137" name="Google Shape;137;p30"/>
          <p:cNvSpPr txBox="1">
            <a:spLocks noGrp="1"/>
          </p:cNvSpPr>
          <p:nvPr>
            <p:ph type="subTitle" idx="1"/>
          </p:nvPr>
        </p:nvSpPr>
        <p:spPr>
          <a:xfrm>
            <a:off x="1251333" y="3247900"/>
            <a:ext cx="3408400" cy="27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r>
              <a:rPr lang="en-US"/>
              <a:t>Click to edit Master subtitle style</a:t>
            </a:r>
            <a:endParaRPr/>
          </a:p>
        </p:txBody>
      </p:sp>
    </p:spTree>
    <p:extLst>
      <p:ext uri="{BB962C8B-B14F-4D97-AF65-F5344CB8AC3E}">
        <p14:creationId xmlns:p14="http://schemas.microsoft.com/office/powerpoint/2010/main" val="4099218186"/>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 Text 2">
  <p:cSld name="Title + Text 2">
    <p:bg>
      <p:bgPr>
        <a:blipFill>
          <a:blip r:embed="rId2">
            <a:alphaModFix/>
          </a:blip>
          <a:stretch>
            <a:fillRect/>
          </a:stretch>
        </a:blipFill>
        <a:effectLst/>
      </p:bgPr>
    </p:bg>
    <p:spTree>
      <p:nvGrpSpPr>
        <p:cNvPr id="1" name="Shape 138"/>
        <p:cNvGrpSpPr/>
        <p:nvPr/>
      </p:nvGrpSpPr>
      <p:grpSpPr>
        <a:xfrm>
          <a:off x="0" y="0"/>
          <a:ext cx="0" cy="0"/>
          <a:chOff x="0" y="0"/>
          <a:chExt cx="0" cy="0"/>
        </a:xfrm>
      </p:grpSpPr>
      <p:sp>
        <p:nvSpPr>
          <p:cNvPr id="139" name="Google Shape;139;p31"/>
          <p:cNvSpPr txBox="1">
            <a:spLocks noGrp="1"/>
          </p:cNvSpPr>
          <p:nvPr>
            <p:ph type="title"/>
          </p:nvPr>
        </p:nvSpPr>
        <p:spPr>
          <a:xfrm>
            <a:off x="1251333" y="593367"/>
            <a:ext cx="7647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140" name="Google Shape;140;p31"/>
          <p:cNvSpPr txBox="1">
            <a:spLocks noGrp="1"/>
          </p:cNvSpPr>
          <p:nvPr>
            <p:ph type="subTitle" idx="1"/>
          </p:nvPr>
        </p:nvSpPr>
        <p:spPr>
          <a:xfrm>
            <a:off x="7756067" y="3247900"/>
            <a:ext cx="3408400" cy="27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r>
              <a:rPr lang="en-US"/>
              <a:t>Click to edit Master subtitle style</a:t>
            </a:r>
            <a:endParaRPr/>
          </a:p>
        </p:txBody>
      </p:sp>
    </p:spTree>
    <p:extLst>
      <p:ext uri="{BB962C8B-B14F-4D97-AF65-F5344CB8AC3E}">
        <p14:creationId xmlns:p14="http://schemas.microsoft.com/office/powerpoint/2010/main" val="619110776"/>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One Column">
  <p:cSld name="One Column">
    <p:bg>
      <p:bgPr>
        <a:blipFill>
          <a:blip r:embed="rId2">
            <a:alphaModFix/>
          </a:blip>
          <a:stretch>
            <a:fillRect/>
          </a:stretch>
        </a:blipFill>
        <a:effectLst/>
      </p:bgPr>
    </p:bg>
    <p:spTree>
      <p:nvGrpSpPr>
        <p:cNvPr id="1" name="Shape 141"/>
        <p:cNvGrpSpPr/>
        <p:nvPr/>
      </p:nvGrpSpPr>
      <p:grpSpPr>
        <a:xfrm>
          <a:off x="0" y="0"/>
          <a:ext cx="0" cy="0"/>
          <a:chOff x="0" y="0"/>
          <a:chExt cx="0" cy="0"/>
        </a:xfrm>
      </p:grpSpPr>
      <p:sp>
        <p:nvSpPr>
          <p:cNvPr id="142" name="Google Shape;142;p32"/>
          <p:cNvSpPr txBox="1">
            <a:spLocks noGrp="1"/>
          </p:cNvSpPr>
          <p:nvPr>
            <p:ph type="title"/>
          </p:nvPr>
        </p:nvSpPr>
        <p:spPr>
          <a:xfrm>
            <a:off x="2750400" y="3256067"/>
            <a:ext cx="6691200" cy="79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r>
              <a:rPr lang="en-US"/>
              <a:t>Click to edit Master title style</a:t>
            </a:r>
            <a:endParaRPr/>
          </a:p>
        </p:txBody>
      </p:sp>
      <p:sp>
        <p:nvSpPr>
          <p:cNvPr id="143" name="Google Shape;143;p32"/>
          <p:cNvSpPr txBox="1">
            <a:spLocks noGrp="1"/>
          </p:cNvSpPr>
          <p:nvPr>
            <p:ph type="subTitle" idx="1"/>
          </p:nvPr>
        </p:nvSpPr>
        <p:spPr>
          <a:xfrm>
            <a:off x="3862000" y="4521767"/>
            <a:ext cx="4468000" cy="15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r>
              <a:rPr lang="en-US"/>
              <a:t>Click to edit Master subtitle style</a:t>
            </a:r>
            <a:endParaRPr/>
          </a:p>
        </p:txBody>
      </p:sp>
    </p:spTree>
    <p:extLst>
      <p:ext uri="{BB962C8B-B14F-4D97-AF65-F5344CB8AC3E}">
        <p14:creationId xmlns:p14="http://schemas.microsoft.com/office/powerpoint/2010/main" val="453643592"/>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anks + Credits">
  <p:cSld name="Thanks + Credits">
    <p:bg>
      <p:bgPr>
        <a:blipFill>
          <a:blip r:embed="rId2">
            <a:alphaModFix/>
          </a:blip>
          <a:stretch>
            <a:fillRect/>
          </a:stretch>
        </a:blipFill>
        <a:effectLst/>
      </p:bgPr>
    </p:bg>
    <p:spTree>
      <p:nvGrpSpPr>
        <p:cNvPr id="1" name="Shape 144"/>
        <p:cNvGrpSpPr/>
        <p:nvPr/>
      </p:nvGrpSpPr>
      <p:grpSpPr>
        <a:xfrm>
          <a:off x="0" y="0"/>
          <a:ext cx="0" cy="0"/>
          <a:chOff x="0" y="0"/>
          <a:chExt cx="0" cy="0"/>
        </a:xfrm>
      </p:grpSpPr>
      <p:sp>
        <p:nvSpPr>
          <p:cNvPr id="145" name="Google Shape;145;p33"/>
          <p:cNvSpPr txBox="1">
            <a:spLocks noGrp="1"/>
          </p:cNvSpPr>
          <p:nvPr>
            <p:ph type="title"/>
          </p:nvPr>
        </p:nvSpPr>
        <p:spPr>
          <a:xfrm>
            <a:off x="1233160" y="1013833"/>
            <a:ext cx="4091600" cy="7984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4800">
                <a:solidFill>
                  <a:schemeClr val="l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r>
              <a:rPr lang="en-US"/>
              <a:t>Click to edit Master title style</a:t>
            </a:r>
            <a:endParaRPr/>
          </a:p>
        </p:txBody>
      </p:sp>
      <p:sp>
        <p:nvSpPr>
          <p:cNvPr id="146" name="Google Shape;146;p33"/>
          <p:cNvSpPr txBox="1">
            <a:spLocks noGrp="1"/>
          </p:cNvSpPr>
          <p:nvPr>
            <p:ph type="subTitle" idx="1"/>
          </p:nvPr>
        </p:nvSpPr>
        <p:spPr>
          <a:xfrm>
            <a:off x="1233167" y="2245700"/>
            <a:ext cx="4407200" cy="145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None/>
              <a:defRPr sz="1867">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a:r>
              <a:rPr lang="en-US"/>
              <a:t>Click to edit Master subtitle style</a:t>
            </a:r>
            <a:endParaRPr/>
          </a:p>
        </p:txBody>
      </p:sp>
      <p:sp>
        <p:nvSpPr>
          <p:cNvPr id="147" name="Google Shape;147;p33"/>
          <p:cNvSpPr txBox="1"/>
          <p:nvPr/>
        </p:nvSpPr>
        <p:spPr>
          <a:xfrm>
            <a:off x="1233167" y="4760000"/>
            <a:ext cx="4407200" cy="8892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333">
                <a:solidFill>
                  <a:schemeClr val="accent1"/>
                </a:solidFill>
                <a:latin typeface="Montserrat Medium"/>
                <a:ea typeface="Montserrat Medium"/>
                <a:cs typeface="Montserrat Medium"/>
                <a:sym typeface="Montserrat Medium"/>
              </a:rPr>
              <a:t>CREDITS: This presentation template was created by </a:t>
            </a:r>
            <a:r>
              <a:rPr lang="en" sz="1333">
                <a:solidFill>
                  <a:schemeClr val="accent1"/>
                </a:solidFill>
                <a:uFill>
                  <a:noFill/>
                </a:uFill>
                <a:latin typeface="Montserrat Medium"/>
                <a:ea typeface="Montserrat Medium"/>
                <a:cs typeface="Montserrat Medium"/>
                <a:sym typeface="Montserrat Medium"/>
                <a:hlinkClick r:id="rId3">
                  <a:extLst>
                    <a:ext uri="{A12FA001-AC4F-418D-AE19-62706E023703}">
                      <ahyp:hlinkClr xmlns:ahyp="http://schemas.microsoft.com/office/drawing/2018/hyperlinkcolor" val="tx"/>
                    </a:ext>
                  </a:extLst>
                </a:hlinkClick>
              </a:rPr>
              <a:t>Slidesgo</a:t>
            </a:r>
            <a:r>
              <a:rPr lang="en" sz="1333">
                <a:solidFill>
                  <a:schemeClr val="accent1"/>
                </a:solidFill>
                <a:latin typeface="Montserrat Medium"/>
                <a:ea typeface="Montserrat Medium"/>
                <a:cs typeface="Montserrat Medium"/>
                <a:sym typeface="Montserrat Medium"/>
              </a:rPr>
              <a:t>, including icons by </a:t>
            </a:r>
            <a:r>
              <a:rPr lang="en" sz="1333">
                <a:solidFill>
                  <a:schemeClr val="accent1"/>
                </a:solidFill>
                <a:uFill>
                  <a:noFill/>
                </a:uFill>
                <a:latin typeface="Montserrat Medium"/>
                <a:ea typeface="Montserrat Medium"/>
                <a:cs typeface="Montserrat Medium"/>
                <a:sym typeface="Montserrat Medium"/>
                <a:hlinkClick r:id="rId4">
                  <a:extLst>
                    <a:ext uri="{A12FA001-AC4F-418D-AE19-62706E023703}">
                      <ahyp:hlinkClr xmlns:ahyp="http://schemas.microsoft.com/office/drawing/2018/hyperlinkcolor" val="tx"/>
                    </a:ext>
                  </a:extLst>
                </a:hlinkClick>
              </a:rPr>
              <a:t>Flaticon</a:t>
            </a:r>
            <a:r>
              <a:rPr lang="en" sz="1333">
                <a:solidFill>
                  <a:schemeClr val="accent1"/>
                </a:solidFill>
                <a:latin typeface="Montserrat Medium"/>
                <a:ea typeface="Montserrat Medium"/>
                <a:cs typeface="Montserrat Medium"/>
                <a:sym typeface="Montserrat Medium"/>
              </a:rPr>
              <a:t>, and infographics &amp; images by </a:t>
            </a:r>
            <a:r>
              <a:rPr lang="en" sz="1333">
                <a:solidFill>
                  <a:schemeClr val="accent1"/>
                </a:solidFill>
                <a:uFill>
                  <a:noFill/>
                </a:uFill>
                <a:latin typeface="Montserrat Medium"/>
                <a:ea typeface="Montserrat Medium"/>
                <a:cs typeface="Montserrat Medium"/>
                <a:sym typeface="Montserrat Medium"/>
                <a:hlinkClick r:id="rId5">
                  <a:extLst>
                    <a:ext uri="{A12FA001-AC4F-418D-AE19-62706E023703}">
                      <ahyp:hlinkClr xmlns:ahyp="http://schemas.microsoft.com/office/drawing/2018/hyperlinkcolor" val="tx"/>
                    </a:ext>
                  </a:extLst>
                </a:hlinkClick>
              </a:rPr>
              <a:t>Freepik</a:t>
            </a:r>
            <a:r>
              <a:rPr lang="en" sz="1333">
                <a:solidFill>
                  <a:schemeClr val="accent1"/>
                </a:solidFill>
                <a:latin typeface="Montserrat Medium"/>
                <a:ea typeface="Montserrat Medium"/>
                <a:cs typeface="Montserrat Medium"/>
                <a:sym typeface="Montserrat Medium"/>
              </a:rPr>
              <a:t>. </a:t>
            </a:r>
            <a:endParaRPr sz="1333">
              <a:solidFill>
                <a:schemeClr val="accent1"/>
              </a:solidFill>
              <a:latin typeface="Montserrat Medium"/>
              <a:ea typeface="Montserrat Medium"/>
              <a:cs typeface="Montserrat Medium"/>
              <a:sym typeface="Montserrat Medium"/>
            </a:endParaRPr>
          </a:p>
          <a:p>
            <a:pPr marL="0" lvl="0" indent="0" algn="l" rtl="0">
              <a:spcBef>
                <a:spcPts val="400"/>
              </a:spcBef>
              <a:spcAft>
                <a:spcPts val="0"/>
              </a:spcAft>
              <a:buNone/>
            </a:pPr>
            <a:endParaRPr sz="1333">
              <a:solidFill>
                <a:schemeClr val="accent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2305607718"/>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 Bullet points 1">
  <p:cSld name="Title + Bullet points 1">
    <p:bg>
      <p:bgPr>
        <a:blipFill>
          <a:blip r:embed="rId2">
            <a:alphaModFix/>
          </a:blip>
          <a:stretch>
            <a:fillRect/>
          </a:stretch>
        </a:blipFill>
        <a:effectLst/>
      </p:bgPr>
    </p:bg>
    <p:spTree>
      <p:nvGrpSpPr>
        <p:cNvPr id="1" name="Shape 148"/>
        <p:cNvGrpSpPr/>
        <p:nvPr/>
      </p:nvGrpSpPr>
      <p:grpSpPr>
        <a:xfrm>
          <a:off x="0" y="0"/>
          <a:ext cx="0" cy="0"/>
          <a:chOff x="0" y="0"/>
          <a:chExt cx="0" cy="0"/>
        </a:xfrm>
      </p:grpSpPr>
      <p:sp>
        <p:nvSpPr>
          <p:cNvPr id="149" name="Google Shape;149;p34"/>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150" name="Google Shape;150;p34"/>
          <p:cNvSpPr txBox="1">
            <a:spLocks noGrp="1"/>
          </p:cNvSpPr>
          <p:nvPr>
            <p:ph type="body" idx="1"/>
          </p:nvPr>
        </p:nvSpPr>
        <p:spPr>
          <a:xfrm>
            <a:off x="1251333" y="2212367"/>
            <a:ext cx="6595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pPr lvl="0"/>
            <a:r>
              <a:rPr lang="en-US"/>
              <a:t>Click to edit Master text styles</a:t>
            </a:r>
          </a:p>
        </p:txBody>
      </p:sp>
    </p:spTree>
    <p:extLst>
      <p:ext uri="{BB962C8B-B14F-4D97-AF65-F5344CB8AC3E}">
        <p14:creationId xmlns:p14="http://schemas.microsoft.com/office/powerpoint/2010/main" val="804630244"/>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 list">
  <p:cSld name="Title + list">
    <p:bg>
      <p:bgPr>
        <a:blipFill>
          <a:blip r:embed="rId2">
            <a:alphaModFix/>
          </a:blip>
          <a:stretch>
            <a:fillRect/>
          </a:stretch>
        </a:blipFill>
        <a:effectLst/>
      </p:bgPr>
    </p:bg>
    <p:spTree>
      <p:nvGrpSpPr>
        <p:cNvPr id="1" name="Shape 151"/>
        <p:cNvGrpSpPr/>
        <p:nvPr/>
      </p:nvGrpSpPr>
      <p:grpSpPr>
        <a:xfrm>
          <a:off x="0" y="0"/>
          <a:ext cx="0" cy="0"/>
          <a:chOff x="0" y="0"/>
          <a:chExt cx="0" cy="0"/>
        </a:xfrm>
      </p:grpSpPr>
      <p:sp>
        <p:nvSpPr>
          <p:cNvPr id="152" name="Google Shape;152;p3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153" name="Google Shape;153;p35"/>
          <p:cNvSpPr txBox="1">
            <a:spLocks noGrp="1"/>
          </p:cNvSpPr>
          <p:nvPr>
            <p:ph type="body" idx="1"/>
          </p:nvPr>
        </p:nvSpPr>
        <p:spPr>
          <a:xfrm>
            <a:off x="6716700"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pPr lvl="0"/>
            <a:r>
              <a:rPr lang="en-US"/>
              <a:t>Click to edit Master text styles</a:t>
            </a:r>
          </a:p>
        </p:txBody>
      </p:sp>
    </p:spTree>
    <p:extLst>
      <p:ext uri="{BB962C8B-B14F-4D97-AF65-F5344CB8AC3E}">
        <p14:creationId xmlns:p14="http://schemas.microsoft.com/office/powerpoint/2010/main" val="2255575146"/>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D68A8-20ED-EEA4-04DE-75124533E9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C23198-8CDA-9F62-5DE6-5B86D92747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A7E56B-D594-320F-762A-4122DB7F4459}"/>
              </a:ext>
            </a:extLst>
          </p:cNvPr>
          <p:cNvSpPr>
            <a:spLocks noGrp="1"/>
          </p:cNvSpPr>
          <p:nvPr>
            <p:ph type="dt" sz="half"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508457FB-19EC-4955-AF55-588E6A95E923}" type="datetime1">
              <a:rPr lang="en-US" smtClean="0"/>
              <a:pPr/>
              <a:t>12/23/2025</a:t>
            </a:fld>
            <a:endParaRPr lang="en-US"/>
          </a:p>
        </p:txBody>
      </p:sp>
      <p:sp>
        <p:nvSpPr>
          <p:cNvPr id="5" name="Footer Placeholder 4">
            <a:extLst>
              <a:ext uri="{FF2B5EF4-FFF2-40B4-BE49-F238E27FC236}">
                <a16:creationId xmlns:a16="http://schemas.microsoft.com/office/drawing/2014/main" id="{997A207A-0D4C-A08F-8656-6E2E6D2C00FD}"/>
              </a:ext>
            </a:extLst>
          </p:cNvPr>
          <p:cNvSpPr>
            <a:spLocks noGrp="1"/>
          </p:cNvSpPr>
          <p:nvPr>
            <p:ph type="ftr" sz="quarter" idx="1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a:p>
        </p:txBody>
      </p:sp>
      <p:sp>
        <p:nvSpPr>
          <p:cNvPr id="6" name="Slide Number Placeholder 5">
            <a:extLst>
              <a:ext uri="{FF2B5EF4-FFF2-40B4-BE49-F238E27FC236}">
                <a16:creationId xmlns:a16="http://schemas.microsoft.com/office/drawing/2014/main" id="{5983B130-546A-CB47-741C-352FE5AB6862}"/>
              </a:ext>
            </a:extLst>
          </p:cNvPr>
          <p:cNvSpPr>
            <a:spLocks noGrp="1"/>
          </p:cNvSpPr>
          <p:nvPr>
            <p:ph type="sldNum" sz="quarter" idx="12"/>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2951E007-95BD-4179-9F64-0AC30A6B97F9}" type="slidenum">
              <a:rPr lang="en-US" smtClean="0"/>
              <a:pPr/>
              <a:t>‹#›</a:t>
            </a:fld>
            <a:endParaRPr lang="en-US"/>
          </a:p>
        </p:txBody>
      </p:sp>
    </p:spTree>
    <p:extLst>
      <p:ext uri="{BB962C8B-B14F-4D97-AF65-F5344CB8AC3E}">
        <p14:creationId xmlns:p14="http://schemas.microsoft.com/office/powerpoint/2010/main" val="2620197098"/>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57"/>
        <p:cNvGrpSpPr/>
        <p:nvPr/>
      </p:nvGrpSpPr>
      <p:grpSpPr>
        <a:xfrm>
          <a:off x="0" y="0"/>
          <a:ext cx="0" cy="0"/>
          <a:chOff x="0" y="0"/>
          <a:chExt cx="0" cy="0"/>
        </a:xfrm>
      </p:grpSpPr>
    </p:spTree>
    <p:extLst>
      <p:ext uri="{BB962C8B-B14F-4D97-AF65-F5344CB8AC3E}">
        <p14:creationId xmlns:p14="http://schemas.microsoft.com/office/powerpoint/2010/main" val="704429586"/>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995A5-850D-503C-9DDF-1B28A31C91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AB0D89-CEB9-417C-535F-D957A0361B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67829D-A3F7-4CEF-51AE-DDE0919D261D}"/>
              </a:ext>
            </a:extLst>
          </p:cNvPr>
          <p:cNvSpPr>
            <a:spLocks noGrp="1"/>
          </p:cNvSpPr>
          <p:nvPr>
            <p:ph type="dt" sz="half" idx="10"/>
          </p:nvPr>
        </p:nvSpPr>
        <p:spPr/>
        <p:txBody>
          <a:bodyPr/>
          <a:lstStyle/>
          <a:p>
            <a:fld id="{46C75CEB-A1A9-49F5-A4E4-DC0C656DACCB}" type="datetime1">
              <a:rPr lang="en-US" smtClean="0"/>
              <a:t>12/23/2025</a:t>
            </a:fld>
            <a:endParaRPr lang="he-IL"/>
          </a:p>
        </p:txBody>
      </p:sp>
      <p:sp>
        <p:nvSpPr>
          <p:cNvPr id="5" name="Footer Placeholder 4">
            <a:extLst>
              <a:ext uri="{FF2B5EF4-FFF2-40B4-BE49-F238E27FC236}">
                <a16:creationId xmlns:a16="http://schemas.microsoft.com/office/drawing/2014/main" id="{50B7D3BE-B19C-CA1B-F693-99FA59B5CCBC}"/>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B423FA6F-9BD2-0CB6-BD23-37824C126376}"/>
              </a:ext>
            </a:extLst>
          </p:cNvPr>
          <p:cNvSpPr>
            <a:spLocks noGrp="1"/>
          </p:cNvSpPr>
          <p:nvPr>
            <p:ph type="sldNum" sz="quarter" idx="12"/>
          </p:nvPr>
        </p:nvSpPr>
        <p:spPr/>
        <p:txBody>
          <a:bodyPr/>
          <a:lstStyle/>
          <a:p>
            <a:fld id="{3D6DEDC6-37B9-49D6-9C82-7AA5D5EABF0A}" type="slidenum">
              <a:rPr lang="he-IL" smtClean="0"/>
              <a:t>‹#›</a:t>
            </a:fld>
            <a:endParaRPr lang="he-IL"/>
          </a:p>
        </p:txBody>
      </p:sp>
    </p:spTree>
    <p:extLst>
      <p:ext uri="{BB962C8B-B14F-4D97-AF65-F5344CB8AC3E}">
        <p14:creationId xmlns:p14="http://schemas.microsoft.com/office/powerpoint/2010/main" val="2135998256"/>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32345-2A9F-695D-2BA9-121408D20E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D1FF4B-1E42-18B0-12FC-73F0619DA6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8C4E90-4494-2C94-4678-34B5552095AA}"/>
              </a:ext>
            </a:extLst>
          </p:cNvPr>
          <p:cNvSpPr>
            <a:spLocks noGrp="1"/>
          </p:cNvSpPr>
          <p:nvPr>
            <p:ph type="dt" sz="half" idx="10"/>
          </p:nvPr>
        </p:nvSpPr>
        <p:spPr/>
        <p:txBody>
          <a:bodyPr/>
          <a:lstStyle/>
          <a:p>
            <a:fld id="{0FCEBE11-BB62-424B-A756-C65E723DAFCB}" type="datetime1">
              <a:rPr lang="en-US" smtClean="0"/>
              <a:t>12/23/2025</a:t>
            </a:fld>
            <a:endParaRPr lang="en-US"/>
          </a:p>
        </p:txBody>
      </p:sp>
      <p:sp>
        <p:nvSpPr>
          <p:cNvPr id="5" name="Footer Placeholder 4">
            <a:extLst>
              <a:ext uri="{FF2B5EF4-FFF2-40B4-BE49-F238E27FC236}">
                <a16:creationId xmlns:a16="http://schemas.microsoft.com/office/drawing/2014/main" id="{43226537-96B2-A69B-2877-8E41503219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5E9EAE-BBB1-7CED-062B-C426A14ED086}"/>
              </a:ext>
            </a:extLst>
          </p:cNvPr>
          <p:cNvSpPr>
            <a:spLocks noGrp="1"/>
          </p:cNvSpPr>
          <p:nvPr>
            <p:ph type="sldNum" sz="quarter" idx="12"/>
          </p:nvPr>
        </p:nvSpPr>
        <p:spPr/>
        <p:txBody>
          <a:bodyPr/>
          <a:lstStyle/>
          <a:p>
            <a:fld id="{2951E007-95BD-4179-9F64-0AC30A6B97F9}" type="slidenum">
              <a:rPr lang="en-US" smtClean="0"/>
              <a:t>‹#›</a:t>
            </a:fld>
            <a:endParaRPr lang="en-US"/>
          </a:p>
        </p:txBody>
      </p:sp>
    </p:spTree>
    <p:extLst>
      <p:ext uri="{BB962C8B-B14F-4D97-AF65-F5344CB8AC3E}">
        <p14:creationId xmlns:p14="http://schemas.microsoft.com/office/powerpoint/2010/main" val="376752276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927A4-F7B8-8148-E19E-19189BF05B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1EF086-C614-2E92-358E-7BAB878D75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CA7E93-D6FF-F9AA-2676-74CFDCEBADD4}"/>
              </a:ext>
            </a:extLst>
          </p:cNvPr>
          <p:cNvSpPr>
            <a:spLocks noGrp="1"/>
          </p:cNvSpPr>
          <p:nvPr>
            <p:ph type="dt" sz="half" idx="10"/>
          </p:nvPr>
        </p:nvSpPr>
        <p:spPr/>
        <p:txBody>
          <a:bodyPr/>
          <a:lstStyle/>
          <a:p>
            <a:fld id="{984DE4A1-1FB9-4835-9F57-8B64362C1A03}" type="datetime1">
              <a:rPr lang="en-US" smtClean="0"/>
              <a:t>12/23/2025</a:t>
            </a:fld>
            <a:endParaRPr lang="he-IL"/>
          </a:p>
        </p:txBody>
      </p:sp>
      <p:sp>
        <p:nvSpPr>
          <p:cNvPr id="5" name="Footer Placeholder 4">
            <a:extLst>
              <a:ext uri="{FF2B5EF4-FFF2-40B4-BE49-F238E27FC236}">
                <a16:creationId xmlns:a16="http://schemas.microsoft.com/office/drawing/2014/main" id="{0954A0FB-FC3F-02AF-633D-66AFF049C22B}"/>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9D59B2CE-C32E-5F4A-450C-99E9F6A63A90}"/>
              </a:ext>
            </a:extLst>
          </p:cNvPr>
          <p:cNvSpPr>
            <a:spLocks noGrp="1"/>
          </p:cNvSpPr>
          <p:nvPr>
            <p:ph type="sldNum" sz="quarter" idx="12"/>
          </p:nvPr>
        </p:nvSpPr>
        <p:spPr/>
        <p:txBody>
          <a:bodyPr/>
          <a:lstStyle/>
          <a:p>
            <a:fld id="{3D6DEDC6-37B9-49D6-9C82-7AA5D5EABF0A}" type="slidenum">
              <a:rPr lang="he-IL" smtClean="0"/>
              <a:t>‹#›</a:t>
            </a:fld>
            <a:endParaRPr lang="he-IL"/>
          </a:p>
        </p:txBody>
      </p:sp>
    </p:spTree>
    <p:extLst>
      <p:ext uri="{BB962C8B-B14F-4D97-AF65-F5344CB8AC3E}">
        <p14:creationId xmlns:p14="http://schemas.microsoft.com/office/powerpoint/2010/main" val="440650643"/>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B541F-6054-50DC-184A-948D6CD9C4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2D04E2-DBF6-2C16-F157-59A664A89E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4DC951-E5B6-4BD8-F0C5-CFA609BF90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55A7CE-7A42-0DF5-A77C-B6183EE5ABBE}"/>
              </a:ext>
            </a:extLst>
          </p:cNvPr>
          <p:cNvSpPr>
            <a:spLocks noGrp="1"/>
          </p:cNvSpPr>
          <p:nvPr>
            <p:ph type="dt" sz="half" idx="10"/>
          </p:nvPr>
        </p:nvSpPr>
        <p:spPr/>
        <p:txBody>
          <a:bodyPr/>
          <a:lstStyle/>
          <a:p>
            <a:fld id="{74D74FB5-E7D9-4010-8DCD-11B8C8B129A0}" type="datetime1">
              <a:rPr lang="en-US" smtClean="0"/>
              <a:t>12/23/2025</a:t>
            </a:fld>
            <a:endParaRPr lang="he-IL"/>
          </a:p>
        </p:txBody>
      </p:sp>
      <p:sp>
        <p:nvSpPr>
          <p:cNvPr id="6" name="Footer Placeholder 5">
            <a:extLst>
              <a:ext uri="{FF2B5EF4-FFF2-40B4-BE49-F238E27FC236}">
                <a16:creationId xmlns:a16="http://schemas.microsoft.com/office/drawing/2014/main" id="{3425FE5D-EF4F-D8E0-DA6A-1AF9E36545F6}"/>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08F9EEDE-39A7-BDAC-F29D-37263D0F89B2}"/>
              </a:ext>
            </a:extLst>
          </p:cNvPr>
          <p:cNvSpPr>
            <a:spLocks noGrp="1"/>
          </p:cNvSpPr>
          <p:nvPr>
            <p:ph type="sldNum" sz="quarter" idx="12"/>
          </p:nvPr>
        </p:nvSpPr>
        <p:spPr/>
        <p:txBody>
          <a:bodyPr/>
          <a:lstStyle/>
          <a:p>
            <a:fld id="{3D6DEDC6-37B9-49D6-9C82-7AA5D5EABF0A}" type="slidenum">
              <a:rPr lang="he-IL" smtClean="0"/>
              <a:t>‹#›</a:t>
            </a:fld>
            <a:endParaRPr lang="he-IL"/>
          </a:p>
        </p:txBody>
      </p:sp>
    </p:spTree>
    <p:extLst>
      <p:ext uri="{BB962C8B-B14F-4D97-AF65-F5344CB8AC3E}">
        <p14:creationId xmlns:p14="http://schemas.microsoft.com/office/powerpoint/2010/main" val="410754960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6C618-BB23-6227-5DA6-C6926C32F1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ED5AD6-D66C-A418-BD36-59AD692DE7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A8DC9F-433B-64B7-A6C2-F23CEAAC62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8E36C6-6F56-5A5C-4F4F-B48CB92194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0152D7-B8E2-7D68-CBDA-06687254D8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2CBD37A-7A8B-4457-E447-83053E1E61B4}"/>
              </a:ext>
            </a:extLst>
          </p:cNvPr>
          <p:cNvSpPr>
            <a:spLocks noGrp="1"/>
          </p:cNvSpPr>
          <p:nvPr>
            <p:ph type="dt" sz="half" idx="10"/>
          </p:nvPr>
        </p:nvSpPr>
        <p:spPr/>
        <p:txBody>
          <a:bodyPr/>
          <a:lstStyle/>
          <a:p>
            <a:fld id="{32433C64-1AF0-42CC-B045-DD9411D34ABA}" type="datetime1">
              <a:rPr lang="en-US" smtClean="0"/>
              <a:t>12/23/2025</a:t>
            </a:fld>
            <a:endParaRPr lang="he-IL"/>
          </a:p>
        </p:txBody>
      </p:sp>
      <p:sp>
        <p:nvSpPr>
          <p:cNvPr id="8" name="Footer Placeholder 7">
            <a:extLst>
              <a:ext uri="{FF2B5EF4-FFF2-40B4-BE49-F238E27FC236}">
                <a16:creationId xmlns:a16="http://schemas.microsoft.com/office/drawing/2014/main" id="{A23F2EAC-8ED1-8CCB-FD37-62FEF998D8E8}"/>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BF699486-1C0D-15AB-CAC2-21448E23A1B4}"/>
              </a:ext>
            </a:extLst>
          </p:cNvPr>
          <p:cNvSpPr>
            <a:spLocks noGrp="1"/>
          </p:cNvSpPr>
          <p:nvPr>
            <p:ph type="sldNum" sz="quarter" idx="12"/>
          </p:nvPr>
        </p:nvSpPr>
        <p:spPr/>
        <p:txBody>
          <a:bodyPr/>
          <a:lstStyle/>
          <a:p>
            <a:fld id="{3D6DEDC6-37B9-49D6-9C82-7AA5D5EABF0A}" type="slidenum">
              <a:rPr lang="he-IL" smtClean="0"/>
              <a:t>‹#›</a:t>
            </a:fld>
            <a:endParaRPr lang="he-IL"/>
          </a:p>
        </p:txBody>
      </p:sp>
    </p:spTree>
    <p:extLst>
      <p:ext uri="{BB962C8B-B14F-4D97-AF65-F5344CB8AC3E}">
        <p14:creationId xmlns:p14="http://schemas.microsoft.com/office/powerpoint/2010/main" val="3321334350"/>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0479E-BA65-8899-5A05-5273AF7BE0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3AC004-766F-530F-C4ED-2020CD419BCB}"/>
              </a:ext>
            </a:extLst>
          </p:cNvPr>
          <p:cNvSpPr>
            <a:spLocks noGrp="1"/>
          </p:cNvSpPr>
          <p:nvPr>
            <p:ph type="dt" sz="half" idx="10"/>
          </p:nvPr>
        </p:nvSpPr>
        <p:spPr/>
        <p:txBody>
          <a:bodyPr/>
          <a:lstStyle/>
          <a:p>
            <a:fld id="{197D977D-0EA6-4B6E-ABCE-A7D63F544FE5}" type="datetime1">
              <a:rPr lang="en-US" smtClean="0"/>
              <a:t>12/23/2025</a:t>
            </a:fld>
            <a:endParaRPr lang="he-IL"/>
          </a:p>
        </p:txBody>
      </p:sp>
      <p:sp>
        <p:nvSpPr>
          <p:cNvPr id="4" name="Footer Placeholder 3">
            <a:extLst>
              <a:ext uri="{FF2B5EF4-FFF2-40B4-BE49-F238E27FC236}">
                <a16:creationId xmlns:a16="http://schemas.microsoft.com/office/drawing/2014/main" id="{4BAC16DC-41D8-53CA-6B04-F20311D447C3}"/>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3B8C5A64-17AC-DD9E-DC4C-CCB35556E0B2}"/>
              </a:ext>
            </a:extLst>
          </p:cNvPr>
          <p:cNvSpPr>
            <a:spLocks noGrp="1"/>
          </p:cNvSpPr>
          <p:nvPr>
            <p:ph type="sldNum" sz="quarter" idx="12"/>
          </p:nvPr>
        </p:nvSpPr>
        <p:spPr/>
        <p:txBody>
          <a:bodyPr/>
          <a:lstStyle/>
          <a:p>
            <a:fld id="{3D6DEDC6-37B9-49D6-9C82-7AA5D5EABF0A}" type="slidenum">
              <a:rPr lang="he-IL" smtClean="0"/>
              <a:t>‹#›</a:t>
            </a:fld>
            <a:endParaRPr lang="he-IL"/>
          </a:p>
        </p:txBody>
      </p:sp>
    </p:spTree>
    <p:extLst>
      <p:ext uri="{BB962C8B-B14F-4D97-AF65-F5344CB8AC3E}">
        <p14:creationId xmlns:p14="http://schemas.microsoft.com/office/powerpoint/2010/main" val="818922020"/>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153BA2-23D2-3389-BD54-10C8903BD8C8}"/>
              </a:ext>
            </a:extLst>
          </p:cNvPr>
          <p:cNvSpPr>
            <a:spLocks noGrp="1"/>
          </p:cNvSpPr>
          <p:nvPr>
            <p:ph type="dt" sz="half" idx="10"/>
          </p:nvPr>
        </p:nvSpPr>
        <p:spPr/>
        <p:txBody>
          <a:bodyPr/>
          <a:lstStyle/>
          <a:p>
            <a:fld id="{9BB577D7-572D-4008-94AE-D81207F760B1}" type="datetime1">
              <a:rPr lang="en-US" smtClean="0"/>
              <a:t>12/23/2025</a:t>
            </a:fld>
            <a:endParaRPr lang="he-IL"/>
          </a:p>
        </p:txBody>
      </p:sp>
      <p:sp>
        <p:nvSpPr>
          <p:cNvPr id="3" name="Footer Placeholder 2">
            <a:extLst>
              <a:ext uri="{FF2B5EF4-FFF2-40B4-BE49-F238E27FC236}">
                <a16:creationId xmlns:a16="http://schemas.microsoft.com/office/drawing/2014/main" id="{5D11ADBD-238F-EC94-A509-BD683D60AE5E}"/>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9D7E8292-2E7D-BA23-D75B-37B3CE9CDCD0}"/>
              </a:ext>
            </a:extLst>
          </p:cNvPr>
          <p:cNvSpPr>
            <a:spLocks noGrp="1"/>
          </p:cNvSpPr>
          <p:nvPr>
            <p:ph type="sldNum" sz="quarter" idx="12"/>
          </p:nvPr>
        </p:nvSpPr>
        <p:spPr/>
        <p:txBody>
          <a:bodyPr/>
          <a:lstStyle/>
          <a:p>
            <a:fld id="{3D6DEDC6-37B9-49D6-9C82-7AA5D5EABF0A}" type="slidenum">
              <a:rPr lang="he-IL" smtClean="0"/>
              <a:t>‹#›</a:t>
            </a:fld>
            <a:endParaRPr lang="he-IL"/>
          </a:p>
        </p:txBody>
      </p:sp>
    </p:spTree>
    <p:extLst>
      <p:ext uri="{BB962C8B-B14F-4D97-AF65-F5344CB8AC3E}">
        <p14:creationId xmlns:p14="http://schemas.microsoft.com/office/powerpoint/2010/main" val="136104641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0FFC2-2A0E-8135-8680-B10F92AF4F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1BE957-2B32-AFCF-6B39-B0C9236270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CED56D-7F66-14F7-3150-748BA9F2A8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77DC56-6F9A-A014-4CD9-11806E0D2B05}"/>
              </a:ext>
            </a:extLst>
          </p:cNvPr>
          <p:cNvSpPr>
            <a:spLocks noGrp="1"/>
          </p:cNvSpPr>
          <p:nvPr>
            <p:ph type="dt" sz="half" idx="10"/>
          </p:nvPr>
        </p:nvSpPr>
        <p:spPr/>
        <p:txBody>
          <a:bodyPr/>
          <a:lstStyle/>
          <a:p>
            <a:fld id="{F5DC03C5-20F2-49BC-85F8-19E5DB89086E}" type="datetime1">
              <a:rPr lang="en-US" smtClean="0"/>
              <a:t>12/23/2025</a:t>
            </a:fld>
            <a:endParaRPr lang="he-IL"/>
          </a:p>
        </p:txBody>
      </p:sp>
      <p:sp>
        <p:nvSpPr>
          <p:cNvPr id="6" name="Footer Placeholder 5">
            <a:extLst>
              <a:ext uri="{FF2B5EF4-FFF2-40B4-BE49-F238E27FC236}">
                <a16:creationId xmlns:a16="http://schemas.microsoft.com/office/drawing/2014/main" id="{59AE3C6C-D5B6-8320-0407-2EBADAFBC952}"/>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2ACEC422-676D-FDCB-B02C-5B66DE6AC273}"/>
              </a:ext>
            </a:extLst>
          </p:cNvPr>
          <p:cNvSpPr>
            <a:spLocks noGrp="1"/>
          </p:cNvSpPr>
          <p:nvPr>
            <p:ph type="sldNum" sz="quarter" idx="12"/>
          </p:nvPr>
        </p:nvSpPr>
        <p:spPr/>
        <p:txBody>
          <a:bodyPr/>
          <a:lstStyle/>
          <a:p>
            <a:fld id="{3D6DEDC6-37B9-49D6-9C82-7AA5D5EABF0A}" type="slidenum">
              <a:rPr lang="he-IL" smtClean="0"/>
              <a:t>‹#›</a:t>
            </a:fld>
            <a:endParaRPr lang="he-IL"/>
          </a:p>
        </p:txBody>
      </p:sp>
    </p:spTree>
    <p:extLst>
      <p:ext uri="{BB962C8B-B14F-4D97-AF65-F5344CB8AC3E}">
        <p14:creationId xmlns:p14="http://schemas.microsoft.com/office/powerpoint/2010/main" val="143109362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8535D-C35E-E8AD-F195-0D15143BEE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941A37-BEF8-9DD1-95C4-61A5219A50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3A16246-5C04-2EF2-BE46-5FC88EDD7D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5EB5EA-9C4E-29BC-E9E8-3D4E16C34008}"/>
              </a:ext>
            </a:extLst>
          </p:cNvPr>
          <p:cNvSpPr>
            <a:spLocks noGrp="1"/>
          </p:cNvSpPr>
          <p:nvPr>
            <p:ph type="dt" sz="half" idx="10"/>
          </p:nvPr>
        </p:nvSpPr>
        <p:spPr/>
        <p:txBody>
          <a:bodyPr/>
          <a:lstStyle/>
          <a:p>
            <a:fld id="{B1312806-BC90-48C3-913C-E28D545E88B9}" type="datetime1">
              <a:rPr lang="en-US" smtClean="0"/>
              <a:t>12/23/2025</a:t>
            </a:fld>
            <a:endParaRPr lang="he-IL"/>
          </a:p>
        </p:txBody>
      </p:sp>
      <p:sp>
        <p:nvSpPr>
          <p:cNvPr id="6" name="Footer Placeholder 5">
            <a:extLst>
              <a:ext uri="{FF2B5EF4-FFF2-40B4-BE49-F238E27FC236}">
                <a16:creationId xmlns:a16="http://schemas.microsoft.com/office/drawing/2014/main" id="{8EDE714A-731A-7DDF-5663-4BB3761FB70C}"/>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063BA357-E6AC-2D7D-ABCF-3B4259F15D97}"/>
              </a:ext>
            </a:extLst>
          </p:cNvPr>
          <p:cNvSpPr>
            <a:spLocks noGrp="1"/>
          </p:cNvSpPr>
          <p:nvPr>
            <p:ph type="sldNum" sz="quarter" idx="12"/>
          </p:nvPr>
        </p:nvSpPr>
        <p:spPr/>
        <p:txBody>
          <a:bodyPr/>
          <a:lstStyle/>
          <a:p>
            <a:fld id="{3D6DEDC6-37B9-49D6-9C82-7AA5D5EABF0A}" type="slidenum">
              <a:rPr lang="he-IL" smtClean="0"/>
              <a:t>‹#›</a:t>
            </a:fld>
            <a:endParaRPr lang="he-IL"/>
          </a:p>
        </p:txBody>
      </p:sp>
    </p:spTree>
    <p:extLst>
      <p:ext uri="{BB962C8B-B14F-4D97-AF65-F5344CB8AC3E}">
        <p14:creationId xmlns:p14="http://schemas.microsoft.com/office/powerpoint/2010/main" val="3568912340"/>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FDEE7-D179-F63D-880D-436BF55C89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874E83-E63F-E15C-74ED-F8A2658208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6FD617-2448-98A6-CBB6-96849E63C4CA}"/>
              </a:ext>
            </a:extLst>
          </p:cNvPr>
          <p:cNvSpPr>
            <a:spLocks noGrp="1"/>
          </p:cNvSpPr>
          <p:nvPr>
            <p:ph type="dt" sz="half" idx="10"/>
          </p:nvPr>
        </p:nvSpPr>
        <p:spPr/>
        <p:txBody>
          <a:bodyPr/>
          <a:lstStyle/>
          <a:p>
            <a:fld id="{CD7ADEA4-CF62-4C15-923B-F970621C12D8}" type="datetime1">
              <a:rPr lang="en-US" smtClean="0"/>
              <a:t>12/23/2025</a:t>
            </a:fld>
            <a:endParaRPr lang="he-IL"/>
          </a:p>
        </p:txBody>
      </p:sp>
      <p:sp>
        <p:nvSpPr>
          <p:cNvPr id="5" name="Footer Placeholder 4">
            <a:extLst>
              <a:ext uri="{FF2B5EF4-FFF2-40B4-BE49-F238E27FC236}">
                <a16:creationId xmlns:a16="http://schemas.microsoft.com/office/drawing/2014/main" id="{EF7405FE-D41A-E9F7-C9FA-530C6D8ABE52}"/>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30A39B85-67D0-CDC7-C866-A29C7533B8A5}"/>
              </a:ext>
            </a:extLst>
          </p:cNvPr>
          <p:cNvSpPr>
            <a:spLocks noGrp="1"/>
          </p:cNvSpPr>
          <p:nvPr>
            <p:ph type="sldNum" sz="quarter" idx="12"/>
          </p:nvPr>
        </p:nvSpPr>
        <p:spPr/>
        <p:txBody>
          <a:bodyPr/>
          <a:lstStyle/>
          <a:p>
            <a:fld id="{3D6DEDC6-37B9-49D6-9C82-7AA5D5EABF0A}" type="slidenum">
              <a:rPr lang="he-IL" smtClean="0"/>
              <a:t>‹#›</a:t>
            </a:fld>
            <a:endParaRPr lang="he-IL"/>
          </a:p>
        </p:txBody>
      </p:sp>
    </p:spTree>
    <p:extLst>
      <p:ext uri="{BB962C8B-B14F-4D97-AF65-F5344CB8AC3E}">
        <p14:creationId xmlns:p14="http://schemas.microsoft.com/office/powerpoint/2010/main" val="359327565"/>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8582D3-8D84-F17D-9240-F0AC56A931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256B99-7442-B0F3-D2E1-4C3630E9F1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55093D-E5BF-2B0A-EE12-C3409B595590}"/>
              </a:ext>
            </a:extLst>
          </p:cNvPr>
          <p:cNvSpPr>
            <a:spLocks noGrp="1"/>
          </p:cNvSpPr>
          <p:nvPr>
            <p:ph type="dt" sz="half" idx="10"/>
          </p:nvPr>
        </p:nvSpPr>
        <p:spPr/>
        <p:txBody>
          <a:bodyPr/>
          <a:lstStyle/>
          <a:p>
            <a:fld id="{71989AD5-6B48-4B4D-8AC0-1C5461A14340}" type="datetime1">
              <a:rPr lang="en-US" smtClean="0"/>
              <a:t>12/23/2025</a:t>
            </a:fld>
            <a:endParaRPr lang="he-IL"/>
          </a:p>
        </p:txBody>
      </p:sp>
      <p:sp>
        <p:nvSpPr>
          <p:cNvPr id="5" name="Footer Placeholder 4">
            <a:extLst>
              <a:ext uri="{FF2B5EF4-FFF2-40B4-BE49-F238E27FC236}">
                <a16:creationId xmlns:a16="http://schemas.microsoft.com/office/drawing/2014/main" id="{371FEA86-36A0-A724-AFBD-5A8554F0C132}"/>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4830793C-4A52-F368-F726-EBA5E944251B}"/>
              </a:ext>
            </a:extLst>
          </p:cNvPr>
          <p:cNvSpPr>
            <a:spLocks noGrp="1"/>
          </p:cNvSpPr>
          <p:nvPr>
            <p:ph type="sldNum" sz="quarter" idx="12"/>
          </p:nvPr>
        </p:nvSpPr>
        <p:spPr/>
        <p:txBody>
          <a:bodyPr/>
          <a:lstStyle/>
          <a:p>
            <a:fld id="{3D6DEDC6-37B9-49D6-9C82-7AA5D5EABF0A}" type="slidenum">
              <a:rPr lang="he-IL" smtClean="0"/>
              <a:t>‹#›</a:t>
            </a:fld>
            <a:endParaRPr lang="he-IL"/>
          </a:p>
        </p:txBody>
      </p:sp>
    </p:spTree>
    <p:extLst>
      <p:ext uri="{BB962C8B-B14F-4D97-AF65-F5344CB8AC3E}">
        <p14:creationId xmlns:p14="http://schemas.microsoft.com/office/powerpoint/2010/main" val="249744136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1618150728"/>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 id="2147483704" r:id="rId32"/>
    <p:sldLayoutId id="2147483705" r:id="rId33"/>
    <p:sldLayoutId id="2147483706" r:id="rId34"/>
    <p:sldLayoutId id="2147483707" r:id="rId35"/>
  </p:sldLayoutIdLst>
  <p:transition>
    <p:fade/>
  </p:transition>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154"/>
        <p:cNvGrpSpPr/>
        <p:nvPr/>
      </p:nvGrpSpPr>
      <p:grpSpPr>
        <a:xfrm>
          <a:off x="0" y="0"/>
          <a:ext cx="0" cy="0"/>
          <a:chOff x="0" y="0"/>
          <a:chExt cx="0" cy="0"/>
        </a:xfrm>
      </p:grpSpPr>
      <p:sp>
        <p:nvSpPr>
          <p:cNvPr id="155" name="Google Shape;155;p36"/>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dirty="0"/>
          </a:p>
        </p:txBody>
      </p:sp>
      <p:sp>
        <p:nvSpPr>
          <p:cNvPr id="156" name="Google Shape;156;p36"/>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dirty="0"/>
          </a:p>
        </p:txBody>
      </p:sp>
    </p:spTree>
    <p:extLst>
      <p:ext uri="{BB962C8B-B14F-4D97-AF65-F5344CB8AC3E}">
        <p14:creationId xmlns:p14="http://schemas.microsoft.com/office/powerpoint/2010/main" val="3670947839"/>
      </p:ext>
    </p:extLst>
  </p:cSld>
  <p:clrMap bg1="lt1" tx1="dk1" bg2="dk2" tx2="lt2" accent1="accent1" accent2="accent2" accent3="accent3" accent4="accent4" accent5="accent5" accent6="accent6" hlink="hlink" folHlink="folHlink"/>
  <p:sldLayoutIdLst>
    <p:sldLayoutId id="2147483709" r:id="rId1"/>
  </p:sldLayoutIdLst>
  <p:transition>
    <p:fade/>
  </p:transition>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C14A2F-B910-6BD9-9F91-1C99C5BEFD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460C10F-E217-BD73-5E03-237850E93A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37E95C-20FE-FB64-26BB-F449BF9A44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Calibri" panose="020F0502020204030204" pitchFamily="34" charset="0"/>
                <a:ea typeface="Calibri" panose="020F0502020204030204" pitchFamily="34" charset="0"/>
                <a:cs typeface="Calibri" panose="020F0502020204030204" pitchFamily="34" charset="0"/>
              </a:defRPr>
            </a:lvl1pPr>
          </a:lstStyle>
          <a:p>
            <a:fld id="{0C941A31-9100-4BA7-9F0F-5B5CE168BC5D}" type="datetimeFigureOut">
              <a:rPr lang="en-US" smtClean="0"/>
              <a:pPr/>
              <a:t>12/23/2025</a:t>
            </a:fld>
            <a:endParaRPr lang="en-US" dirty="0"/>
          </a:p>
        </p:txBody>
      </p:sp>
      <p:sp>
        <p:nvSpPr>
          <p:cNvPr id="5" name="Footer Placeholder 4">
            <a:extLst>
              <a:ext uri="{FF2B5EF4-FFF2-40B4-BE49-F238E27FC236}">
                <a16:creationId xmlns:a16="http://schemas.microsoft.com/office/drawing/2014/main" id="{075F4D14-A931-B314-49F8-25B92A63CE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6" name="Slide Number Placeholder 5">
            <a:extLst>
              <a:ext uri="{FF2B5EF4-FFF2-40B4-BE49-F238E27FC236}">
                <a16:creationId xmlns:a16="http://schemas.microsoft.com/office/drawing/2014/main" id="{FB7B7A32-0220-0A84-7DF9-0158E29B45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Calibri" panose="020F0502020204030204" pitchFamily="34" charset="0"/>
                <a:ea typeface="Calibri" panose="020F0502020204030204" pitchFamily="34" charset="0"/>
                <a:cs typeface="Calibri" panose="020F0502020204030204" pitchFamily="34" charset="0"/>
              </a:defRPr>
            </a:lvl1pPr>
          </a:lstStyle>
          <a:p>
            <a:fld id="{312CA5DB-CA88-456E-8CFC-700EE1F82C69}" type="slidenum">
              <a:rPr lang="en-US" smtClean="0"/>
              <a:pPr/>
              <a:t>‹#›</a:t>
            </a:fld>
            <a:endParaRPr lang="en-US" dirty="0"/>
          </a:p>
        </p:txBody>
      </p:sp>
    </p:spTree>
    <p:extLst>
      <p:ext uri="{BB962C8B-B14F-4D97-AF65-F5344CB8AC3E}">
        <p14:creationId xmlns:p14="http://schemas.microsoft.com/office/powerpoint/2010/main" val="2578706866"/>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ransition>
    <p:fade/>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3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3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3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hyperlink" Target="http://microchip.wikidot.com/tcpip:tcp-vs-udp" TargetMode="Externa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hyperlink" Target="http://microchip.wikidot.com/tcpip:tcp-vs-udp" TargetMode="Externa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38.xml"/><Relationship Id="rId4" Type="http://schemas.openxmlformats.org/officeDocument/2006/relationships/hyperlink" Target="http://www.utf8-chartable.de/"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3.png"/><Relationship Id="rId1" Type="http://schemas.openxmlformats.org/officeDocument/2006/relationships/slideLayout" Target="../slideLayouts/slideLayout38.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3.png"/><Relationship Id="rId1" Type="http://schemas.openxmlformats.org/officeDocument/2006/relationships/slideLayout" Target="../slideLayouts/slideLayout38.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24000" y="1293338"/>
            <a:ext cx="9144000" cy="3274592"/>
          </a:xfrm>
        </p:spPr>
        <p:txBody>
          <a:bodyPr anchor="ctr">
            <a:normAutofit/>
          </a:bodyPr>
          <a:lstStyle/>
          <a:p>
            <a:r>
              <a:rPr lang="en-US" sz="7200" dirty="0"/>
              <a:t>SPL - PS9</a:t>
            </a:r>
          </a:p>
        </p:txBody>
      </p:sp>
      <p:sp>
        <p:nvSpPr>
          <p:cNvPr id="3" name="Subtitle 2"/>
          <p:cNvSpPr>
            <a:spLocks noGrp="1"/>
          </p:cNvSpPr>
          <p:nvPr>
            <p:ph type="subTitle" idx="1"/>
          </p:nvPr>
        </p:nvSpPr>
        <p:spPr>
          <a:xfrm>
            <a:off x="1524000" y="5514052"/>
            <a:ext cx="9144000" cy="651910"/>
          </a:xfrm>
        </p:spPr>
        <p:txBody>
          <a:bodyPr anchor="ctr">
            <a:normAutofit/>
          </a:bodyPr>
          <a:lstStyle/>
          <a:p>
            <a:r>
              <a:rPr lang="en-US" dirty="0"/>
              <a:t>Java Sockets</a:t>
            </a:r>
          </a:p>
        </p:txBody>
      </p:sp>
      <p:cxnSp>
        <p:nvCxnSpPr>
          <p:cNvPr id="25" name="Straight Connector 24">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229FBCE3-7B70-B73E-5BE7-F8231A44DE09}"/>
              </a:ext>
            </a:extLst>
          </p:cNvPr>
          <p:cNvSpPr>
            <a:spLocks noGrp="1"/>
          </p:cNvSpPr>
          <p:nvPr>
            <p:ph type="sldNum" sz="quarter" idx="12"/>
          </p:nvPr>
        </p:nvSpPr>
        <p:spPr>
          <a:xfrm>
            <a:off x="8610600" y="6492240"/>
            <a:ext cx="2743200" cy="365125"/>
          </a:xfrm>
        </p:spPr>
        <p:txBody>
          <a:bodyPr>
            <a:normAutofit/>
          </a:bodyPr>
          <a:lstStyle/>
          <a:p>
            <a:pPr>
              <a:spcAft>
                <a:spcPts val="600"/>
              </a:spcAft>
            </a:pPr>
            <a:fld id="{3D6DEDC6-37B9-49D6-9C82-7AA5D5EABF0A}" type="slidenum">
              <a:rPr lang="he-IL" smtClean="0"/>
              <a:pPr>
                <a:spcAft>
                  <a:spcPts val="600"/>
                </a:spcAft>
              </a:pPr>
              <a:t>1</a:t>
            </a:fld>
            <a:endParaRPr lang="he-IL"/>
          </a:p>
        </p:txBody>
      </p:sp>
    </p:spTree>
    <p:extLst>
      <p:ext uri="{BB962C8B-B14F-4D97-AF65-F5344CB8AC3E}">
        <p14:creationId xmlns:p14="http://schemas.microsoft.com/office/powerpoint/2010/main" val="314204205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9" name="Rectangle 2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F71C7C70-EB28-9B45-76CE-8B728501240E}"/>
              </a:ext>
            </a:extLst>
          </p:cNvPr>
          <p:cNvSpPr>
            <a:spLocks noGrp="1"/>
          </p:cNvSpPr>
          <p:nvPr>
            <p:ph type="title"/>
          </p:nvPr>
        </p:nvSpPr>
        <p:spPr>
          <a:xfrm>
            <a:off x="1043631" y="809898"/>
            <a:ext cx="9942716" cy="1554480"/>
          </a:xfrm>
        </p:spPr>
        <p:txBody>
          <a:bodyPr anchor="ctr">
            <a:normAutofit/>
          </a:bodyPr>
          <a:lstStyle/>
          <a:p>
            <a:r>
              <a:rPr lang="en-US" sz="4800" dirty="0"/>
              <a:t>Overview</a:t>
            </a:r>
          </a:p>
        </p:txBody>
      </p:sp>
      <p:sp>
        <p:nvSpPr>
          <p:cNvPr id="7" name="Content Placeholder 6">
            <a:extLst>
              <a:ext uri="{FF2B5EF4-FFF2-40B4-BE49-F238E27FC236}">
                <a16:creationId xmlns:a16="http://schemas.microsoft.com/office/drawing/2014/main" id="{7C91D45D-807E-5EA3-57AE-A661394239FC}"/>
              </a:ext>
            </a:extLst>
          </p:cNvPr>
          <p:cNvSpPr>
            <a:spLocks noGrp="1"/>
          </p:cNvSpPr>
          <p:nvPr>
            <p:ph idx="1"/>
          </p:nvPr>
        </p:nvSpPr>
        <p:spPr>
          <a:xfrm>
            <a:off x="1045028" y="3017522"/>
            <a:ext cx="9941319" cy="3124658"/>
          </a:xfrm>
        </p:spPr>
        <p:txBody>
          <a:bodyPr anchor="ctr">
            <a:normAutofit/>
          </a:bodyPr>
          <a:lstStyle/>
          <a:p>
            <a:r>
              <a:rPr lang="en-US" sz="2400" b="1" dirty="0"/>
              <a:t>Introduction to networks</a:t>
            </a:r>
          </a:p>
          <a:p>
            <a:r>
              <a:rPr lang="en-US" sz="2400" dirty="0"/>
              <a:t>TCP &amp; UDP</a:t>
            </a:r>
          </a:p>
          <a:p>
            <a:r>
              <a:rPr lang="en-US" sz="2400" dirty="0"/>
              <a:t>Encoding &amp; Decoding</a:t>
            </a:r>
          </a:p>
          <a:p>
            <a:r>
              <a:rPr lang="en-US" sz="2400" dirty="0"/>
              <a:t>The Client-Server Model</a:t>
            </a:r>
          </a:p>
          <a:p>
            <a:endParaRPr lang="en-US" sz="2400" b="1" dirty="0"/>
          </a:p>
        </p:txBody>
      </p:sp>
      <p:cxnSp>
        <p:nvCxnSpPr>
          <p:cNvPr id="35" name="Straight Connector 3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Slide Number Placeholder 9">
            <a:extLst>
              <a:ext uri="{FF2B5EF4-FFF2-40B4-BE49-F238E27FC236}">
                <a16:creationId xmlns:a16="http://schemas.microsoft.com/office/drawing/2014/main" id="{1127C7DA-6BA2-1E35-5E19-ADA44F9A59D0}"/>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2</a:t>
            </a:fld>
            <a:endParaRPr lang="en-US"/>
          </a:p>
        </p:txBody>
      </p:sp>
    </p:spTree>
    <p:extLst>
      <p:ext uri="{BB962C8B-B14F-4D97-AF65-F5344CB8AC3E}">
        <p14:creationId xmlns:p14="http://schemas.microsoft.com/office/powerpoint/2010/main" val="26671605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3" name="Rectangle 2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anchor="ctr">
            <a:normAutofit/>
          </a:bodyPr>
          <a:lstStyle/>
          <a:p>
            <a:r>
              <a:rPr lang="en-US" sz="4800"/>
              <a:t>Terminology</a:t>
            </a:r>
          </a:p>
        </p:txBody>
      </p:sp>
      <p:sp>
        <p:nvSpPr>
          <p:cNvPr id="3" name="Content Placeholder 2"/>
          <p:cNvSpPr>
            <a:spLocks noGrp="1"/>
          </p:cNvSpPr>
          <p:nvPr>
            <p:ph idx="1"/>
          </p:nvPr>
        </p:nvSpPr>
        <p:spPr>
          <a:xfrm>
            <a:off x="1045028" y="3017522"/>
            <a:ext cx="9941319" cy="3124658"/>
          </a:xfrm>
        </p:spPr>
        <p:txBody>
          <a:bodyPr anchor="ctr">
            <a:noAutofit/>
          </a:bodyPr>
          <a:lstStyle/>
          <a:p>
            <a:pPr marL="0" indent="0">
              <a:buNone/>
            </a:pPr>
            <a:r>
              <a:rPr lang="en-US" sz="1800" b="1" dirty="0"/>
              <a:t>Server</a:t>
            </a:r>
            <a:r>
              <a:rPr lang="en-US" sz="1800" dirty="0"/>
              <a:t> - A process that provides services to other machines and is accessible over the network. </a:t>
            </a:r>
          </a:p>
          <a:p>
            <a:pPr marL="0" indent="0">
              <a:buNone/>
            </a:pPr>
            <a:r>
              <a:rPr lang="en-US" sz="1800" b="1" dirty="0"/>
              <a:t>Client</a:t>
            </a:r>
            <a:r>
              <a:rPr lang="en-US" sz="1800" dirty="0"/>
              <a:t> - A process that uses the server’s services.</a:t>
            </a:r>
          </a:p>
          <a:p>
            <a:pPr marL="0" indent="0">
              <a:buNone/>
            </a:pPr>
            <a:r>
              <a:rPr lang="en-US" sz="1800" b="1" dirty="0"/>
              <a:t>Host </a:t>
            </a:r>
            <a:r>
              <a:rPr lang="en-US" sz="1800" dirty="0"/>
              <a:t>- Any computer that is connected to a network and can communicate with other computers on the same network.</a:t>
            </a:r>
          </a:p>
          <a:p>
            <a:pPr marL="0" indent="0">
              <a:buNone/>
            </a:pPr>
            <a:r>
              <a:rPr lang="en-US" sz="1800" b="1" dirty="0"/>
              <a:t>Port</a:t>
            </a:r>
            <a:r>
              <a:rPr lang="en-US" sz="1800" dirty="0"/>
              <a:t> - A number 0-65535, that allows to distinguish between services on the same server.  </a:t>
            </a:r>
          </a:p>
          <a:p>
            <a:pPr marL="0" indent="0">
              <a:buNone/>
            </a:pPr>
            <a:r>
              <a:rPr lang="en-US" sz="1800" dirty="0"/>
              <a:t>Web server(HTTP) at 80, FTP at 21, …</a:t>
            </a:r>
          </a:p>
          <a:p>
            <a:pPr marL="0" indent="0">
              <a:buNone/>
            </a:pPr>
            <a:r>
              <a:rPr lang="en-US" sz="1800" b="1" dirty="0"/>
              <a:t>Socket</a:t>
            </a:r>
            <a:r>
              <a:rPr lang="en-US" sz="1800" dirty="0"/>
              <a:t> – Connection's endpoint, used for sending or receiving information. </a:t>
            </a:r>
            <a:br>
              <a:rPr lang="en-US" sz="1800" dirty="0"/>
            </a:br>
            <a:r>
              <a:rPr lang="en-US" sz="1800" dirty="0"/>
              <a:t>Socket address is a combination of a port number and an Internet.</a:t>
            </a:r>
          </a:p>
          <a:p>
            <a:pPr marL="0" indent="0">
              <a:buNone/>
            </a:pPr>
            <a:r>
              <a:rPr lang="en-US" sz="1800" dirty="0"/>
              <a:t>1.2.3.4:80</a:t>
            </a:r>
          </a:p>
          <a:p>
            <a:pPr marL="0" indent="0">
              <a:buNone/>
            </a:pPr>
            <a:r>
              <a:rPr lang="en-US" sz="1800" dirty="0"/>
              <a:t>Socket is identified by: (</a:t>
            </a:r>
            <a:r>
              <a:rPr lang="en-US" sz="1800" dirty="0" err="1"/>
              <a:t>Src</a:t>
            </a:r>
            <a:r>
              <a:rPr lang="en-US" sz="1800" dirty="0"/>
              <a:t> IP, </a:t>
            </a:r>
            <a:r>
              <a:rPr lang="en-US" sz="1800" dirty="0" err="1"/>
              <a:t>Src</a:t>
            </a:r>
            <a:r>
              <a:rPr lang="en-US" sz="1800" dirty="0"/>
              <a:t> Port, Dest IP, Dest Port)</a:t>
            </a:r>
          </a:p>
        </p:txBody>
      </p:sp>
      <p:cxnSp>
        <p:nvCxnSpPr>
          <p:cNvPr id="29" name="Straight Connector 2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73D65424-A887-59B0-603F-8E6FFAC25D51}"/>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3</a:t>
            </a:fld>
            <a:endParaRPr lang="en-US"/>
          </a:p>
        </p:txBody>
      </p:sp>
    </p:spTree>
    <p:extLst>
      <p:ext uri="{BB962C8B-B14F-4D97-AF65-F5344CB8AC3E}">
        <p14:creationId xmlns:p14="http://schemas.microsoft.com/office/powerpoint/2010/main" val="26982420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anchor="ctr">
            <a:normAutofit/>
          </a:bodyPr>
          <a:lstStyle/>
          <a:p>
            <a:r>
              <a:rPr lang="en-US" sz="4800"/>
              <a:t>IP Addresses</a:t>
            </a:r>
          </a:p>
        </p:txBody>
      </p:sp>
      <p:sp>
        <p:nvSpPr>
          <p:cNvPr id="3" name="Content Placeholder 2"/>
          <p:cNvSpPr>
            <a:spLocks noGrp="1"/>
          </p:cNvSpPr>
          <p:nvPr>
            <p:ph idx="1"/>
          </p:nvPr>
        </p:nvSpPr>
        <p:spPr>
          <a:xfrm>
            <a:off x="1045028" y="3017522"/>
            <a:ext cx="9941319" cy="3124658"/>
          </a:xfrm>
        </p:spPr>
        <p:txBody>
          <a:bodyPr anchor="ctr">
            <a:noAutofit/>
          </a:bodyPr>
          <a:lstStyle/>
          <a:p>
            <a:pPr marL="0" indent="0">
              <a:buNone/>
            </a:pPr>
            <a:r>
              <a:rPr lang="en-US" sz="1600" b="1" dirty="0"/>
              <a:t>IP</a:t>
            </a:r>
            <a:r>
              <a:rPr lang="en-US" sz="1600" dirty="0"/>
              <a:t>: </a:t>
            </a:r>
            <a:r>
              <a:rPr lang="en-US" sz="1600" u="sng" dirty="0"/>
              <a:t>I</a:t>
            </a:r>
            <a:r>
              <a:rPr lang="en-US" sz="1600" dirty="0"/>
              <a:t>nternet </a:t>
            </a:r>
            <a:r>
              <a:rPr lang="en-US" sz="1600" u="sng" dirty="0"/>
              <a:t>P</a:t>
            </a:r>
            <a:r>
              <a:rPr lang="en-US" sz="1600" dirty="0"/>
              <a:t>rotocol</a:t>
            </a:r>
          </a:p>
          <a:p>
            <a:pPr marL="0" indent="0">
              <a:buNone/>
            </a:pPr>
            <a:r>
              <a:rPr lang="en-US" sz="1600" b="1" dirty="0"/>
              <a:t>Protocol</a:t>
            </a:r>
            <a:r>
              <a:rPr lang="en-US" sz="1600" dirty="0"/>
              <a:t>: Rules of conversation</a:t>
            </a:r>
          </a:p>
          <a:p>
            <a:pPr marL="0" indent="0">
              <a:buNone/>
            </a:pPr>
            <a:r>
              <a:rPr lang="en-US" sz="1600" b="1" dirty="0"/>
              <a:t>IP address</a:t>
            </a:r>
            <a:r>
              <a:rPr lang="en-US" sz="1600" dirty="0"/>
              <a:t>: A 32-bit number in IPv4 and A 128-bit number in IPv6</a:t>
            </a:r>
          </a:p>
          <a:p>
            <a:pPr marL="0" indent="0">
              <a:buNone/>
            </a:pPr>
            <a:r>
              <a:rPr lang="en-US" sz="1600" dirty="0"/>
              <a:t>132.72.43.254 (IPv4)</a:t>
            </a:r>
            <a:br>
              <a:rPr lang="en-US" sz="1600" dirty="0"/>
            </a:br>
            <a:r>
              <a:rPr lang="en-US" sz="1600" dirty="0"/>
              <a:t>            2001:abc0:0000:0ea0:0000:0012:fe12:0000 (IPv6)</a:t>
            </a:r>
          </a:p>
          <a:p>
            <a:pPr marL="0" indent="0">
              <a:buNone/>
            </a:pPr>
            <a:r>
              <a:rPr lang="en-US" sz="1600" dirty="0"/>
              <a:t>Restricted IP addresses:</a:t>
            </a:r>
          </a:p>
          <a:p>
            <a:pPr marL="274320" lvl="1" indent="0">
              <a:buNone/>
            </a:pPr>
            <a:r>
              <a:rPr lang="en-US" sz="1600" dirty="0"/>
              <a:t>0.0.0.0 - is reserved for the default network</a:t>
            </a:r>
          </a:p>
          <a:p>
            <a:pPr marL="274320" lvl="1" indent="0">
              <a:buNone/>
            </a:pPr>
            <a:r>
              <a:rPr lang="en-US" sz="1600" dirty="0"/>
              <a:t>255.255.255.255 - is used for broadcasts - intended for all computers on a network</a:t>
            </a:r>
          </a:p>
          <a:p>
            <a:pPr marL="274320" lvl="1" indent="0">
              <a:buNone/>
            </a:pPr>
            <a:r>
              <a:rPr lang="en-US" sz="1600" dirty="0"/>
              <a:t>127.0.0.1 (Loopback) - Used by the host to send a message to itself</a:t>
            </a:r>
          </a:p>
          <a:p>
            <a:pPr marL="0" indent="0">
              <a:buNone/>
            </a:pPr>
            <a:r>
              <a:rPr lang="en-US" sz="1600" b="1" dirty="0"/>
              <a:t>DNS service </a:t>
            </a:r>
            <a:r>
              <a:rPr lang="en-US" sz="1600" dirty="0"/>
              <a:t>- Maps text names to IP addresses automatically. </a:t>
            </a:r>
          </a:p>
          <a:p>
            <a:pPr marL="0" indent="0">
              <a:buNone/>
            </a:pPr>
            <a:r>
              <a:rPr lang="en-US" sz="1600" dirty="0"/>
              <a:t>www.cs.bgu.ac.il —&gt; 132.72.41.239</a:t>
            </a:r>
          </a:p>
          <a:p>
            <a:pPr marL="274320" lvl="1" indent="0">
              <a:buNone/>
            </a:pPr>
            <a:endParaRPr lang="en-US" sz="1600" dirty="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BF241CBA-C076-22E9-BC03-10FBB6C7E132}"/>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4</a:t>
            </a:fld>
            <a:endParaRPr lang="en-US"/>
          </a:p>
        </p:txBody>
      </p:sp>
    </p:spTree>
    <p:extLst>
      <p:ext uri="{BB962C8B-B14F-4D97-AF65-F5344CB8AC3E}">
        <p14:creationId xmlns:p14="http://schemas.microsoft.com/office/powerpoint/2010/main" val="37124847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7" name="Rectangle 26">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anchor="ctr">
            <a:normAutofit/>
          </a:bodyPr>
          <a:lstStyle/>
          <a:p>
            <a:r>
              <a:rPr lang="en-US" sz="4800" dirty="0"/>
              <a:t>Internet protocol</a:t>
            </a:r>
          </a:p>
        </p:txBody>
      </p:sp>
      <p:sp>
        <p:nvSpPr>
          <p:cNvPr id="5" name="Content Placeholder 4">
            <a:extLst>
              <a:ext uri="{FF2B5EF4-FFF2-40B4-BE49-F238E27FC236}">
                <a16:creationId xmlns:a16="http://schemas.microsoft.com/office/drawing/2014/main" id="{6050B838-E1F7-BD69-3210-7C73D6457225}"/>
              </a:ext>
            </a:extLst>
          </p:cNvPr>
          <p:cNvSpPr>
            <a:spLocks noGrp="1"/>
          </p:cNvSpPr>
          <p:nvPr>
            <p:ph idx="1"/>
          </p:nvPr>
        </p:nvSpPr>
        <p:spPr>
          <a:xfrm>
            <a:off x="1045028" y="3017522"/>
            <a:ext cx="9941319" cy="3124658"/>
          </a:xfrm>
        </p:spPr>
        <p:txBody>
          <a:bodyPr anchor="ctr">
            <a:noAutofit/>
          </a:bodyPr>
          <a:lstStyle/>
          <a:p>
            <a:r>
              <a:rPr lang="en-US" sz="1400" dirty="0"/>
              <a:t>A protocol specifies how data should be </a:t>
            </a:r>
          </a:p>
          <a:p>
            <a:pPr lvl="2"/>
            <a:r>
              <a:rPr lang="en-US" sz="1400" dirty="0"/>
              <a:t>Packetized (Formatted)</a:t>
            </a:r>
          </a:p>
          <a:p>
            <a:pPr lvl="2"/>
            <a:r>
              <a:rPr lang="en-US" sz="1400" dirty="0"/>
              <a:t>Addressed</a:t>
            </a:r>
          </a:p>
          <a:p>
            <a:pPr lvl="2"/>
            <a:r>
              <a:rPr lang="en-US" sz="1400" dirty="0"/>
              <a:t>Transmitted</a:t>
            </a:r>
          </a:p>
          <a:p>
            <a:pPr lvl="2"/>
            <a:r>
              <a:rPr lang="en-US" sz="1400" dirty="0"/>
              <a:t>Routed </a:t>
            </a:r>
          </a:p>
          <a:p>
            <a:pPr lvl="2"/>
            <a:r>
              <a:rPr lang="en-US" sz="1400" dirty="0"/>
              <a:t>Received</a:t>
            </a:r>
            <a:endParaRPr lang="he-IL" sz="1400" dirty="0"/>
          </a:p>
          <a:p>
            <a:pPr marL="914400" lvl="2" indent="0">
              <a:buNone/>
            </a:pPr>
            <a:endParaRPr lang="en-US" sz="1400" dirty="0"/>
          </a:p>
          <a:p>
            <a:r>
              <a:rPr lang="en-US" sz="1400" dirty="0"/>
              <a:t>This functionality is organized into four abstraction layers</a:t>
            </a:r>
          </a:p>
          <a:p>
            <a:pPr lvl="1"/>
            <a:r>
              <a:rPr lang="en-US" sz="1400" b="1" dirty="0"/>
              <a:t>Link Layer</a:t>
            </a:r>
            <a:r>
              <a:rPr lang="en-US" sz="1400" dirty="0"/>
              <a:t> – Methods to handle the physical network equipment used to interconnect nodes and servers </a:t>
            </a:r>
          </a:p>
          <a:p>
            <a:pPr lvl="1"/>
            <a:r>
              <a:rPr lang="en-US" sz="1400" b="1" dirty="0"/>
              <a:t>Network Layer </a:t>
            </a:r>
            <a:r>
              <a:rPr lang="en-US" sz="1400" dirty="0"/>
              <a:t>- Connects hosts to one another across networks, i.e. common method of routing information packets between networks</a:t>
            </a:r>
          </a:p>
          <a:p>
            <a:pPr lvl="1"/>
            <a:r>
              <a:rPr lang="en-US" sz="1400" b="1" dirty="0"/>
              <a:t>Transport Layer</a:t>
            </a:r>
            <a:r>
              <a:rPr lang="en-US" sz="1400" dirty="0"/>
              <a:t> - handles host-to-host communication</a:t>
            </a:r>
          </a:p>
          <a:p>
            <a:pPr lvl="1"/>
            <a:r>
              <a:rPr lang="en-US" sz="1400" b="1" dirty="0"/>
              <a:t>Application Layer</a:t>
            </a:r>
            <a:r>
              <a:rPr lang="en-US" sz="1400" dirty="0"/>
              <a:t> - provides process-to-process data exchange</a:t>
            </a:r>
          </a:p>
          <a:p>
            <a:endParaRPr lang="en-US" sz="1400" dirty="0"/>
          </a:p>
        </p:txBody>
      </p:sp>
      <p:cxnSp>
        <p:nvCxnSpPr>
          <p:cNvPr id="33" name="Straight Connector 32">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1F686A0C-037C-082B-9E4B-5E7BE2F6FAC6}"/>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5</a:t>
            </a:fld>
            <a:endParaRPr lang="en-US"/>
          </a:p>
        </p:txBody>
      </p:sp>
    </p:spTree>
    <p:extLst>
      <p:ext uri="{BB962C8B-B14F-4D97-AF65-F5344CB8AC3E}">
        <p14:creationId xmlns:p14="http://schemas.microsoft.com/office/powerpoint/2010/main" val="10757268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500"/>
                                        <p:tgtEl>
                                          <p:spTgt spid="5">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fade">
                                      <p:cBhvr>
                                        <p:cTn id="27" dur="500"/>
                                        <p:tgtEl>
                                          <p:spTgt spid="5">
                                            <p:txEl>
                                              <p:pRg st="7" end="7"/>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8" end="8"/>
                                            </p:txEl>
                                          </p:spTgt>
                                        </p:tgtEl>
                                        <p:attrNameLst>
                                          <p:attrName>style.visibility</p:attrName>
                                        </p:attrNameLst>
                                      </p:cBhvr>
                                      <p:to>
                                        <p:strVal val="visible"/>
                                      </p:to>
                                    </p:set>
                                    <p:animEffect transition="in" filter="fade">
                                      <p:cBhvr>
                                        <p:cTn id="30" dur="500"/>
                                        <p:tgtEl>
                                          <p:spTgt spid="5">
                                            <p:txEl>
                                              <p:pRg st="8" end="8"/>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
                                            <p:txEl>
                                              <p:pRg st="9" end="9"/>
                                            </p:txEl>
                                          </p:spTgt>
                                        </p:tgtEl>
                                        <p:attrNameLst>
                                          <p:attrName>style.visibility</p:attrName>
                                        </p:attrNameLst>
                                      </p:cBhvr>
                                      <p:to>
                                        <p:strVal val="visible"/>
                                      </p:to>
                                    </p:set>
                                    <p:animEffect transition="in" filter="fade">
                                      <p:cBhvr>
                                        <p:cTn id="33" dur="500"/>
                                        <p:tgtEl>
                                          <p:spTgt spid="5">
                                            <p:txEl>
                                              <p:pRg st="9" end="9"/>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
                                            <p:txEl>
                                              <p:pRg st="10" end="10"/>
                                            </p:txEl>
                                          </p:spTgt>
                                        </p:tgtEl>
                                        <p:attrNameLst>
                                          <p:attrName>style.visibility</p:attrName>
                                        </p:attrNameLst>
                                      </p:cBhvr>
                                      <p:to>
                                        <p:strVal val="visible"/>
                                      </p:to>
                                    </p:set>
                                    <p:animEffect transition="in" filter="fade">
                                      <p:cBhvr>
                                        <p:cTn id="36" dur="500"/>
                                        <p:tgtEl>
                                          <p:spTgt spid="5">
                                            <p:txEl>
                                              <p:pRg st="10" end="10"/>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
                                            <p:txEl>
                                              <p:pRg st="11" end="11"/>
                                            </p:txEl>
                                          </p:spTgt>
                                        </p:tgtEl>
                                        <p:attrNameLst>
                                          <p:attrName>style.visibility</p:attrName>
                                        </p:attrNameLst>
                                      </p:cBhvr>
                                      <p:to>
                                        <p:strVal val="visible"/>
                                      </p:to>
                                    </p:set>
                                    <p:animEffect transition="in" filter="fade">
                                      <p:cBhvr>
                                        <p:cTn id="39" dur="500"/>
                                        <p:tgtEl>
                                          <p:spTgt spid="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BF9480-B50C-A157-4A78-5961DDFDF94C}"/>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D6F0C22-D10F-1DCF-F934-9C7E17310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E9ABCF2C-DBF4-3821-693F-157ED648E0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7" name="Rectangle 26">
              <a:extLst>
                <a:ext uri="{FF2B5EF4-FFF2-40B4-BE49-F238E27FC236}">
                  <a16:creationId xmlns:a16="http://schemas.microsoft.com/office/drawing/2014/main" id="{4A0FFAE9-E8ED-E742-11DB-3A469F6F00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647EF2D-4E71-575B-FFC9-5E330C2A3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A2F48A8-7F12-0866-C294-7EB3A7A3A1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EF9681E2-30C5-8D60-68EF-0F1D9C24C5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8FFEAD-60EC-3C73-3EE1-8BCAB42EA57D}"/>
              </a:ext>
            </a:extLst>
          </p:cNvPr>
          <p:cNvSpPr>
            <a:spLocks noGrp="1"/>
          </p:cNvSpPr>
          <p:nvPr>
            <p:ph type="title"/>
          </p:nvPr>
        </p:nvSpPr>
        <p:spPr>
          <a:xfrm>
            <a:off x="1043631" y="809898"/>
            <a:ext cx="9942716" cy="1554480"/>
          </a:xfrm>
        </p:spPr>
        <p:txBody>
          <a:bodyPr anchor="ctr">
            <a:normAutofit/>
          </a:bodyPr>
          <a:lstStyle/>
          <a:p>
            <a:r>
              <a:rPr lang="en-US" sz="4800" dirty="0"/>
              <a:t>Internet protocol – 4 layers</a:t>
            </a:r>
          </a:p>
        </p:txBody>
      </p:sp>
      <p:cxnSp>
        <p:nvCxnSpPr>
          <p:cNvPr id="33" name="Straight Connector 32">
            <a:extLst>
              <a:ext uri="{FF2B5EF4-FFF2-40B4-BE49-F238E27FC236}">
                <a16:creationId xmlns:a16="http://schemas.microsoft.com/office/drawing/2014/main" id="{5B2AB18C-450B-9CAF-51D1-22FF1AC71B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D679803B-DC20-16F4-EC84-13A2A9AA8ADE}"/>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6</a:t>
            </a:fld>
            <a:endParaRPr lang="en-US"/>
          </a:p>
        </p:txBody>
      </p:sp>
      <p:grpSp>
        <p:nvGrpSpPr>
          <p:cNvPr id="32" name="Group 31"/>
          <p:cNvGrpSpPr/>
          <p:nvPr/>
        </p:nvGrpSpPr>
        <p:grpSpPr>
          <a:xfrm>
            <a:off x="2335618" y="2654829"/>
            <a:ext cx="6718659" cy="3683724"/>
            <a:chOff x="2050870" y="836022"/>
            <a:chExt cx="7794176" cy="4862695"/>
          </a:xfrm>
        </p:grpSpPr>
        <p:sp>
          <p:nvSpPr>
            <p:cNvPr id="7" name="Rectangle 6"/>
            <p:cNvSpPr/>
            <p:nvPr/>
          </p:nvSpPr>
          <p:spPr>
            <a:xfrm>
              <a:off x="2050870" y="836022"/>
              <a:ext cx="1449977" cy="1332412"/>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395069" y="836022"/>
              <a:ext cx="1449977" cy="1332412"/>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5"/>
            <p:cNvSpPr/>
            <p:nvPr/>
          </p:nvSpPr>
          <p:spPr>
            <a:xfrm>
              <a:off x="2146517" y="2197858"/>
              <a:ext cx="326572" cy="431074"/>
            </a:xfrm>
            <a:prstGeom prst="downArrow">
              <a:avLst/>
            </a:prstGeom>
            <a:gradFill>
              <a:gsLst>
                <a:gs pos="0">
                  <a:schemeClr val="accent6">
                    <a:lumMod val="60000"/>
                    <a:lumOff val="40000"/>
                  </a:schemeClr>
                </a:gs>
                <a:gs pos="100000">
                  <a:schemeClr val="accent6">
                    <a:lumMod val="50000"/>
                  </a:schemeClr>
                </a:gs>
                <a:gs pos="99000">
                  <a:schemeClr val="accent1">
                    <a:lumMod val="45000"/>
                    <a:lumOff val="55000"/>
                  </a:schemeClr>
                </a:gs>
                <a:gs pos="100000">
                  <a:schemeClr val="accent6">
                    <a:lumMod val="75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own Arrow 6"/>
            <p:cNvSpPr/>
            <p:nvPr/>
          </p:nvSpPr>
          <p:spPr>
            <a:xfrm rot="16200000">
              <a:off x="2703401" y="2611161"/>
              <a:ext cx="326572" cy="431074"/>
            </a:xfrm>
            <a:prstGeom prst="downArrow">
              <a:avLst/>
            </a:prstGeom>
            <a:gradFill>
              <a:gsLst>
                <a:gs pos="0">
                  <a:schemeClr val="accent6">
                    <a:lumMod val="60000"/>
                    <a:lumOff val="40000"/>
                  </a:schemeClr>
                </a:gs>
                <a:gs pos="100000">
                  <a:schemeClr val="accent6">
                    <a:lumMod val="50000"/>
                  </a:schemeClr>
                </a:gs>
                <a:gs pos="99000">
                  <a:schemeClr val="accent1">
                    <a:lumMod val="45000"/>
                    <a:lumOff val="55000"/>
                  </a:schemeClr>
                </a:gs>
                <a:gs pos="100000">
                  <a:schemeClr val="accent6">
                    <a:lumMod val="75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7"/>
            <p:cNvSpPr/>
            <p:nvPr/>
          </p:nvSpPr>
          <p:spPr>
            <a:xfrm>
              <a:off x="3178086" y="3249519"/>
              <a:ext cx="326572" cy="431074"/>
            </a:xfrm>
            <a:prstGeom prst="downArrow">
              <a:avLst/>
            </a:prstGeom>
            <a:gradFill>
              <a:gsLst>
                <a:gs pos="0">
                  <a:schemeClr val="accent6">
                    <a:lumMod val="60000"/>
                    <a:lumOff val="40000"/>
                  </a:schemeClr>
                </a:gs>
                <a:gs pos="100000">
                  <a:schemeClr val="accent6">
                    <a:lumMod val="50000"/>
                  </a:schemeClr>
                </a:gs>
                <a:gs pos="99000">
                  <a:schemeClr val="accent1">
                    <a:lumMod val="45000"/>
                    <a:lumOff val="55000"/>
                  </a:schemeClr>
                </a:gs>
                <a:gs pos="100000">
                  <a:schemeClr val="accent6">
                    <a:lumMod val="75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8"/>
            <p:cNvSpPr/>
            <p:nvPr/>
          </p:nvSpPr>
          <p:spPr>
            <a:xfrm>
              <a:off x="3178086" y="3934166"/>
              <a:ext cx="326572" cy="431074"/>
            </a:xfrm>
            <a:prstGeom prst="downArrow">
              <a:avLst/>
            </a:prstGeom>
            <a:gradFill>
              <a:gsLst>
                <a:gs pos="0">
                  <a:schemeClr val="accent6">
                    <a:lumMod val="60000"/>
                    <a:lumOff val="40000"/>
                  </a:schemeClr>
                </a:gs>
                <a:gs pos="100000">
                  <a:schemeClr val="accent6">
                    <a:lumMod val="50000"/>
                  </a:schemeClr>
                </a:gs>
                <a:gs pos="99000">
                  <a:schemeClr val="accent1">
                    <a:lumMod val="45000"/>
                    <a:lumOff val="55000"/>
                  </a:schemeClr>
                </a:gs>
                <a:gs pos="100000">
                  <a:schemeClr val="accent6">
                    <a:lumMod val="75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9"/>
            <p:cNvSpPr/>
            <p:nvPr/>
          </p:nvSpPr>
          <p:spPr>
            <a:xfrm>
              <a:off x="3178086" y="4618812"/>
              <a:ext cx="326572" cy="431074"/>
            </a:xfrm>
            <a:prstGeom prst="downArrow">
              <a:avLst/>
            </a:prstGeom>
            <a:gradFill>
              <a:gsLst>
                <a:gs pos="0">
                  <a:schemeClr val="accent6">
                    <a:lumMod val="60000"/>
                    <a:lumOff val="40000"/>
                  </a:schemeClr>
                </a:gs>
                <a:gs pos="100000">
                  <a:schemeClr val="accent6">
                    <a:lumMod val="50000"/>
                  </a:schemeClr>
                </a:gs>
                <a:gs pos="99000">
                  <a:schemeClr val="accent1">
                    <a:lumMod val="45000"/>
                    <a:lumOff val="55000"/>
                  </a:schemeClr>
                </a:gs>
                <a:gs pos="100000">
                  <a:schemeClr val="accent6">
                    <a:lumMod val="75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0"/>
            <p:cNvSpPr/>
            <p:nvPr/>
          </p:nvSpPr>
          <p:spPr>
            <a:xfrm rot="16200000">
              <a:off x="8757523" y="2601076"/>
              <a:ext cx="326572" cy="431074"/>
            </a:xfrm>
            <a:prstGeom prst="downArrow">
              <a:avLst/>
            </a:prstGeom>
            <a:gradFill>
              <a:gsLst>
                <a:gs pos="0">
                  <a:schemeClr val="accent6">
                    <a:lumMod val="60000"/>
                    <a:lumOff val="40000"/>
                  </a:schemeClr>
                </a:gs>
                <a:gs pos="100000">
                  <a:schemeClr val="accent6">
                    <a:lumMod val="50000"/>
                  </a:schemeClr>
                </a:gs>
                <a:gs pos="99000">
                  <a:schemeClr val="accent1">
                    <a:lumMod val="45000"/>
                    <a:lumOff val="55000"/>
                  </a:schemeClr>
                </a:gs>
                <a:gs pos="100000">
                  <a:schemeClr val="accent6">
                    <a:lumMod val="75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1"/>
            <p:cNvSpPr/>
            <p:nvPr/>
          </p:nvSpPr>
          <p:spPr>
            <a:xfrm rot="10800000">
              <a:off x="8415758" y="3271289"/>
              <a:ext cx="326572" cy="431074"/>
            </a:xfrm>
            <a:prstGeom prst="downArrow">
              <a:avLst/>
            </a:prstGeom>
            <a:gradFill>
              <a:gsLst>
                <a:gs pos="0">
                  <a:schemeClr val="accent6">
                    <a:lumMod val="60000"/>
                    <a:lumOff val="40000"/>
                  </a:schemeClr>
                </a:gs>
                <a:gs pos="100000">
                  <a:schemeClr val="accent6">
                    <a:lumMod val="50000"/>
                  </a:schemeClr>
                </a:gs>
                <a:gs pos="99000">
                  <a:schemeClr val="accent1">
                    <a:lumMod val="45000"/>
                    <a:lumOff val="55000"/>
                  </a:schemeClr>
                </a:gs>
                <a:gs pos="100000">
                  <a:schemeClr val="accent6">
                    <a:lumMod val="75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2"/>
            <p:cNvSpPr/>
            <p:nvPr/>
          </p:nvSpPr>
          <p:spPr>
            <a:xfrm rot="10800000">
              <a:off x="8415759" y="3934166"/>
              <a:ext cx="326572" cy="431074"/>
            </a:xfrm>
            <a:prstGeom prst="downArrow">
              <a:avLst/>
            </a:prstGeom>
            <a:gradFill>
              <a:gsLst>
                <a:gs pos="0">
                  <a:schemeClr val="accent6">
                    <a:lumMod val="60000"/>
                    <a:lumOff val="40000"/>
                  </a:schemeClr>
                </a:gs>
                <a:gs pos="100000">
                  <a:schemeClr val="accent6">
                    <a:lumMod val="50000"/>
                  </a:schemeClr>
                </a:gs>
                <a:gs pos="99000">
                  <a:schemeClr val="accent1">
                    <a:lumMod val="45000"/>
                    <a:lumOff val="55000"/>
                  </a:schemeClr>
                </a:gs>
                <a:gs pos="100000">
                  <a:schemeClr val="accent6">
                    <a:lumMod val="75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own Arrow 13"/>
            <p:cNvSpPr/>
            <p:nvPr/>
          </p:nvSpPr>
          <p:spPr>
            <a:xfrm rot="10800000">
              <a:off x="8415759" y="4618811"/>
              <a:ext cx="326572" cy="431074"/>
            </a:xfrm>
            <a:prstGeom prst="downArrow">
              <a:avLst/>
            </a:prstGeom>
            <a:gradFill>
              <a:gsLst>
                <a:gs pos="0">
                  <a:schemeClr val="accent6">
                    <a:lumMod val="60000"/>
                    <a:lumOff val="40000"/>
                  </a:schemeClr>
                </a:gs>
                <a:gs pos="100000">
                  <a:schemeClr val="accent6">
                    <a:lumMod val="50000"/>
                  </a:schemeClr>
                </a:gs>
                <a:gs pos="99000">
                  <a:schemeClr val="accent1">
                    <a:lumMod val="45000"/>
                    <a:lumOff val="55000"/>
                  </a:schemeClr>
                </a:gs>
                <a:gs pos="100000">
                  <a:schemeClr val="accent6">
                    <a:lumMod val="75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127523" y="2663412"/>
              <a:ext cx="484973" cy="376383"/>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Down Arrow 16"/>
            <p:cNvSpPr/>
            <p:nvPr/>
          </p:nvSpPr>
          <p:spPr>
            <a:xfrm rot="10800000">
              <a:off x="9298656" y="2154846"/>
              <a:ext cx="326572" cy="431074"/>
            </a:xfrm>
            <a:prstGeom prst="downArrow">
              <a:avLst/>
            </a:prstGeom>
            <a:gradFill>
              <a:gsLst>
                <a:gs pos="0">
                  <a:schemeClr val="accent6">
                    <a:lumMod val="60000"/>
                    <a:lumOff val="40000"/>
                  </a:schemeClr>
                </a:gs>
                <a:gs pos="100000">
                  <a:schemeClr val="accent6">
                    <a:lumMod val="50000"/>
                  </a:schemeClr>
                </a:gs>
                <a:gs pos="99000">
                  <a:schemeClr val="accent1">
                    <a:lumMod val="45000"/>
                    <a:lumOff val="55000"/>
                  </a:schemeClr>
                </a:gs>
                <a:gs pos="100000">
                  <a:schemeClr val="accent6">
                    <a:lumMod val="75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ounded Rectangle 17"/>
            <p:cNvSpPr/>
            <p:nvPr/>
          </p:nvSpPr>
          <p:spPr>
            <a:xfrm>
              <a:off x="3616236" y="2502067"/>
              <a:ext cx="4678682" cy="559527"/>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accent5"/>
                  </a:solidFill>
                </a:rPr>
                <a:t>Application Layer </a:t>
              </a:r>
              <a:r>
                <a:rPr lang="en-US" sz="1800" dirty="0">
                  <a:solidFill>
                    <a:schemeClr val="accent5"/>
                  </a:solidFill>
                </a:rPr>
                <a:t>(DNS, FTP, HTTP)</a:t>
              </a:r>
              <a:endParaRPr lang="en-US" sz="2000" dirty="0">
                <a:solidFill>
                  <a:schemeClr val="accent5"/>
                </a:solidFill>
              </a:endParaRPr>
            </a:p>
          </p:txBody>
        </p:sp>
        <p:sp>
          <p:nvSpPr>
            <p:cNvPr id="21" name="Rounded Rectangle 18"/>
            <p:cNvSpPr/>
            <p:nvPr/>
          </p:nvSpPr>
          <p:spPr>
            <a:xfrm>
              <a:off x="3616236" y="3177894"/>
              <a:ext cx="4678682" cy="559527"/>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accent5"/>
                  </a:solidFill>
                </a:rPr>
                <a:t>Transport Layer </a:t>
              </a:r>
              <a:r>
                <a:rPr lang="en-US" sz="1800" dirty="0">
                  <a:solidFill>
                    <a:schemeClr val="accent5"/>
                  </a:solidFill>
                </a:rPr>
                <a:t>(UDP, TCP)</a:t>
              </a:r>
              <a:endParaRPr lang="en-US" sz="2000" dirty="0">
                <a:solidFill>
                  <a:schemeClr val="accent5"/>
                </a:solidFill>
              </a:endParaRPr>
            </a:p>
          </p:txBody>
        </p:sp>
        <p:sp>
          <p:nvSpPr>
            <p:cNvPr id="22" name="Rounded Rectangle 19"/>
            <p:cNvSpPr/>
            <p:nvPr/>
          </p:nvSpPr>
          <p:spPr>
            <a:xfrm>
              <a:off x="3616236" y="3853721"/>
              <a:ext cx="4678682" cy="559527"/>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accent5"/>
                  </a:solidFill>
                </a:rPr>
                <a:t>Internet Layer </a:t>
              </a:r>
              <a:r>
                <a:rPr lang="en-US" sz="1800" dirty="0">
                  <a:solidFill>
                    <a:schemeClr val="accent5"/>
                  </a:solidFill>
                </a:rPr>
                <a:t>(IPv4, IPv6)</a:t>
              </a:r>
            </a:p>
          </p:txBody>
        </p:sp>
        <p:sp>
          <p:nvSpPr>
            <p:cNvPr id="23" name="Rounded Rectangle 20"/>
            <p:cNvSpPr/>
            <p:nvPr/>
          </p:nvSpPr>
          <p:spPr>
            <a:xfrm>
              <a:off x="3616236" y="4529548"/>
              <a:ext cx="4678682" cy="559527"/>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accent5"/>
                  </a:solidFill>
                </a:rPr>
                <a:t>Link Layer </a:t>
              </a:r>
              <a:r>
                <a:rPr lang="en-US" sz="1800" dirty="0">
                  <a:solidFill>
                    <a:schemeClr val="accent5"/>
                  </a:solidFill>
                </a:rPr>
                <a:t>(PPP, ISDN)</a:t>
              </a:r>
              <a:endParaRPr lang="en-US" sz="2000" dirty="0">
                <a:solidFill>
                  <a:schemeClr val="accent5"/>
                </a:solidFill>
              </a:endParaRPr>
            </a:p>
          </p:txBody>
        </p:sp>
        <p:sp>
          <p:nvSpPr>
            <p:cNvPr id="25" name="Rectangle 24"/>
            <p:cNvSpPr/>
            <p:nvPr/>
          </p:nvSpPr>
          <p:spPr>
            <a:xfrm>
              <a:off x="9219455" y="2634612"/>
              <a:ext cx="484973" cy="376383"/>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p:nvGrpSpPr>
          <p:grpSpPr>
            <a:xfrm>
              <a:off x="3422470" y="4998721"/>
              <a:ext cx="5168546" cy="640080"/>
              <a:chOff x="3422470" y="5312233"/>
              <a:chExt cx="5168546" cy="640080"/>
            </a:xfrm>
          </p:grpSpPr>
          <p:sp>
            <p:nvSpPr>
              <p:cNvPr id="37" name="Rectangle 36"/>
              <p:cNvSpPr/>
              <p:nvPr/>
            </p:nvSpPr>
            <p:spPr>
              <a:xfrm>
                <a:off x="3422470" y="5312233"/>
                <a:ext cx="2586446" cy="640080"/>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rot="10800000" flipV="1">
                <a:off x="6004570" y="5312233"/>
                <a:ext cx="2586446" cy="640080"/>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Down Arrow 28"/>
            <p:cNvSpPr/>
            <p:nvPr/>
          </p:nvSpPr>
          <p:spPr>
            <a:xfrm rot="16200000">
              <a:off x="4885525" y="5319894"/>
              <a:ext cx="326572" cy="431074"/>
            </a:xfrm>
            <a:prstGeom prst="downArrow">
              <a:avLst/>
            </a:prstGeom>
            <a:gradFill>
              <a:gsLst>
                <a:gs pos="0">
                  <a:schemeClr val="accent6">
                    <a:lumMod val="60000"/>
                    <a:lumOff val="40000"/>
                  </a:schemeClr>
                </a:gs>
                <a:gs pos="100000">
                  <a:schemeClr val="accent6">
                    <a:lumMod val="50000"/>
                  </a:schemeClr>
                </a:gs>
                <a:gs pos="99000">
                  <a:schemeClr val="accent1">
                    <a:lumMod val="45000"/>
                    <a:lumOff val="55000"/>
                  </a:schemeClr>
                </a:gs>
                <a:gs pos="100000">
                  <a:schemeClr val="accent6">
                    <a:lumMod val="75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29"/>
            <p:cNvSpPr/>
            <p:nvPr/>
          </p:nvSpPr>
          <p:spPr>
            <a:xfrm rot="16200000">
              <a:off x="5927291" y="5319894"/>
              <a:ext cx="326572" cy="431074"/>
            </a:xfrm>
            <a:prstGeom prst="downArrow">
              <a:avLst/>
            </a:prstGeom>
            <a:gradFill>
              <a:gsLst>
                <a:gs pos="0">
                  <a:schemeClr val="accent6">
                    <a:lumMod val="60000"/>
                    <a:lumOff val="40000"/>
                  </a:schemeClr>
                </a:gs>
                <a:gs pos="100000">
                  <a:schemeClr val="accent6">
                    <a:lumMod val="50000"/>
                  </a:schemeClr>
                </a:gs>
                <a:gs pos="99000">
                  <a:schemeClr val="accent1">
                    <a:lumMod val="45000"/>
                    <a:lumOff val="55000"/>
                  </a:schemeClr>
                </a:gs>
                <a:gs pos="100000">
                  <a:schemeClr val="accent6">
                    <a:lumMod val="75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Down Arrow 30"/>
            <p:cNvSpPr/>
            <p:nvPr/>
          </p:nvSpPr>
          <p:spPr>
            <a:xfrm rot="16200000">
              <a:off x="6969057" y="5319894"/>
              <a:ext cx="326572" cy="431074"/>
            </a:xfrm>
            <a:prstGeom prst="downArrow">
              <a:avLst/>
            </a:prstGeom>
            <a:gradFill>
              <a:gsLst>
                <a:gs pos="0">
                  <a:schemeClr val="accent6">
                    <a:lumMod val="60000"/>
                    <a:lumOff val="40000"/>
                  </a:schemeClr>
                </a:gs>
                <a:gs pos="100000">
                  <a:schemeClr val="accent6">
                    <a:lumMod val="50000"/>
                  </a:schemeClr>
                </a:gs>
                <a:gs pos="99000">
                  <a:schemeClr val="accent1">
                    <a:lumMod val="45000"/>
                    <a:lumOff val="55000"/>
                  </a:schemeClr>
                </a:gs>
                <a:gs pos="100000">
                  <a:schemeClr val="accent6">
                    <a:lumMod val="75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3083929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D8C35B-DFC2-28C9-A6E4-2ECDD19BE8EF}"/>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Inside the packet</a:t>
            </a:r>
          </a:p>
        </p:txBody>
      </p:sp>
      <p:sp>
        <p:nvSpPr>
          <p:cNvPr id="2070" name="Rectangle 2069">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71" name="Rectangle 2070">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Network Packet (fundamental unit of information) - Network Encyclopedia">
            <a:extLst>
              <a:ext uri="{FF2B5EF4-FFF2-40B4-BE49-F238E27FC236}">
                <a16:creationId xmlns:a16="http://schemas.microsoft.com/office/drawing/2014/main" id="{23CBF733-2272-D7A4-7C06-B059CB9289E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45238" y="896675"/>
            <a:ext cx="7608304" cy="5135605"/>
          </a:xfrm>
          <a:prstGeom prst="rect">
            <a:avLst/>
          </a:prstGeom>
          <a:noFill/>
          <a:extLst>
            <a:ext uri="{909E8E84-426E-40DD-AFC4-6F175D3DCCD1}">
              <a14:hiddenFill xmlns:a14="http://schemas.microsoft.com/office/drawing/2010/main">
                <a:solidFill>
                  <a:srgbClr val="FFFFFF"/>
                </a:solidFill>
              </a14:hiddenFill>
            </a:ext>
          </a:extLst>
        </p:spPr>
      </p:pic>
      <p:sp>
        <p:nvSpPr>
          <p:cNvPr id="2072" name="Rectangle 2071">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B2E243DD-0A1D-754F-5C4B-27104AEE4BD2}"/>
              </a:ext>
            </a:extLst>
          </p:cNvPr>
          <p:cNvSpPr>
            <a:spLocks noGrp="1"/>
          </p:cNvSpPr>
          <p:nvPr>
            <p:ph type="sldNum" sz="quarter" idx="12"/>
          </p:nvPr>
        </p:nvSpPr>
        <p:spPr>
          <a:xfrm>
            <a:off x="8610599" y="6492240"/>
            <a:ext cx="3126933" cy="365125"/>
          </a:xfrm>
        </p:spPr>
        <p:txBody>
          <a:bodyPr vert="horz" lIns="91440" tIns="45720" rIns="91440" bIns="45720" rtlCol="0" anchor="ctr">
            <a:normAutofit/>
          </a:bodyPr>
          <a:lstStyle/>
          <a:p>
            <a:pPr>
              <a:spcAft>
                <a:spcPts val="600"/>
              </a:spcAft>
            </a:pPr>
            <a:fld id="{2951E007-95BD-4179-9F64-0AC30A6B97F9}" type="slidenum">
              <a:rPr lang="en-US" kern="1200" smtClean="0">
                <a:latin typeface="+mn-lt"/>
                <a:ea typeface="+mn-ea"/>
                <a:cs typeface="+mn-cs"/>
              </a:rPr>
              <a:pPr>
                <a:spcAft>
                  <a:spcPts val="600"/>
                </a:spcAft>
              </a:pPr>
              <a:t>7</a:t>
            </a:fld>
            <a:endParaRPr lang="en-US" kern="1200">
              <a:latin typeface="+mn-lt"/>
              <a:ea typeface="+mn-ea"/>
              <a:cs typeface="+mn-cs"/>
            </a:endParaRPr>
          </a:p>
        </p:txBody>
      </p:sp>
    </p:spTree>
    <p:extLst>
      <p:ext uri="{BB962C8B-B14F-4D97-AF65-F5344CB8AC3E}">
        <p14:creationId xmlns:p14="http://schemas.microsoft.com/office/powerpoint/2010/main" val="111577146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F71C7C70-EB28-9B45-76CE-8B728501240E}"/>
              </a:ext>
            </a:extLst>
          </p:cNvPr>
          <p:cNvSpPr>
            <a:spLocks noGrp="1"/>
          </p:cNvSpPr>
          <p:nvPr>
            <p:ph type="title"/>
          </p:nvPr>
        </p:nvSpPr>
        <p:spPr>
          <a:xfrm>
            <a:off x="1043631" y="809898"/>
            <a:ext cx="9942716" cy="1554480"/>
          </a:xfrm>
        </p:spPr>
        <p:txBody>
          <a:bodyPr anchor="ctr">
            <a:normAutofit/>
          </a:bodyPr>
          <a:lstStyle/>
          <a:p>
            <a:r>
              <a:rPr lang="en-US" sz="4800"/>
              <a:t>Overview</a:t>
            </a:r>
          </a:p>
        </p:txBody>
      </p:sp>
      <p:sp>
        <p:nvSpPr>
          <p:cNvPr id="7" name="Content Placeholder 6">
            <a:extLst>
              <a:ext uri="{FF2B5EF4-FFF2-40B4-BE49-F238E27FC236}">
                <a16:creationId xmlns:a16="http://schemas.microsoft.com/office/drawing/2014/main" id="{7C91D45D-807E-5EA3-57AE-A661394239FC}"/>
              </a:ext>
            </a:extLst>
          </p:cNvPr>
          <p:cNvSpPr>
            <a:spLocks noGrp="1"/>
          </p:cNvSpPr>
          <p:nvPr>
            <p:ph idx="1"/>
          </p:nvPr>
        </p:nvSpPr>
        <p:spPr>
          <a:xfrm>
            <a:off x="1045028" y="3017522"/>
            <a:ext cx="9941319" cy="3124658"/>
          </a:xfrm>
        </p:spPr>
        <p:txBody>
          <a:bodyPr anchor="ctr">
            <a:normAutofit/>
          </a:bodyPr>
          <a:lstStyle/>
          <a:p>
            <a:r>
              <a:rPr lang="en-US" sz="2400" dirty="0"/>
              <a:t>Introduction to networks</a:t>
            </a:r>
          </a:p>
          <a:p>
            <a:r>
              <a:rPr lang="en-US" sz="2400" b="1" dirty="0"/>
              <a:t>TCP &amp; UDP</a:t>
            </a:r>
          </a:p>
          <a:p>
            <a:r>
              <a:rPr lang="en-US" sz="2400" dirty="0"/>
              <a:t>Encoding &amp; Decoding</a:t>
            </a:r>
          </a:p>
          <a:p>
            <a:r>
              <a:rPr lang="en-US" sz="2400" dirty="0"/>
              <a:t>The Client-Server Model</a:t>
            </a:r>
          </a:p>
          <a:p>
            <a:endParaRPr lang="en-US" sz="2400" b="1" dirty="0"/>
          </a:p>
        </p:txBody>
      </p:sp>
      <p:cxnSp>
        <p:nvCxnSpPr>
          <p:cNvPr id="24" name="Straight Connector 2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Slide Number Placeholder 9">
            <a:extLst>
              <a:ext uri="{FF2B5EF4-FFF2-40B4-BE49-F238E27FC236}">
                <a16:creationId xmlns:a16="http://schemas.microsoft.com/office/drawing/2014/main" id="{1127C7DA-6BA2-1E35-5E19-ADA44F9A59D0}"/>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8</a:t>
            </a:fld>
            <a:endParaRPr lang="en-US"/>
          </a:p>
        </p:txBody>
      </p:sp>
    </p:spTree>
    <p:extLst>
      <p:ext uri="{BB962C8B-B14F-4D97-AF65-F5344CB8AC3E}">
        <p14:creationId xmlns:p14="http://schemas.microsoft.com/office/powerpoint/2010/main" val="75688521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70ADA1-56F0-4513-45EA-145DCF16DA19}"/>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B8A7B84-E63F-ADB3-72AC-2FEAFBF51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1D942DAF-FE26-698A-91BC-26276FE150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6461DB40-1411-B066-43BB-BC19CD40C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F2F44F0-A5CB-1027-8034-EE3D4028A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2949784-5B59-9D01-F8BC-D6738E62B5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CBFDC6C9-B4C2-1409-920E-035F251B7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8781A9E2-B91F-B672-9827-8AB5381A4A6A}"/>
              </a:ext>
            </a:extLst>
          </p:cNvPr>
          <p:cNvSpPr>
            <a:spLocks noGrp="1"/>
          </p:cNvSpPr>
          <p:nvPr>
            <p:ph type="title"/>
          </p:nvPr>
        </p:nvSpPr>
        <p:spPr>
          <a:xfrm>
            <a:off x="1122464" y="746887"/>
            <a:ext cx="9942716" cy="1554480"/>
          </a:xfrm>
        </p:spPr>
        <p:txBody>
          <a:bodyPr anchor="ctr">
            <a:normAutofit/>
          </a:bodyPr>
          <a:lstStyle/>
          <a:p>
            <a:r>
              <a:rPr lang="en-US" sz="4800" dirty="0"/>
              <a:t>Datagram Communication - UDP</a:t>
            </a:r>
          </a:p>
        </p:txBody>
      </p:sp>
      <p:cxnSp>
        <p:nvCxnSpPr>
          <p:cNvPr id="24" name="Straight Connector 23">
            <a:extLst>
              <a:ext uri="{FF2B5EF4-FFF2-40B4-BE49-F238E27FC236}">
                <a16:creationId xmlns:a16="http://schemas.microsoft.com/office/drawing/2014/main" id="{25B8FED7-7ADF-FD5D-D8F0-C9C79F9A56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Slide Number Placeholder 9">
            <a:extLst>
              <a:ext uri="{FF2B5EF4-FFF2-40B4-BE49-F238E27FC236}">
                <a16:creationId xmlns:a16="http://schemas.microsoft.com/office/drawing/2014/main" id="{A87C9D95-A464-232A-45D3-8C5CE67EE9FA}"/>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9</a:t>
            </a:fld>
            <a:endParaRPr lang="en-US"/>
          </a:p>
        </p:txBody>
      </p:sp>
      <p:graphicFrame>
        <p:nvGraphicFramePr>
          <p:cNvPr id="5" name="Diagram 4">
            <a:extLst>
              <a:ext uri="{FF2B5EF4-FFF2-40B4-BE49-F238E27FC236}">
                <a16:creationId xmlns:a16="http://schemas.microsoft.com/office/drawing/2014/main" id="{A6C43C1C-1226-ABA7-432C-52A5622A7407}"/>
              </a:ext>
            </a:extLst>
          </p:cNvPr>
          <p:cNvGraphicFramePr/>
          <p:nvPr>
            <p:extLst>
              <p:ext uri="{D42A27DB-BD31-4B8C-83A1-F6EECF244321}">
                <p14:modId xmlns:p14="http://schemas.microsoft.com/office/powerpoint/2010/main" val="2456473433"/>
              </p:ext>
            </p:extLst>
          </p:nvPr>
        </p:nvGraphicFramePr>
        <p:xfrm>
          <a:off x="267836" y="2897257"/>
          <a:ext cx="10826883" cy="36661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ontent Placeholder 2"/>
          <p:cNvSpPr txBox="1">
            <a:spLocks/>
          </p:cNvSpPr>
          <p:nvPr/>
        </p:nvSpPr>
        <p:spPr>
          <a:xfrm>
            <a:off x="838200" y="2308293"/>
            <a:ext cx="10515600" cy="38686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Tx/>
              <a:buFont typeface="Arial" panose="020B0604020202020204" pitchFamily="34" charset="0"/>
              <a:buNone/>
            </a:pPr>
            <a:endParaRPr lang="en-US" sz="1800" b="1" dirty="0"/>
          </a:p>
          <a:p>
            <a:pPr marL="0" indent="0">
              <a:buClrTx/>
              <a:buFont typeface="Arial" panose="020B0604020202020204" pitchFamily="34" charset="0"/>
              <a:buNone/>
            </a:pPr>
            <a:r>
              <a:rPr lang="en-US" sz="1800" b="1" dirty="0"/>
              <a:t>UDP</a:t>
            </a:r>
            <a:r>
              <a:rPr lang="en-US" sz="1800" dirty="0"/>
              <a:t> - user datagram protocol</a:t>
            </a:r>
          </a:p>
          <a:p>
            <a:pPr marL="0" indent="0">
              <a:buClrTx/>
              <a:buFont typeface="Arial" panose="020B0604020202020204" pitchFamily="34" charset="0"/>
              <a:buNone/>
            </a:pPr>
            <a:r>
              <a:rPr lang="en-US" sz="1800" dirty="0"/>
              <a:t>A </a:t>
            </a:r>
            <a:r>
              <a:rPr lang="en-US" sz="1800" b="1" dirty="0"/>
              <a:t>connectionless </a:t>
            </a:r>
            <a:r>
              <a:rPr lang="en-US" sz="1800" dirty="0"/>
              <a:t>protocol, i.e., send data without prior connection preparation</a:t>
            </a:r>
          </a:p>
        </p:txBody>
      </p:sp>
    </p:spTree>
    <p:extLst>
      <p:ext uri="{BB962C8B-B14F-4D97-AF65-F5344CB8AC3E}">
        <p14:creationId xmlns:p14="http://schemas.microsoft.com/office/powerpoint/2010/main" val="336107091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16F4FD-2B80-2A58-0242-2FB2353C860E}"/>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105A9DA-3FDC-4521-2E4D-756724EE7A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66E0214F-43AB-75F2-F02E-9E102A1505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E50A1EEB-483B-E4AC-2DD3-E728EBE61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86D2D4E-9C5B-6219-0B78-743A16FAD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57A7797-99AA-248C-1A3F-50B014E7B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A1D2DA4F-A998-E352-C508-202816465F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159F4B4C-C601-2466-CE44-383BE4A0AB6A}"/>
              </a:ext>
            </a:extLst>
          </p:cNvPr>
          <p:cNvSpPr>
            <a:spLocks noGrp="1"/>
          </p:cNvSpPr>
          <p:nvPr>
            <p:ph type="title"/>
          </p:nvPr>
        </p:nvSpPr>
        <p:spPr>
          <a:xfrm>
            <a:off x="1122464" y="746887"/>
            <a:ext cx="9942716" cy="1554480"/>
          </a:xfrm>
        </p:spPr>
        <p:txBody>
          <a:bodyPr anchor="ctr">
            <a:normAutofit/>
          </a:bodyPr>
          <a:lstStyle/>
          <a:p>
            <a:r>
              <a:rPr lang="en-US" sz="4800" dirty="0"/>
              <a:t>Stream Communication - TCP</a:t>
            </a:r>
          </a:p>
        </p:txBody>
      </p:sp>
      <p:cxnSp>
        <p:nvCxnSpPr>
          <p:cNvPr id="24" name="Straight Connector 23">
            <a:extLst>
              <a:ext uri="{FF2B5EF4-FFF2-40B4-BE49-F238E27FC236}">
                <a16:creationId xmlns:a16="http://schemas.microsoft.com/office/drawing/2014/main" id="{AAE2EE24-0152-E4E9-3EE1-E21B8E27BF1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Slide Number Placeholder 9">
            <a:extLst>
              <a:ext uri="{FF2B5EF4-FFF2-40B4-BE49-F238E27FC236}">
                <a16:creationId xmlns:a16="http://schemas.microsoft.com/office/drawing/2014/main" id="{0CDB88AC-BC47-9E7E-6DBF-4B0E24955874}"/>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10</a:t>
            </a:fld>
            <a:endParaRPr lang="en-US"/>
          </a:p>
        </p:txBody>
      </p:sp>
      <p:sp>
        <p:nvSpPr>
          <p:cNvPr id="2" name="Content Placeholder 2">
            <a:extLst>
              <a:ext uri="{FF2B5EF4-FFF2-40B4-BE49-F238E27FC236}">
                <a16:creationId xmlns:a16="http://schemas.microsoft.com/office/drawing/2014/main" id="{94BE761F-FB5A-0A8E-73C5-C14AE24DDDED}"/>
              </a:ext>
            </a:extLst>
          </p:cNvPr>
          <p:cNvSpPr>
            <a:spLocks noGrp="1"/>
          </p:cNvSpPr>
          <p:nvPr>
            <p:ph idx="1"/>
          </p:nvPr>
        </p:nvSpPr>
        <p:spPr>
          <a:xfrm>
            <a:off x="633597" y="3122024"/>
            <a:ext cx="9912234" cy="1828800"/>
          </a:xfrm>
        </p:spPr>
        <p:txBody>
          <a:bodyPr>
            <a:normAutofit/>
          </a:bodyPr>
          <a:lstStyle/>
          <a:p>
            <a:pPr marL="0" indent="0">
              <a:buNone/>
            </a:pPr>
            <a:r>
              <a:rPr lang="en-US" b="1" dirty="0"/>
              <a:t>TCP</a:t>
            </a:r>
            <a:r>
              <a:rPr lang="en-US" dirty="0"/>
              <a:t> - transfer control protocol</a:t>
            </a:r>
            <a:endParaRPr lang="en-US" sz="2000" dirty="0"/>
          </a:p>
          <a:p>
            <a:r>
              <a:rPr lang="en-US" sz="2000" u="sng" dirty="0"/>
              <a:t>Session oriented</a:t>
            </a:r>
            <a:r>
              <a:rPr lang="en-US" sz="2000" dirty="0"/>
              <a:t>, </a:t>
            </a:r>
            <a:r>
              <a:rPr lang="en-US" sz="2000" u="sng" dirty="0"/>
              <a:t>Bi-directional</a:t>
            </a:r>
            <a:r>
              <a:rPr lang="en-US" sz="2000" dirty="0"/>
              <a:t>, </a:t>
            </a:r>
            <a:r>
              <a:rPr lang="en-US" sz="2000" u="sng" dirty="0"/>
              <a:t>Point to point</a:t>
            </a:r>
            <a:r>
              <a:rPr lang="en-US" sz="2000" dirty="0"/>
              <a:t>, </a:t>
            </a:r>
            <a:r>
              <a:rPr lang="en-US" sz="2000" u="sng" dirty="0"/>
              <a:t>Reliable</a:t>
            </a:r>
            <a:r>
              <a:rPr lang="en-US" sz="2000" dirty="0"/>
              <a:t>. </a:t>
            </a:r>
          </a:p>
          <a:p>
            <a:r>
              <a:rPr lang="en-US" sz="2000" dirty="0"/>
              <a:t>Stream oriented protocol means that the data is a sequence of plain bytes</a:t>
            </a:r>
          </a:p>
          <a:p>
            <a:r>
              <a:rPr lang="en-US" sz="2000" dirty="0"/>
              <a:t>A connection must be established between a client and a server (pair of sockets)</a:t>
            </a:r>
          </a:p>
        </p:txBody>
      </p:sp>
    </p:spTree>
    <p:extLst>
      <p:ext uri="{BB962C8B-B14F-4D97-AF65-F5344CB8AC3E}">
        <p14:creationId xmlns:p14="http://schemas.microsoft.com/office/powerpoint/2010/main" val="226914957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BEFC89-C508-381B-138E-A3CAB5D71482}"/>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9CF61E2-4871-FC1C-F4B0-790AF5E32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AB6AB4A0-4388-E299-9AC8-CF928F6628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E8DC6868-3A6E-A7F3-7A40-8A599CFF23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ADCD21-40EB-630C-9A76-87C5FB310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705AE-9235-E216-A93E-2E1C6587D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6A452237-DA88-9183-EB78-9E3872E2A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8901B3C5-82EC-6479-70ED-DEFECF0DB0FB}"/>
              </a:ext>
            </a:extLst>
          </p:cNvPr>
          <p:cNvSpPr>
            <a:spLocks noGrp="1"/>
          </p:cNvSpPr>
          <p:nvPr>
            <p:ph type="title"/>
          </p:nvPr>
        </p:nvSpPr>
        <p:spPr>
          <a:xfrm>
            <a:off x="1122464" y="746887"/>
            <a:ext cx="9942716" cy="1554480"/>
          </a:xfrm>
        </p:spPr>
        <p:txBody>
          <a:bodyPr anchor="ctr">
            <a:normAutofit/>
          </a:bodyPr>
          <a:lstStyle/>
          <a:p>
            <a:r>
              <a:rPr lang="en-US" sz="4800" dirty="0"/>
              <a:t>Stream Communication - TCP</a:t>
            </a:r>
          </a:p>
        </p:txBody>
      </p:sp>
      <p:cxnSp>
        <p:nvCxnSpPr>
          <p:cNvPr id="24" name="Straight Connector 23">
            <a:extLst>
              <a:ext uri="{FF2B5EF4-FFF2-40B4-BE49-F238E27FC236}">
                <a16:creationId xmlns:a16="http://schemas.microsoft.com/office/drawing/2014/main" id="{6B896FFE-1A3A-277F-79B0-F1843EC3E5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Slide Number Placeholder 9">
            <a:extLst>
              <a:ext uri="{FF2B5EF4-FFF2-40B4-BE49-F238E27FC236}">
                <a16:creationId xmlns:a16="http://schemas.microsoft.com/office/drawing/2014/main" id="{0516D026-82E8-2460-5322-27A8D286244F}"/>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11</a:t>
            </a:fld>
            <a:endParaRPr lang="en-US"/>
          </a:p>
        </p:txBody>
      </p:sp>
      <p:graphicFrame>
        <p:nvGraphicFramePr>
          <p:cNvPr id="5" name="Diagram 4">
            <a:extLst>
              <a:ext uri="{FF2B5EF4-FFF2-40B4-BE49-F238E27FC236}">
                <a16:creationId xmlns:a16="http://schemas.microsoft.com/office/drawing/2014/main" id="{A6C43C1C-1226-ABA7-432C-52A5622A7407}"/>
              </a:ext>
            </a:extLst>
          </p:cNvPr>
          <p:cNvGraphicFramePr/>
          <p:nvPr>
            <p:extLst>
              <p:ext uri="{D42A27DB-BD31-4B8C-83A1-F6EECF244321}">
                <p14:modId xmlns:p14="http://schemas.microsoft.com/office/powerpoint/2010/main" val="1970550420"/>
              </p:ext>
            </p:extLst>
          </p:nvPr>
        </p:nvGraphicFramePr>
        <p:xfrm>
          <a:off x="195859" y="2782225"/>
          <a:ext cx="10866120" cy="3580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1647628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TCP vs UDP</a:t>
            </a:r>
          </a:p>
        </p:txBody>
      </p:sp>
      <p:sp>
        <p:nvSpPr>
          <p:cNvPr id="4" name="TextBox 3"/>
          <p:cNvSpPr txBox="1"/>
          <p:nvPr/>
        </p:nvSpPr>
        <p:spPr>
          <a:xfrm>
            <a:off x="1113809" y="953037"/>
            <a:ext cx="4036333" cy="1709849"/>
          </a:xfrm>
          <a:prstGeom prst="rect">
            <a:avLst/>
          </a:prstGeom>
        </p:spPr>
        <p:txBody>
          <a:bodyPr vert="horz" lIns="91440" tIns="45720" rIns="91440" bIns="45720" rtlCol="0" anchor="b">
            <a:normAutofit/>
          </a:bodyPr>
          <a:lstStyle/>
          <a:p>
            <a:pPr>
              <a:lnSpc>
                <a:spcPct val="90000"/>
              </a:lnSpc>
              <a:spcBef>
                <a:spcPts val="1000"/>
              </a:spcBef>
            </a:pPr>
            <a:r>
              <a:rPr lang="en-US" sz="2000" kern="1200">
                <a:solidFill>
                  <a:schemeClr val="tx1"/>
                </a:solidFill>
                <a:latin typeface="+mn-lt"/>
                <a:ea typeface="+mn-ea"/>
                <a:cs typeface="+mn-cs"/>
              </a:rPr>
              <a:t>Source: </a:t>
            </a:r>
            <a:r>
              <a:rPr lang="en-US" sz="2000" kern="1200">
                <a:solidFill>
                  <a:schemeClr val="tx1"/>
                </a:solidFill>
                <a:latin typeface="+mn-lt"/>
                <a:ea typeface="+mn-ea"/>
                <a:cs typeface="+mn-cs"/>
                <a:hlinkClick r:id="rId2"/>
              </a:rPr>
              <a:t>microchip.wikidot</a:t>
            </a:r>
            <a:endParaRPr lang="en-US" sz="2000" kern="1200">
              <a:solidFill>
                <a:schemeClr val="tx1"/>
              </a:solidFill>
              <a:latin typeface="+mn-lt"/>
              <a:ea typeface="+mn-ea"/>
              <a:cs typeface="+mn-cs"/>
            </a:endParaRPr>
          </a:p>
        </p:txBody>
      </p:sp>
      <p:grpSp>
        <p:nvGrpSpPr>
          <p:cNvPr id="2059" name="Group 2058">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2060" name="Rectangle 2059">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Rectangle 2061">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64" name="Rectangle 2063">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Rectangle 206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TCP_vs_UDP.JPG"/>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22492" y="1697303"/>
            <a:ext cx="5536001" cy="340464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09A45174-CB84-2C79-A189-137AB586D9A5}"/>
              </a:ext>
            </a:extLst>
          </p:cNvPr>
          <p:cNvSpPr>
            <a:spLocks noGrp="1"/>
          </p:cNvSpPr>
          <p:nvPr>
            <p:ph type="sldNum" sz="quarter" idx="12"/>
          </p:nvPr>
        </p:nvSpPr>
        <p:spPr>
          <a:xfrm>
            <a:off x="8610600" y="6492240"/>
            <a:ext cx="1871749" cy="365125"/>
          </a:xfrm>
        </p:spPr>
        <p:txBody>
          <a:bodyPr vert="horz" lIns="91440" tIns="45720" rIns="91440" bIns="45720" rtlCol="0" anchor="ctr">
            <a:normAutofit/>
          </a:bodyPr>
          <a:lstStyle/>
          <a:p>
            <a:pPr>
              <a:spcAft>
                <a:spcPts val="600"/>
              </a:spcAft>
            </a:pPr>
            <a:fld id="{2951E007-95BD-4179-9F64-0AC30A6B97F9}" type="slidenum">
              <a:rPr lang="en-US" kern="1200" smtClean="0">
                <a:latin typeface="+mn-lt"/>
                <a:ea typeface="+mn-ea"/>
                <a:cs typeface="+mn-cs"/>
              </a:rPr>
              <a:pPr>
                <a:spcAft>
                  <a:spcPts val="600"/>
                </a:spcAft>
              </a:pPr>
              <a:t>12</a:t>
            </a:fld>
            <a:endParaRPr lang="en-US" kern="1200">
              <a:latin typeface="+mn-lt"/>
              <a:ea typeface="+mn-ea"/>
              <a:cs typeface="+mn-cs"/>
            </a:endParaRPr>
          </a:p>
        </p:txBody>
      </p:sp>
    </p:spTree>
    <p:extLst>
      <p:ext uri="{BB962C8B-B14F-4D97-AF65-F5344CB8AC3E}">
        <p14:creationId xmlns:p14="http://schemas.microsoft.com/office/powerpoint/2010/main" val="43514755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TCP vs UDP</a:t>
            </a:r>
          </a:p>
        </p:txBody>
      </p:sp>
      <p:sp>
        <p:nvSpPr>
          <p:cNvPr id="6" name="TextBox 5"/>
          <p:cNvSpPr txBox="1"/>
          <p:nvPr/>
        </p:nvSpPr>
        <p:spPr>
          <a:xfrm>
            <a:off x="1113809" y="953037"/>
            <a:ext cx="4036333" cy="1709849"/>
          </a:xfrm>
          <a:prstGeom prst="rect">
            <a:avLst/>
          </a:prstGeom>
        </p:spPr>
        <p:txBody>
          <a:bodyPr vert="horz" lIns="91440" tIns="45720" rIns="91440" bIns="45720" rtlCol="0" anchor="b">
            <a:normAutofit/>
          </a:bodyPr>
          <a:lstStyle/>
          <a:p>
            <a:pPr>
              <a:lnSpc>
                <a:spcPct val="90000"/>
              </a:lnSpc>
              <a:spcBef>
                <a:spcPts val="1000"/>
              </a:spcBef>
            </a:pPr>
            <a:r>
              <a:rPr lang="en-US" sz="2000" kern="1200">
                <a:solidFill>
                  <a:schemeClr val="tx1"/>
                </a:solidFill>
                <a:latin typeface="+mn-lt"/>
                <a:ea typeface="+mn-ea"/>
                <a:cs typeface="+mn-cs"/>
              </a:rPr>
              <a:t>Source: </a:t>
            </a:r>
            <a:r>
              <a:rPr lang="en-US" sz="2000" kern="1200">
                <a:solidFill>
                  <a:schemeClr val="tx1"/>
                </a:solidFill>
                <a:latin typeface="+mn-lt"/>
                <a:ea typeface="+mn-ea"/>
                <a:cs typeface="+mn-cs"/>
                <a:hlinkClick r:id="rId2"/>
              </a:rPr>
              <a:t>microchip.wikidot</a:t>
            </a:r>
            <a:endParaRPr lang="en-US" sz="2000" kern="1200">
              <a:solidFill>
                <a:schemeClr val="tx1"/>
              </a:solidFill>
              <a:latin typeface="+mn-lt"/>
              <a:ea typeface="+mn-ea"/>
              <a:cs typeface="+mn-cs"/>
            </a:endParaRPr>
          </a:p>
        </p:txBody>
      </p:sp>
      <p:grpSp>
        <p:nvGrpSpPr>
          <p:cNvPr id="2057" name="Group 2056">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2058" name="Rectangle 2057">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0" name="Rectangle 205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62" name="Rectangle 2061">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4" name="Rectangle 206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https://www.cs.bgu.ac.il/~spl171/wiki.files/TCP_UDP_headers.JPG"/>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22492" y="1849543"/>
            <a:ext cx="5536001" cy="310016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F6AB9E38-E1DA-F3A5-0C1C-C39A5A55671B}"/>
              </a:ext>
            </a:extLst>
          </p:cNvPr>
          <p:cNvSpPr>
            <a:spLocks noGrp="1"/>
          </p:cNvSpPr>
          <p:nvPr>
            <p:ph type="sldNum" sz="quarter" idx="12"/>
          </p:nvPr>
        </p:nvSpPr>
        <p:spPr>
          <a:xfrm>
            <a:off x="8610600" y="6492240"/>
            <a:ext cx="1871749" cy="365125"/>
          </a:xfrm>
        </p:spPr>
        <p:txBody>
          <a:bodyPr vert="horz" lIns="91440" tIns="45720" rIns="91440" bIns="45720" rtlCol="0" anchor="ctr">
            <a:normAutofit/>
          </a:bodyPr>
          <a:lstStyle/>
          <a:p>
            <a:pPr>
              <a:spcAft>
                <a:spcPts val="600"/>
              </a:spcAft>
            </a:pPr>
            <a:fld id="{2951E007-95BD-4179-9F64-0AC30A6B97F9}" type="slidenum">
              <a:rPr lang="en-US" kern="1200" smtClean="0">
                <a:latin typeface="+mn-lt"/>
                <a:ea typeface="+mn-ea"/>
                <a:cs typeface="+mn-cs"/>
              </a:rPr>
              <a:pPr>
                <a:spcAft>
                  <a:spcPts val="600"/>
                </a:spcAft>
              </a:pPr>
              <a:t>13</a:t>
            </a:fld>
            <a:endParaRPr lang="en-US" kern="1200">
              <a:latin typeface="+mn-lt"/>
              <a:ea typeface="+mn-ea"/>
              <a:cs typeface="+mn-cs"/>
            </a:endParaRPr>
          </a:p>
        </p:txBody>
      </p:sp>
    </p:spTree>
    <p:extLst>
      <p:ext uri="{BB962C8B-B14F-4D97-AF65-F5344CB8AC3E}">
        <p14:creationId xmlns:p14="http://schemas.microsoft.com/office/powerpoint/2010/main" val="238401050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8" name="Rectangle 1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F71C7C70-EB28-9B45-76CE-8B728501240E}"/>
              </a:ext>
            </a:extLst>
          </p:cNvPr>
          <p:cNvSpPr>
            <a:spLocks noGrp="1"/>
          </p:cNvSpPr>
          <p:nvPr>
            <p:ph type="title"/>
          </p:nvPr>
        </p:nvSpPr>
        <p:spPr>
          <a:xfrm>
            <a:off x="1043631" y="809898"/>
            <a:ext cx="9942716" cy="1554480"/>
          </a:xfrm>
        </p:spPr>
        <p:txBody>
          <a:bodyPr anchor="ctr">
            <a:normAutofit/>
          </a:bodyPr>
          <a:lstStyle/>
          <a:p>
            <a:r>
              <a:rPr lang="en-US" sz="4800"/>
              <a:t>Overview</a:t>
            </a:r>
          </a:p>
        </p:txBody>
      </p:sp>
      <p:sp>
        <p:nvSpPr>
          <p:cNvPr id="7" name="Content Placeholder 6">
            <a:extLst>
              <a:ext uri="{FF2B5EF4-FFF2-40B4-BE49-F238E27FC236}">
                <a16:creationId xmlns:a16="http://schemas.microsoft.com/office/drawing/2014/main" id="{7C91D45D-807E-5EA3-57AE-A661394239FC}"/>
              </a:ext>
            </a:extLst>
          </p:cNvPr>
          <p:cNvSpPr>
            <a:spLocks noGrp="1"/>
          </p:cNvSpPr>
          <p:nvPr>
            <p:ph idx="1"/>
          </p:nvPr>
        </p:nvSpPr>
        <p:spPr>
          <a:xfrm>
            <a:off x="1045028" y="3017522"/>
            <a:ext cx="9941319" cy="3124658"/>
          </a:xfrm>
        </p:spPr>
        <p:txBody>
          <a:bodyPr anchor="ctr">
            <a:normAutofit/>
          </a:bodyPr>
          <a:lstStyle/>
          <a:p>
            <a:r>
              <a:rPr lang="en-US" sz="2400" dirty="0"/>
              <a:t>Introduction to networks</a:t>
            </a:r>
          </a:p>
          <a:p>
            <a:r>
              <a:rPr lang="en-US" sz="2400" dirty="0"/>
              <a:t>TCP &amp; UDP</a:t>
            </a:r>
          </a:p>
          <a:p>
            <a:r>
              <a:rPr lang="en-US" sz="2400" b="1" dirty="0"/>
              <a:t>Encoding &amp; Decoding</a:t>
            </a:r>
          </a:p>
          <a:p>
            <a:r>
              <a:rPr lang="en-US" sz="2400" dirty="0"/>
              <a:t>The Client-Server Model</a:t>
            </a:r>
          </a:p>
          <a:p>
            <a:endParaRPr lang="en-US" sz="2400" b="1" dirty="0"/>
          </a:p>
        </p:txBody>
      </p:sp>
      <p:cxnSp>
        <p:nvCxnSpPr>
          <p:cNvPr id="24" name="Straight Connector 2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Slide Number Placeholder 9">
            <a:extLst>
              <a:ext uri="{FF2B5EF4-FFF2-40B4-BE49-F238E27FC236}">
                <a16:creationId xmlns:a16="http://schemas.microsoft.com/office/drawing/2014/main" id="{1127C7DA-6BA2-1E35-5E19-ADA44F9A59D0}"/>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14</a:t>
            </a:fld>
            <a:endParaRPr lang="en-US"/>
          </a:p>
        </p:txBody>
      </p:sp>
    </p:spTree>
    <p:extLst>
      <p:ext uri="{BB962C8B-B14F-4D97-AF65-F5344CB8AC3E}">
        <p14:creationId xmlns:p14="http://schemas.microsoft.com/office/powerpoint/2010/main" val="346230540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A269BE-5E86-38BF-18B8-9BDCD280F5DD}"/>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78D2625-C19B-0D7E-10E4-64802538A0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2099AF92-8A03-D18F-479D-35583BD9A3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8" name="Rectangle 17">
              <a:extLst>
                <a:ext uri="{FF2B5EF4-FFF2-40B4-BE49-F238E27FC236}">
                  <a16:creationId xmlns:a16="http://schemas.microsoft.com/office/drawing/2014/main" id="{AD21F172-8D5B-36D1-49E4-82BD73BF4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2EC12D5-DE60-1982-09B8-E305DE3157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B46D581-6A8B-AB53-0013-C9E303F44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69528332-6240-F280-C16F-05C3FF6F9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C57C076F-F7F9-DE15-2AC6-82B5EA107CD6}"/>
              </a:ext>
            </a:extLst>
          </p:cNvPr>
          <p:cNvSpPr>
            <a:spLocks noGrp="1"/>
          </p:cNvSpPr>
          <p:nvPr>
            <p:ph type="title"/>
          </p:nvPr>
        </p:nvSpPr>
        <p:spPr>
          <a:xfrm>
            <a:off x="1043631" y="809898"/>
            <a:ext cx="9942716" cy="1554480"/>
          </a:xfrm>
        </p:spPr>
        <p:txBody>
          <a:bodyPr anchor="ctr">
            <a:normAutofit/>
          </a:bodyPr>
          <a:lstStyle/>
          <a:p>
            <a:r>
              <a:rPr lang="en-US" sz="4800" dirty="0"/>
              <a:t>Character Encoding</a:t>
            </a:r>
          </a:p>
        </p:txBody>
      </p:sp>
      <p:cxnSp>
        <p:nvCxnSpPr>
          <p:cNvPr id="24" name="Straight Connector 23">
            <a:extLst>
              <a:ext uri="{FF2B5EF4-FFF2-40B4-BE49-F238E27FC236}">
                <a16:creationId xmlns:a16="http://schemas.microsoft.com/office/drawing/2014/main" id="{4596A032-3853-5A08-BD8A-C6C0F3EB0A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Slide Number Placeholder 9">
            <a:extLst>
              <a:ext uri="{FF2B5EF4-FFF2-40B4-BE49-F238E27FC236}">
                <a16:creationId xmlns:a16="http://schemas.microsoft.com/office/drawing/2014/main" id="{8F0484E6-18C1-C937-E9E0-829D884475E8}"/>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15</a:t>
            </a:fld>
            <a:endParaRPr lang="en-US"/>
          </a:p>
        </p:txBody>
      </p:sp>
      <p:grpSp>
        <p:nvGrpSpPr>
          <p:cNvPr id="16" name="Group 15"/>
          <p:cNvGrpSpPr/>
          <p:nvPr/>
        </p:nvGrpSpPr>
        <p:grpSpPr>
          <a:xfrm>
            <a:off x="1922928" y="2756646"/>
            <a:ext cx="8276041" cy="3552481"/>
            <a:chOff x="1062037" y="982715"/>
            <a:chExt cx="10058400" cy="4735540"/>
          </a:xfrm>
        </p:grpSpPr>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2037" y="982715"/>
              <a:ext cx="10058400" cy="4254393"/>
            </a:xfrm>
            <a:prstGeom prst="rect">
              <a:avLst/>
            </a:prstGeom>
          </p:spPr>
        </p:pic>
        <p:sp>
          <p:nvSpPr>
            <p:cNvPr id="14" name="TextBox 13"/>
            <p:cNvSpPr txBox="1"/>
            <p:nvPr/>
          </p:nvSpPr>
          <p:spPr>
            <a:xfrm>
              <a:off x="1062037" y="5237108"/>
              <a:ext cx="5005388" cy="481147"/>
            </a:xfrm>
            <a:prstGeom prst="rect">
              <a:avLst/>
            </a:prstGeom>
            <a:noFill/>
          </p:spPr>
          <p:txBody>
            <a:bodyPr wrap="square" rtlCol="1">
              <a:spAutoFit/>
            </a:bodyPr>
            <a:lstStyle/>
            <a:p>
              <a:r>
                <a:rPr lang="en-US" dirty="0">
                  <a:latin typeface="Calibri" panose="020F0502020204030204" pitchFamily="34" charset="0"/>
                  <a:ea typeface="Calibri" panose="020F0502020204030204" pitchFamily="34" charset="0"/>
                  <a:cs typeface="Calibri" panose="020F0502020204030204" pitchFamily="34" charset="0"/>
                </a:rPr>
                <a:t>Bad decoding – When the server and the client don’t agree on the encoding character set</a:t>
              </a:r>
              <a:endParaRPr lang="he-IL"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p:cNvSpPr txBox="1"/>
            <p:nvPr/>
          </p:nvSpPr>
          <p:spPr>
            <a:xfrm>
              <a:off x="6105524" y="5237108"/>
              <a:ext cx="5005388" cy="283028"/>
            </a:xfrm>
            <a:prstGeom prst="rect">
              <a:avLst/>
            </a:prstGeom>
            <a:noFill/>
          </p:spPr>
          <p:txBody>
            <a:bodyPr wrap="square" rtlCol="1">
              <a:spAutoFit/>
            </a:bodyPr>
            <a:lstStyle/>
            <a:p>
              <a:r>
                <a:rPr lang="en-US" dirty="0">
                  <a:latin typeface="Calibri" panose="020F0502020204030204" pitchFamily="34" charset="0"/>
                  <a:ea typeface="Calibri" panose="020F0502020204030204" pitchFamily="34" charset="0"/>
                  <a:cs typeface="Calibri" panose="020F0502020204030204" pitchFamily="34" charset="0"/>
                </a:rPr>
                <a:t>Good decoding </a:t>
              </a:r>
              <a:r>
                <a:rPr lang="en-U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endParaRPr lang="he-IL" dirty="0">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3250985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2C45C8-3D86-5C31-B8C6-C07D5491C8AB}"/>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FDAF020-80D6-78F2-C751-0F13187E6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26ED95FB-1548-D61E-6DC6-068791E63A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8" name="Rectangle 17">
              <a:extLst>
                <a:ext uri="{FF2B5EF4-FFF2-40B4-BE49-F238E27FC236}">
                  <a16:creationId xmlns:a16="http://schemas.microsoft.com/office/drawing/2014/main" id="{BE6B5CF6-5C83-72F4-0BAC-4EB8F66AB4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5184799-7389-D635-5B0B-7EBEC60312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B9CBEA1-9832-C1AD-BC35-35734CF9DA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685427E4-5FBE-74E9-EBCE-656A039BC9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1617FA1C-3425-02B4-6850-0508A0318B29}"/>
              </a:ext>
            </a:extLst>
          </p:cNvPr>
          <p:cNvSpPr>
            <a:spLocks noGrp="1"/>
          </p:cNvSpPr>
          <p:nvPr>
            <p:ph type="title"/>
          </p:nvPr>
        </p:nvSpPr>
        <p:spPr>
          <a:xfrm>
            <a:off x="1043631" y="809898"/>
            <a:ext cx="9942716" cy="1554480"/>
          </a:xfrm>
        </p:spPr>
        <p:txBody>
          <a:bodyPr anchor="ctr">
            <a:normAutofit/>
          </a:bodyPr>
          <a:lstStyle/>
          <a:p>
            <a:r>
              <a:rPr lang="en-US" sz="4800" dirty="0"/>
              <a:t>UTF-8 encoding </a:t>
            </a:r>
          </a:p>
        </p:txBody>
      </p:sp>
      <p:cxnSp>
        <p:nvCxnSpPr>
          <p:cNvPr id="24" name="Straight Connector 23">
            <a:extLst>
              <a:ext uri="{FF2B5EF4-FFF2-40B4-BE49-F238E27FC236}">
                <a16:creationId xmlns:a16="http://schemas.microsoft.com/office/drawing/2014/main" id="{B6E0CFCD-ABF7-4B0F-5601-B44860233BF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Slide Number Placeholder 9">
            <a:extLst>
              <a:ext uri="{FF2B5EF4-FFF2-40B4-BE49-F238E27FC236}">
                <a16:creationId xmlns:a16="http://schemas.microsoft.com/office/drawing/2014/main" id="{0328DF30-AF87-0EF4-703F-7BFD503D8FEF}"/>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16</a:t>
            </a:fld>
            <a:endParaRPr lang="en-US"/>
          </a:p>
        </p:txBody>
      </p:sp>
      <p:grpSp>
        <p:nvGrpSpPr>
          <p:cNvPr id="2" name="Group 1"/>
          <p:cNvGrpSpPr/>
          <p:nvPr/>
        </p:nvGrpSpPr>
        <p:grpSpPr>
          <a:xfrm>
            <a:off x="2532263" y="2731172"/>
            <a:ext cx="7034698" cy="2186702"/>
            <a:chOff x="2481262" y="1947246"/>
            <a:chExt cx="7034698" cy="2186702"/>
          </a:xfrm>
        </p:grpSpPr>
        <p:grpSp>
          <p:nvGrpSpPr>
            <p:cNvPr id="3" name="Group 2"/>
            <p:cNvGrpSpPr/>
            <p:nvPr/>
          </p:nvGrpSpPr>
          <p:grpSpPr>
            <a:xfrm>
              <a:off x="2537914" y="2256551"/>
              <a:ext cx="1319711" cy="461665"/>
              <a:chOff x="2537914" y="2256551"/>
              <a:chExt cx="1319711" cy="461665"/>
            </a:xfrm>
          </p:grpSpPr>
          <p:sp>
            <p:nvSpPr>
              <p:cNvPr id="9" name="TextBox 8"/>
              <p:cNvSpPr txBox="1"/>
              <p:nvPr/>
            </p:nvSpPr>
            <p:spPr>
              <a:xfrm>
                <a:off x="2537914" y="2438400"/>
                <a:ext cx="719635" cy="276999"/>
              </a:xfrm>
              <a:prstGeom prst="rect">
                <a:avLst/>
              </a:prstGeom>
              <a:noFill/>
            </p:spPr>
            <p:txBody>
              <a:bodyPr wrap="square" lIns="0" rIns="0" rtlCol="1">
                <a:spAutoFit/>
              </a:bodyPr>
              <a:lstStyle/>
              <a:p>
                <a:pPr algn="ctr"/>
                <a:r>
                  <a:rPr lang="en-US" sz="1200" b="1" dirty="0">
                    <a:solidFill>
                      <a:srgbClr val="0000FF"/>
                    </a:solidFill>
                    <a:latin typeface="Calibri" panose="020F0502020204030204" pitchFamily="34" charset="0"/>
                    <a:ea typeface="Calibri" panose="020F0502020204030204" pitchFamily="34" charset="0"/>
                    <a:cs typeface="Calibri" panose="020F0502020204030204" pitchFamily="34" charset="0"/>
                  </a:rPr>
                  <a:t>Character</a:t>
                </a:r>
                <a:endParaRPr lang="he-IL" sz="2400" b="1"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sp>
            <p:nvSpPr>
              <p:cNvPr id="45" name="TextBox 44"/>
              <p:cNvSpPr txBox="1"/>
              <p:nvPr/>
            </p:nvSpPr>
            <p:spPr>
              <a:xfrm>
                <a:off x="3257550" y="2256551"/>
                <a:ext cx="600075" cy="461665"/>
              </a:xfrm>
              <a:prstGeom prst="rect">
                <a:avLst/>
              </a:prstGeom>
              <a:noFill/>
            </p:spPr>
            <p:txBody>
              <a:bodyPr wrap="square" lIns="0" rIns="0" rtlCol="1">
                <a:spAutoFit/>
              </a:bodyPr>
              <a:lstStyle/>
              <a:p>
                <a:pPr algn="ctr"/>
                <a:r>
                  <a:rPr lang="en-US" sz="1200" b="1" dirty="0">
                    <a:solidFill>
                      <a:srgbClr val="0000FF"/>
                    </a:solidFill>
                    <a:latin typeface="Calibri" panose="020F0502020204030204" pitchFamily="34" charset="0"/>
                    <a:ea typeface="Calibri" panose="020F0502020204030204" pitchFamily="34" charset="0"/>
                    <a:cs typeface="Calibri" panose="020F0502020204030204" pitchFamily="34" charset="0"/>
                  </a:rPr>
                  <a:t>UTF-8 Code</a:t>
                </a:r>
                <a:endParaRPr lang="he-IL" sz="2400" b="1"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grpSp>
        <p:grpSp>
          <p:nvGrpSpPr>
            <p:cNvPr id="47" name="Group 46"/>
            <p:cNvGrpSpPr/>
            <p:nvPr/>
          </p:nvGrpSpPr>
          <p:grpSpPr>
            <a:xfrm>
              <a:off x="4290514" y="2256551"/>
              <a:ext cx="1319711" cy="461665"/>
              <a:chOff x="2537914" y="2256551"/>
              <a:chExt cx="1319711" cy="461665"/>
            </a:xfrm>
          </p:grpSpPr>
          <p:sp>
            <p:nvSpPr>
              <p:cNvPr id="48" name="TextBox 47"/>
              <p:cNvSpPr txBox="1"/>
              <p:nvPr/>
            </p:nvSpPr>
            <p:spPr>
              <a:xfrm>
                <a:off x="2537914" y="2438400"/>
                <a:ext cx="719635" cy="276999"/>
              </a:xfrm>
              <a:prstGeom prst="rect">
                <a:avLst/>
              </a:prstGeom>
              <a:noFill/>
            </p:spPr>
            <p:txBody>
              <a:bodyPr wrap="square" lIns="0" rIns="0" rtlCol="1">
                <a:spAutoFit/>
              </a:bodyPr>
              <a:lstStyle/>
              <a:p>
                <a:pPr algn="ctr"/>
                <a:r>
                  <a:rPr lang="en-US" sz="1200" b="1" dirty="0">
                    <a:solidFill>
                      <a:srgbClr val="0000FF"/>
                    </a:solidFill>
                    <a:latin typeface="Calibri" panose="020F0502020204030204" pitchFamily="34" charset="0"/>
                    <a:ea typeface="Calibri" panose="020F0502020204030204" pitchFamily="34" charset="0"/>
                    <a:cs typeface="Calibri" panose="020F0502020204030204" pitchFamily="34" charset="0"/>
                  </a:rPr>
                  <a:t>Character</a:t>
                </a:r>
                <a:endParaRPr lang="he-IL" sz="2400" b="1"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sp>
            <p:nvSpPr>
              <p:cNvPr id="50" name="TextBox 49"/>
              <p:cNvSpPr txBox="1"/>
              <p:nvPr/>
            </p:nvSpPr>
            <p:spPr>
              <a:xfrm>
                <a:off x="3257550" y="2256551"/>
                <a:ext cx="600075" cy="461665"/>
              </a:xfrm>
              <a:prstGeom prst="rect">
                <a:avLst/>
              </a:prstGeom>
              <a:noFill/>
            </p:spPr>
            <p:txBody>
              <a:bodyPr wrap="square" lIns="0" rIns="0" rtlCol="1">
                <a:spAutoFit/>
              </a:bodyPr>
              <a:lstStyle/>
              <a:p>
                <a:pPr algn="ctr"/>
                <a:r>
                  <a:rPr lang="en-US" sz="1200" b="1" dirty="0">
                    <a:solidFill>
                      <a:srgbClr val="0000FF"/>
                    </a:solidFill>
                    <a:latin typeface="Calibri" panose="020F0502020204030204" pitchFamily="34" charset="0"/>
                    <a:ea typeface="Calibri" panose="020F0502020204030204" pitchFamily="34" charset="0"/>
                    <a:cs typeface="Calibri" panose="020F0502020204030204" pitchFamily="34" charset="0"/>
                  </a:rPr>
                  <a:t>UTF-8 Code</a:t>
                </a:r>
                <a:endParaRPr lang="he-IL" sz="2400" b="1"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grpSp>
        <p:grpSp>
          <p:nvGrpSpPr>
            <p:cNvPr id="52" name="Group 51"/>
            <p:cNvGrpSpPr/>
            <p:nvPr/>
          </p:nvGrpSpPr>
          <p:grpSpPr>
            <a:xfrm>
              <a:off x="6043114" y="2256551"/>
              <a:ext cx="1319711" cy="461665"/>
              <a:chOff x="2537914" y="2256551"/>
              <a:chExt cx="1319711" cy="461665"/>
            </a:xfrm>
          </p:grpSpPr>
          <p:sp>
            <p:nvSpPr>
              <p:cNvPr id="57" name="TextBox 56"/>
              <p:cNvSpPr txBox="1"/>
              <p:nvPr/>
            </p:nvSpPr>
            <p:spPr>
              <a:xfrm>
                <a:off x="2537914" y="2438400"/>
                <a:ext cx="719635" cy="276999"/>
              </a:xfrm>
              <a:prstGeom prst="rect">
                <a:avLst/>
              </a:prstGeom>
              <a:noFill/>
            </p:spPr>
            <p:txBody>
              <a:bodyPr wrap="square" lIns="0" rIns="0" rtlCol="1">
                <a:spAutoFit/>
              </a:bodyPr>
              <a:lstStyle/>
              <a:p>
                <a:pPr algn="ctr"/>
                <a:r>
                  <a:rPr lang="en-US" sz="1200" b="1" dirty="0">
                    <a:solidFill>
                      <a:srgbClr val="0000FF"/>
                    </a:solidFill>
                    <a:latin typeface="Calibri" panose="020F0502020204030204" pitchFamily="34" charset="0"/>
                    <a:ea typeface="Calibri" panose="020F0502020204030204" pitchFamily="34" charset="0"/>
                    <a:cs typeface="Calibri" panose="020F0502020204030204" pitchFamily="34" charset="0"/>
                  </a:rPr>
                  <a:t>Character</a:t>
                </a:r>
                <a:endParaRPr lang="he-IL" sz="2400" b="1"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sp>
            <p:nvSpPr>
              <p:cNvPr id="58" name="TextBox 57"/>
              <p:cNvSpPr txBox="1"/>
              <p:nvPr/>
            </p:nvSpPr>
            <p:spPr>
              <a:xfrm>
                <a:off x="3257550" y="2256551"/>
                <a:ext cx="600075" cy="461665"/>
              </a:xfrm>
              <a:prstGeom prst="rect">
                <a:avLst/>
              </a:prstGeom>
              <a:noFill/>
            </p:spPr>
            <p:txBody>
              <a:bodyPr wrap="square" lIns="0" rIns="0" rtlCol="1">
                <a:spAutoFit/>
              </a:bodyPr>
              <a:lstStyle/>
              <a:p>
                <a:pPr algn="ctr"/>
                <a:r>
                  <a:rPr lang="en-US" sz="1200" b="1" dirty="0">
                    <a:solidFill>
                      <a:srgbClr val="0000FF"/>
                    </a:solidFill>
                    <a:latin typeface="Calibri" panose="020F0502020204030204" pitchFamily="34" charset="0"/>
                    <a:ea typeface="Calibri" panose="020F0502020204030204" pitchFamily="34" charset="0"/>
                    <a:cs typeface="Calibri" panose="020F0502020204030204" pitchFamily="34" charset="0"/>
                  </a:rPr>
                  <a:t>UTF-8 Code</a:t>
                </a:r>
                <a:endParaRPr lang="he-IL" sz="2400" b="1"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grpSp>
        <p:grpSp>
          <p:nvGrpSpPr>
            <p:cNvPr id="59" name="Group 58"/>
            <p:cNvGrpSpPr/>
            <p:nvPr/>
          </p:nvGrpSpPr>
          <p:grpSpPr>
            <a:xfrm>
              <a:off x="8005264" y="2256551"/>
              <a:ext cx="1319711" cy="461665"/>
              <a:chOff x="2537914" y="2256551"/>
              <a:chExt cx="1319711" cy="461665"/>
            </a:xfrm>
          </p:grpSpPr>
          <p:sp>
            <p:nvSpPr>
              <p:cNvPr id="63" name="TextBox 62"/>
              <p:cNvSpPr txBox="1"/>
              <p:nvPr/>
            </p:nvSpPr>
            <p:spPr>
              <a:xfrm>
                <a:off x="2537914" y="2438400"/>
                <a:ext cx="719635" cy="276999"/>
              </a:xfrm>
              <a:prstGeom prst="rect">
                <a:avLst/>
              </a:prstGeom>
              <a:noFill/>
            </p:spPr>
            <p:txBody>
              <a:bodyPr wrap="square" lIns="0" rIns="0" rtlCol="1">
                <a:spAutoFit/>
              </a:bodyPr>
              <a:lstStyle/>
              <a:p>
                <a:pPr algn="ctr"/>
                <a:r>
                  <a:rPr lang="en-US" sz="1200" b="1" dirty="0">
                    <a:solidFill>
                      <a:srgbClr val="0000FF"/>
                    </a:solidFill>
                    <a:latin typeface="Calibri" panose="020F0502020204030204" pitchFamily="34" charset="0"/>
                    <a:ea typeface="Calibri" panose="020F0502020204030204" pitchFamily="34" charset="0"/>
                    <a:cs typeface="Calibri" panose="020F0502020204030204" pitchFamily="34" charset="0"/>
                  </a:rPr>
                  <a:t>Character</a:t>
                </a:r>
                <a:endParaRPr lang="he-IL" sz="2400" b="1"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sp>
            <p:nvSpPr>
              <p:cNvPr id="64" name="TextBox 63"/>
              <p:cNvSpPr txBox="1"/>
              <p:nvPr/>
            </p:nvSpPr>
            <p:spPr>
              <a:xfrm>
                <a:off x="3257550" y="2256551"/>
                <a:ext cx="600075" cy="461665"/>
              </a:xfrm>
              <a:prstGeom prst="rect">
                <a:avLst/>
              </a:prstGeom>
              <a:noFill/>
            </p:spPr>
            <p:txBody>
              <a:bodyPr wrap="square" lIns="0" rIns="0" rtlCol="1">
                <a:spAutoFit/>
              </a:bodyPr>
              <a:lstStyle/>
              <a:p>
                <a:pPr algn="ctr"/>
                <a:r>
                  <a:rPr lang="en-US" sz="1200" b="1" dirty="0">
                    <a:solidFill>
                      <a:srgbClr val="0000FF"/>
                    </a:solidFill>
                    <a:latin typeface="Calibri" panose="020F0502020204030204" pitchFamily="34" charset="0"/>
                    <a:ea typeface="Calibri" panose="020F0502020204030204" pitchFamily="34" charset="0"/>
                    <a:cs typeface="Calibri" panose="020F0502020204030204" pitchFamily="34" charset="0"/>
                  </a:rPr>
                  <a:t>UTF-8 Code</a:t>
                </a:r>
                <a:endParaRPr lang="he-IL" sz="2400" b="1"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gr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1739" y="2724051"/>
              <a:ext cx="6954221" cy="1409897"/>
            </a:xfrm>
            <a:prstGeom prst="rect">
              <a:avLst/>
            </a:prstGeom>
          </p:spPr>
        </p:pic>
        <p:sp>
          <p:nvSpPr>
            <p:cNvPr id="7" name="TextBox 6"/>
            <p:cNvSpPr txBox="1"/>
            <p:nvPr/>
          </p:nvSpPr>
          <p:spPr>
            <a:xfrm>
              <a:off x="5717629" y="1947246"/>
              <a:ext cx="2018803" cy="400110"/>
            </a:xfrm>
            <a:prstGeom prst="rect">
              <a:avLst/>
            </a:prstGeom>
            <a:noFill/>
          </p:spPr>
          <p:txBody>
            <a:bodyPr wrap="square" lIns="0" rIns="0" rtlCol="1">
              <a:spAutoFit/>
            </a:bodyPr>
            <a:lstStyle/>
            <a:p>
              <a:pPr algn="ctr"/>
              <a:r>
                <a:rPr 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rPr>
                <a:t>Currency symbols</a:t>
              </a:r>
              <a:endParaRPr lang="he-IL"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65" name="TextBox 64"/>
            <p:cNvSpPr txBox="1"/>
            <p:nvPr/>
          </p:nvSpPr>
          <p:spPr>
            <a:xfrm>
              <a:off x="7843837" y="1948774"/>
              <a:ext cx="1376363" cy="400110"/>
            </a:xfrm>
            <a:prstGeom prst="rect">
              <a:avLst/>
            </a:prstGeom>
            <a:noFill/>
          </p:spPr>
          <p:txBody>
            <a:bodyPr wrap="square" lIns="0" rIns="0" rtlCol="1">
              <a:spAutoFit/>
            </a:bodyPr>
            <a:lstStyle/>
            <a:p>
              <a:pPr algn="ctr"/>
              <a:r>
                <a:rPr 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rPr>
                <a:t>Emoticons</a:t>
              </a:r>
              <a:endParaRPr lang="he-IL"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66" name="TextBox 65"/>
            <p:cNvSpPr txBox="1"/>
            <p:nvPr/>
          </p:nvSpPr>
          <p:spPr>
            <a:xfrm>
              <a:off x="4233862" y="1948774"/>
              <a:ext cx="1376363" cy="400110"/>
            </a:xfrm>
            <a:prstGeom prst="rect">
              <a:avLst/>
            </a:prstGeom>
            <a:noFill/>
          </p:spPr>
          <p:txBody>
            <a:bodyPr wrap="square" lIns="0" rIns="0" rtlCol="1">
              <a:spAutoFit/>
            </a:bodyPr>
            <a:lstStyle/>
            <a:p>
              <a:pPr algn="ctr"/>
              <a:r>
                <a:rPr 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rPr>
                <a:t>Hebrew</a:t>
              </a:r>
              <a:endParaRPr lang="he-IL" sz="14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67" name="TextBox 66"/>
            <p:cNvSpPr txBox="1"/>
            <p:nvPr/>
          </p:nvSpPr>
          <p:spPr>
            <a:xfrm>
              <a:off x="2481262" y="1948774"/>
              <a:ext cx="1376363" cy="400110"/>
            </a:xfrm>
            <a:prstGeom prst="rect">
              <a:avLst/>
            </a:prstGeom>
            <a:noFill/>
          </p:spPr>
          <p:txBody>
            <a:bodyPr wrap="square" lIns="0" rIns="0" rtlCol="1">
              <a:spAutoFit/>
            </a:bodyPr>
            <a:lstStyle/>
            <a:p>
              <a:pPr algn="ctr"/>
              <a:r>
                <a:rPr 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rPr>
                <a:t>Basic </a:t>
              </a:r>
              <a:r>
                <a:rPr lang="en-US" sz="2000" b="1" dirty="0" err="1">
                  <a:solidFill>
                    <a:srgbClr val="C00000"/>
                  </a:solidFill>
                  <a:latin typeface="Calibri" panose="020F0502020204030204" pitchFamily="34" charset="0"/>
                  <a:ea typeface="Calibri" panose="020F0502020204030204" pitchFamily="34" charset="0"/>
                  <a:cs typeface="Calibri" panose="020F0502020204030204" pitchFamily="34" charset="0"/>
                </a:rPr>
                <a:t>latin</a:t>
              </a:r>
              <a:endParaRPr lang="he-IL" sz="20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8" name="TextBox 7"/>
          <p:cNvSpPr txBox="1"/>
          <p:nvPr/>
        </p:nvSpPr>
        <p:spPr>
          <a:xfrm>
            <a:off x="7451800" y="6205080"/>
            <a:ext cx="3848351" cy="307777"/>
          </a:xfrm>
          <a:prstGeom prst="rect">
            <a:avLst/>
          </a:prstGeom>
          <a:noFill/>
        </p:spPr>
        <p:txBody>
          <a:bodyPr wrap="square" rtlCol="1">
            <a:spAutoFit/>
          </a:bodyPr>
          <a:lstStyle/>
          <a:p>
            <a:r>
              <a:rPr lang="en-US" dirty="0">
                <a:latin typeface="Calibri" panose="020F0502020204030204" pitchFamily="34" charset="0"/>
                <a:ea typeface="Calibri" panose="020F0502020204030204" pitchFamily="34" charset="0"/>
                <a:cs typeface="Calibri" panose="020F0502020204030204" pitchFamily="34" charset="0"/>
              </a:rPr>
              <a:t>Source:  </a:t>
            </a:r>
            <a:r>
              <a:rPr lang="en-US" dirty="0">
                <a:latin typeface="Calibri" panose="020F0502020204030204" pitchFamily="34" charset="0"/>
                <a:ea typeface="Calibri" panose="020F0502020204030204" pitchFamily="34" charset="0"/>
                <a:cs typeface="Calibri" panose="020F0502020204030204" pitchFamily="34" charset="0"/>
                <a:hlinkClick r:id="rId4"/>
              </a:rPr>
              <a:t>http://www.utf8-chartable.de</a:t>
            </a:r>
            <a:endParaRPr lang="he-IL"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4148971556"/>
              </p:ext>
            </p:extLst>
          </p:nvPr>
        </p:nvGraphicFramePr>
        <p:xfrm>
          <a:off x="2135388" y="5284668"/>
          <a:ext cx="8128000" cy="365760"/>
        </p:xfrm>
        <a:graphic>
          <a:graphicData uri="http://schemas.openxmlformats.org/drawingml/2006/table">
            <a:tbl>
              <a:tblPr rtl="1" firstRow="1" bandRow="1">
                <a:tableStyleId>{BDBED569-4797-4DF1-A0F4-6AAB3CD982D8}</a:tableStyleId>
              </a:tblPr>
              <a:tblGrid>
                <a:gridCol w="812800">
                  <a:extLst>
                    <a:ext uri="{9D8B030D-6E8A-4147-A177-3AD203B41FA5}">
                      <a16:colId xmlns:a16="http://schemas.microsoft.com/office/drawing/2014/main" val="3114713141"/>
                    </a:ext>
                  </a:extLst>
                </a:gridCol>
                <a:gridCol w="812800">
                  <a:extLst>
                    <a:ext uri="{9D8B030D-6E8A-4147-A177-3AD203B41FA5}">
                      <a16:colId xmlns:a16="http://schemas.microsoft.com/office/drawing/2014/main" val="807338844"/>
                    </a:ext>
                  </a:extLst>
                </a:gridCol>
                <a:gridCol w="812800">
                  <a:extLst>
                    <a:ext uri="{9D8B030D-6E8A-4147-A177-3AD203B41FA5}">
                      <a16:colId xmlns:a16="http://schemas.microsoft.com/office/drawing/2014/main" val="316949254"/>
                    </a:ext>
                  </a:extLst>
                </a:gridCol>
                <a:gridCol w="812800">
                  <a:extLst>
                    <a:ext uri="{9D8B030D-6E8A-4147-A177-3AD203B41FA5}">
                      <a16:colId xmlns:a16="http://schemas.microsoft.com/office/drawing/2014/main" val="1600249512"/>
                    </a:ext>
                  </a:extLst>
                </a:gridCol>
                <a:gridCol w="812800">
                  <a:extLst>
                    <a:ext uri="{9D8B030D-6E8A-4147-A177-3AD203B41FA5}">
                      <a16:colId xmlns:a16="http://schemas.microsoft.com/office/drawing/2014/main" val="266483886"/>
                    </a:ext>
                  </a:extLst>
                </a:gridCol>
                <a:gridCol w="812800">
                  <a:extLst>
                    <a:ext uri="{9D8B030D-6E8A-4147-A177-3AD203B41FA5}">
                      <a16:colId xmlns:a16="http://schemas.microsoft.com/office/drawing/2014/main" val="3687844904"/>
                    </a:ext>
                  </a:extLst>
                </a:gridCol>
                <a:gridCol w="812800">
                  <a:extLst>
                    <a:ext uri="{9D8B030D-6E8A-4147-A177-3AD203B41FA5}">
                      <a16:colId xmlns:a16="http://schemas.microsoft.com/office/drawing/2014/main" val="1325805649"/>
                    </a:ext>
                  </a:extLst>
                </a:gridCol>
                <a:gridCol w="812800">
                  <a:extLst>
                    <a:ext uri="{9D8B030D-6E8A-4147-A177-3AD203B41FA5}">
                      <a16:colId xmlns:a16="http://schemas.microsoft.com/office/drawing/2014/main" val="1494471819"/>
                    </a:ext>
                  </a:extLst>
                </a:gridCol>
                <a:gridCol w="812800">
                  <a:extLst>
                    <a:ext uri="{9D8B030D-6E8A-4147-A177-3AD203B41FA5}">
                      <a16:colId xmlns:a16="http://schemas.microsoft.com/office/drawing/2014/main" val="1070991266"/>
                    </a:ext>
                  </a:extLst>
                </a:gridCol>
                <a:gridCol w="812800">
                  <a:extLst>
                    <a:ext uri="{9D8B030D-6E8A-4147-A177-3AD203B41FA5}">
                      <a16:colId xmlns:a16="http://schemas.microsoft.com/office/drawing/2014/main" val="3379758945"/>
                    </a:ext>
                  </a:extLst>
                </a:gridCol>
              </a:tblGrid>
              <a:tr h="347138">
                <a:tc>
                  <a:txBody>
                    <a:bodyPr/>
                    <a:lstStyle/>
                    <a:p>
                      <a:pPr rtl="1"/>
                      <a:r>
                        <a:rPr lang="en-US" dirty="0"/>
                        <a:t>41</a:t>
                      </a:r>
                      <a:endParaRPr lang="he-IL" dirty="0">
                        <a:cs typeface="Calibri" panose="020F0502020204030204" pitchFamily="34" charset="0"/>
                      </a:endParaRPr>
                    </a:p>
                  </a:txBody>
                  <a:tcPr/>
                </a:tc>
                <a:tc>
                  <a:txBody>
                    <a:bodyPr/>
                    <a:lstStyle/>
                    <a:p>
                      <a:pPr rtl="1"/>
                      <a:r>
                        <a:rPr lang="en-US" dirty="0"/>
                        <a:t>91</a:t>
                      </a:r>
                      <a:endParaRPr lang="he-IL" dirty="0">
                        <a:cs typeface="Calibri" panose="020F0502020204030204" pitchFamily="34" charset="0"/>
                      </a:endParaRPr>
                    </a:p>
                  </a:txBody>
                  <a:tcPr/>
                </a:tc>
                <a:tc>
                  <a:txBody>
                    <a:bodyPr/>
                    <a:lstStyle/>
                    <a:p>
                      <a:pPr rtl="1"/>
                      <a:r>
                        <a:rPr lang="en-US" dirty="0"/>
                        <a:t>d7</a:t>
                      </a:r>
                      <a:endParaRPr lang="he-IL" dirty="0">
                        <a:cs typeface="Calibri" panose="020F0502020204030204" pitchFamily="34" charset="0"/>
                      </a:endParaRPr>
                    </a:p>
                  </a:txBody>
                  <a:tcPr/>
                </a:tc>
                <a:tc>
                  <a:txBody>
                    <a:bodyPr/>
                    <a:lstStyle/>
                    <a:p>
                      <a:pPr rtl="1"/>
                      <a:r>
                        <a:rPr lang="en-US" dirty="0"/>
                        <a:t>90</a:t>
                      </a:r>
                      <a:endParaRPr lang="he-IL" dirty="0">
                        <a:cs typeface="Calibri" panose="020F0502020204030204" pitchFamily="34" charset="0"/>
                      </a:endParaRPr>
                    </a:p>
                  </a:txBody>
                  <a:tcPr/>
                </a:tc>
                <a:tc>
                  <a:txBody>
                    <a:bodyPr/>
                    <a:lstStyle/>
                    <a:p>
                      <a:pPr rtl="1"/>
                      <a:r>
                        <a:rPr lang="en-US" dirty="0"/>
                        <a:t>d7</a:t>
                      </a:r>
                      <a:endParaRPr lang="he-IL" dirty="0">
                        <a:cs typeface="Calibri" panose="020F0502020204030204" pitchFamily="34" charset="0"/>
                      </a:endParaRPr>
                    </a:p>
                  </a:txBody>
                  <a:tcPr/>
                </a:tc>
                <a:tc>
                  <a:txBody>
                    <a:bodyPr/>
                    <a:lstStyle/>
                    <a:p>
                      <a:pPr rtl="1"/>
                      <a:r>
                        <a:rPr lang="en-US" dirty="0"/>
                        <a:t>8a</a:t>
                      </a:r>
                      <a:endParaRPr lang="he-IL" dirty="0">
                        <a:cs typeface="Calibri" panose="020F0502020204030204" pitchFamily="34" charset="0"/>
                      </a:endParaRPr>
                    </a:p>
                  </a:txBody>
                  <a:tcPr/>
                </a:tc>
                <a:tc>
                  <a:txBody>
                    <a:bodyPr/>
                    <a:lstStyle/>
                    <a:p>
                      <a:pPr rtl="1"/>
                      <a:r>
                        <a:rPr lang="en-US" dirty="0"/>
                        <a:t>98</a:t>
                      </a:r>
                      <a:endParaRPr lang="he-IL" dirty="0">
                        <a:cs typeface="Calibri" panose="020F0502020204030204" pitchFamily="34" charset="0"/>
                      </a:endParaRPr>
                    </a:p>
                  </a:txBody>
                  <a:tcPr/>
                </a:tc>
                <a:tc>
                  <a:txBody>
                    <a:bodyPr/>
                    <a:lstStyle/>
                    <a:p>
                      <a:pPr rtl="1"/>
                      <a:r>
                        <a:rPr lang="en-US" dirty="0"/>
                        <a:t>9f</a:t>
                      </a:r>
                      <a:endParaRPr lang="he-IL" dirty="0">
                        <a:cs typeface="Calibri" panose="020F0502020204030204" pitchFamily="34" charset="0"/>
                      </a:endParaRPr>
                    </a:p>
                  </a:txBody>
                  <a:tcPr/>
                </a:tc>
                <a:tc>
                  <a:txBody>
                    <a:bodyPr/>
                    <a:lstStyle/>
                    <a:p>
                      <a:pPr rtl="1"/>
                      <a:r>
                        <a:rPr lang="en-US" dirty="0"/>
                        <a:t>f0</a:t>
                      </a:r>
                      <a:endParaRPr lang="he-IL" dirty="0">
                        <a:cs typeface="Calibri" panose="020F0502020204030204" pitchFamily="34" charset="0"/>
                      </a:endParaRPr>
                    </a:p>
                  </a:txBody>
                  <a:tcPr/>
                </a:tc>
                <a:tc>
                  <a:txBody>
                    <a:bodyPr/>
                    <a:lstStyle/>
                    <a:p>
                      <a:pPr rtl="1"/>
                      <a:r>
                        <a:rPr lang="en-US" dirty="0"/>
                        <a:t>42</a:t>
                      </a:r>
                      <a:endParaRPr lang="he-IL" dirty="0">
                        <a:cs typeface="Calibri" panose="020F0502020204030204" pitchFamily="34" charset="0"/>
                      </a:endParaRPr>
                    </a:p>
                  </a:txBody>
                  <a:tcPr/>
                </a:tc>
                <a:extLst>
                  <a:ext uri="{0D108BD9-81ED-4DB2-BD59-A6C34878D82A}">
                    <a16:rowId xmlns:a16="http://schemas.microsoft.com/office/drawing/2014/main" val="1480630621"/>
                  </a:ext>
                </a:extLst>
              </a:tr>
            </a:tbl>
          </a:graphicData>
        </a:graphic>
      </p:graphicFrame>
      <p:sp>
        <p:nvSpPr>
          <p:cNvPr id="12" name="TextBox 11"/>
          <p:cNvSpPr txBox="1"/>
          <p:nvPr/>
        </p:nvSpPr>
        <p:spPr>
          <a:xfrm>
            <a:off x="1043631" y="5313852"/>
            <a:ext cx="1321340" cy="307777"/>
          </a:xfrm>
          <a:prstGeom prst="rect">
            <a:avLst/>
          </a:prstGeom>
          <a:noFill/>
        </p:spPr>
        <p:txBody>
          <a:bodyPr wrap="square" lIns="0" rIns="0" rtlCol="1">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Input stream:</a:t>
            </a:r>
            <a:endParaRPr lang="he-IL" sz="1400" dirty="0">
              <a:latin typeface="Calibri" panose="020F0502020204030204" pitchFamily="34" charset="0"/>
              <a:ea typeface="Calibri" panose="020F0502020204030204" pitchFamily="34" charset="0"/>
              <a:cs typeface="Calibri" panose="020F0502020204030204" pitchFamily="34" charset="0"/>
            </a:endParaRPr>
          </a:p>
        </p:txBody>
      </p:sp>
      <p:sp>
        <p:nvSpPr>
          <p:cNvPr id="28" name="TextBox 27"/>
          <p:cNvSpPr txBox="1"/>
          <p:nvPr/>
        </p:nvSpPr>
        <p:spPr>
          <a:xfrm>
            <a:off x="1050120" y="5894271"/>
            <a:ext cx="1321340" cy="307777"/>
          </a:xfrm>
          <a:prstGeom prst="rect">
            <a:avLst/>
          </a:prstGeom>
          <a:noFill/>
        </p:spPr>
        <p:txBody>
          <a:bodyPr wrap="square" lIns="0" rIns="0" rtlCol="1">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Decoding:</a:t>
            </a:r>
            <a:endParaRPr lang="he-IL" sz="1400" dirty="0">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p:cNvSpPr txBox="1"/>
          <p:nvPr/>
        </p:nvSpPr>
        <p:spPr>
          <a:xfrm>
            <a:off x="2135387" y="5863018"/>
            <a:ext cx="795528" cy="307777"/>
          </a:xfrm>
          <a:prstGeom prst="rect">
            <a:avLst/>
          </a:prstGeom>
          <a:solidFill>
            <a:schemeClr val="bg1"/>
          </a:solidFill>
          <a:ln>
            <a:solidFill>
              <a:srgbClr val="C00000"/>
            </a:solidFill>
          </a:ln>
          <a:effectLst>
            <a:outerShdw blurRad="50800" dist="25400" dir="5400000" algn="t" rotWithShape="0">
              <a:srgbClr val="C00000">
                <a:alpha val="40000"/>
              </a:srgbClr>
            </a:outerShdw>
          </a:effectLst>
          <a:scene3d>
            <a:camera prst="orthographicFront"/>
            <a:lightRig rig="threePt" dir="t"/>
          </a:scene3d>
          <a:sp3d>
            <a:bevelT w="0"/>
          </a:sp3d>
        </p:spPr>
        <p:txBody>
          <a:bodyPr wrap="square" rtlCol="0">
            <a:spAutoFit/>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B</a:t>
            </a:r>
          </a:p>
        </p:txBody>
      </p:sp>
      <p:sp>
        <p:nvSpPr>
          <p:cNvPr id="29" name="TextBox 28"/>
          <p:cNvSpPr txBox="1"/>
          <p:nvPr/>
        </p:nvSpPr>
        <p:spPr>
          <a:xfrm>
            <a:off x="2942548" y="5863018"/>
            <a:ext cx="3246120" cy="307777"/>
          </a:xfrm>
          <a:prstGeom prst="rect">
            <a:avLst/>
          </a:prstGeom>
          <a:solidFill>
            <a:schemeClr val="bg1"/>
          </a:solidFill>
          <a:ln>
            <a:solidFill>
              <a:srgbClr val="C00000"/>
            </a:solidFill>
          </a:ln>
          <a:effectLst>
            <a:outerShdw blurRad="50800" dist="25400" dir="5400000" algn="t" rotWithShape="0">
              <a:srgbClr val="C00000">
                <a:alpha val="40000"/>
              </a:srgbClr>
            </a:outerShdw>
          </a:effectLst>
          <a:scene3d>
            <a:camera prst="orthographicFront"/>
            <a:lightRig rig="threePt" dir="t"/>
          </a:scene3d>
          <a:sp3d>
            <a:bevelT w="0"/>
          </a:sp3d>
        </p:spPr>
        <p:txBody>
          <a:bodyPr wrap="square" rtlCol="0">
            <a:sp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endParaRPr lang="he-IL" dirty="0">
              <a:latin typeface="Calibri" panose="020F0502020204030204" pitchFamily="34" charset="0"/>
              <a:ea typeface="Calibri" panose="020F0502020204030204" pitchFamily="34" charset="0"/>
              <a:cs typeface="Calibri" panose="020F0502020204030204" pitchFamily="34" charset="0"/>
            </a:endParaRPr>
          </a:p>
        </p:txBody>
      </p:sp>
      <p:sp>
        <p:nvSpPr>
          <p:cNvPr id="30" name="TextBox 29"/>
          <p:cNvSpPr txBox="1"/>
          <p:nvPr/>
        </p:nvSpPr>
        <p:spPr>
          <a:xfrm>
            <a:off x="6199388" y="5863018"/>
            <a:ext cx="1627632" cy="307777"/>
          </a:xfrm>
          <a:prstGeom prst="rect">
            <a:avLst/>
          </a:prstGeom>
          <a:solidFill>
            <a:schemeClr val="bg1"/>
          </a:solidFill>
          <a:ln>
            <a:solidFill>
              <a:srgbClr val="C00000"/>
            </a:solidFill>
          </a:ln>
          <a:effectLst>
            <a:outerShdw blurRad="50800" dist="25400" dir="5400000" algn="t" rotWithShape="0">
              <a:srgbClr val="C00000">
                <a:alpha val="40000"/>
              </a:srgbClr>
            </a:outerShdw>
          </a:effectLst>
          <a:scene3d>
            <a:camera prst="orthographicFront"/>
            <a:lightRig rig="threePt" dir="t"/>
          </a:scene3d>
          <a:sp3d>
            <a:bevelT w="0"/>
          </a:sp3d>
        </p:spPr>
        <p:txBody>
          <a:bodyPr wrap="square" rtlCol="0">
            <a:spAutoFit/>
          </a:bodyPr>
          <a:lstStyle/>
          <a:p>
            <a:pPr algn="ctr"/>
            <a:r>
              <a:rPr lang="he-IL" dirty="0">
                <a:latin typeface="Calibri" panose="020F0502020204030204" pitchFamily="34" charset="0"/>
                <a:ea typeface="Calibri" panose="020F0502020204030204" pitchFamily="34" charset="0"/>
                <a:cs typeface="Calibri" panose="020F0502020204030204" pitchFamily="34" charset="0"/>
              </a:rPr>
              <a:t>א</a:t>
            </a:r>
          </a:p>
        </p:txBody>
      </p:sp>
      <p:sp>
        <p:nvSpPr>
          <p:cNvPr id="31" name="TextBox 30"/>
          <p:cNvSpPr txBox="1"/>
          <p:nvPr/>
        </p:nvSpPr>
        <p:spPr>
          <a:xfrm>
            <a:off x="7841879" y="5863018"/>
            <a:ext cx="1627632" cy="307777"/>
          </a:xfrm>
          <a:prstGeom prst="rect">
            <a:avLst/>
          </a:prstGeom>
          <a:solidFill>
            <a:schemeClr val="bg1"/>
          </a:solidFill>
          <a:ln>
            <a:solidFill>
              <a:srgbClr val="C00000"/>
            </a:solidFill>
          </a:ln>
          <a:effectLst>
            <a:outerShdw blurRad="50800" dist="25400" dir="5400000" algn="t" rotWithShape="0">
              <a:srgbClr val="C00000">
                <a:alpha val="40000"/>
              </a:srgbClr>
            </a:outerShdw>
          </a:effectLst>
          <a:scene3d>
            <a:camera prst="orthographicFront"/>
            <a:lightRig rig="threePt" dir="t"/>
          </a:scene3d>
          <a:sp3d>
            <a:bevelT w="0"/>
          </a:sp3d>
        </p:spPr>
        <p:txBody>
          <a:bodyPr wrap="square" rtlCol="0">
            <a:spAutoFit/>
          </a:bodyPr>
          <a:lstStyle/>
          <a:p>
            <a:pPr algn="ctr"/>
            <a:r>
              <a:rPr lang="he-IL" dirty="0">
                <a:latin typeface="Calibri" panose="020F0502020204030204" pitchFamily="34" charset="0"/>
                <a:ea typeface="Calibri" panose="020F0502020204030204" pitchFamily="34" charset="0"/>
                <a:cs typeface="Calibri" panose="020F0502020204030204" pitchFamily="34" charset="0"/>
              </a:rPr>
              <a:t>ב</a:t>
            </a:r>
          </a:p>
        </p:txBody>
      </p:sp>
      <p:sp>
        <p:nvSpPr>
          <p:cNvPr id="32" name="TextBox 31"/>
          <p:cNvSpPr txBox="1"/>
          <p:nvPr/>
        </p:nvSpPr>
        <p:spPr>
          <a:xfrm>
            <a:off x="9484370" y="5863018"/>
            <a:ext cx="779018" cy="307777"/>
          </a:xfrm>
          <a:prstGeom prst="rect">
            <a:avLst/>
          </a:prstGeom>
          <a:solidFill>
            <a:schemeClr val="bg1"/>
          </a:solidFill>
          <a:ln>
            <a:solidFill>
              <a:srgbClr val="C00000"/>
            </a:solidFill>
          </a:ln>
          <a:effectLst>
            <a:outerShdw blurRad="50800" dist="25400" dir="5400000" algn="t" rotWithShape="0">
              <a:srgbClr val="C00000">
                <a:alpha val="40000"/>
              </a:srgbClr>
            </a:outerShdw>
          </a:effectLst>
          <a:scene3d>
            <a:camera prst="orthographicFront"/>
            <a:lightRig rig="threePt" dir="t"/>
          </a:scene3d>
          <a:sp3d>
            <a:bevelT w="0"/>
          </a:sp3d>
        </p:spPr>
        <p:txBody>
          <a:bodyPr wrap="square" rtlCol="0">
            <a:sp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rPr>
              <a:t>A</a:t>
            </a:r>
            <a:endParaRPr lang="he-IL"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908075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28" grpId="0"/>
      <p:bldP spid="21" grpId="0" animBg="1"/>
      <p:bldP spid="29" grpId="0" animBg="1"/>
      <p:bldP spid="30" grpId="0" animBg="1"/>
      <p:bldP spid="31" grpId="0" animBg="1"/>
      <p:bldP spid="3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4" name="Group 6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65" name="Rectangle 6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8" name="Rectangle 6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73940"/>
            <a:ext cx="4928291" cy="1035781"/>
          </a:xfrm>
        </p:spPr>
        <p:txBody>
          <a:bodyPr vert="horz" lIns="91440" tIns="45720" rIns="91440" bIns="45720" rtlCol="0" anchor="ctr">
            <a:normAutofit/>
          </a:bodyPr>
          <a:lstStyle/>
          <a:p>
            <a:r>
              <a:rPr lang="en-US" sz="3300" dirty="0"/>
              <a:t>handling text streams in java</a:t>
            </a:r>
          </a:p>
        </p:txBody>
      </p:sp>
      <p:sp>
        <p:nvSpPr>
          <p:cNvPr id="69" name="Rectangle 68">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EBF77622-799F-5406-9A45-ADE1AC2CD90C}"/>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2951E007-95BD-4179-9F64-0AC30A6B97F9}" type="slidenum">
              <a:rPr lang="en-US" kern="1200" smtClean="0">
                <a:latin typeface="+mn-lt"/>
                <a:ea typeface="+mn-ea"/>
                <a:cs typeface="+mn-cs"/>
              </a:rPr>
              <a:pPr>
                <a:spcAft>
                  <a:spcPts val="600"/>
                </a:spcAft>
              </a:pPr>
              <a:t>17</a:t>
            </a:fld>
            <a:endParaRPr lang="en-US" kern="1200">
              <a:latin typeface="+mn-lt"/>
              <a:ea typeface="+mn-ea"/>
              <a:cs typeface="+mn-cs"/>
            </a:endParaRPr>
          </a:p>
        </p:txBody>
      </p:sp>
      <p:grpSp>
        <p:nvGrpSpPr>
          <p:cNvPr id="6" name="Group 5"/>
          <p:cNvGrpSpPr/>
          <p:nvPr/>
        </p:nvGrpSpPr>
        <p:grpSpPr>
          <a:xfrm>
            <a:off x="6841066" y="1637130"/>
            <a:ext cx="4305902" cy="726727"/>
            <a:chOff x="443474" y="1881324"/>
            <a:chExt cx="10104323" cy="932771"/>
          </a:xfrm>
        </p:grpSpPr>
        <p:sp>
          <p:nvSpPr>
            <p:cNvPr id="7" name="Flowchart: Alternate Process 6"/>
            <p:cNvSpPr/>
            <p:nvPr/>
          </p:nvSpPr>
          <p:spPr>
            <a:xfrm>
              <a:off x="2431473" y="1881324"/>
              <a:ext cx="1224000" cy="932498"/>
            </a:xfrm>
            <a:prstGeom prst="flowChartAlternateProcess">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lIns="0" tIns="0" rIns="0" bIns="0" rtlCol="1" anchor="ctr"/>
            <a:lstStyle/>
            <a:p>
              <a:pPr algn="ctr">
                <a:spcAft>
                  <a:spcPts val="528"/>
                </a:spcAft>
              </a:pPr>
              <a:r>
                <a:rPr lang="en-US" sz="600" b="1" i="0" u="none" strike="noStrike" cap="none">
                  <a:solidFill>
                    <a:schemeClr val="tx1"/>
                  </a:solidFill>
                  <a:latin typeface="+mn-lt"/>
                  <a:ea typeface="+mn-ea"/>
                  <a:cs typeface="+mn-cs"/>
                  <a:sym typeface="Arial"/>
                </a:rPr>
                <a:t>Buffered Writer</a:t>
              </a:r>
              <a:endParaRPr lang="he-IL" sz="2800" b="1">
                <a:solidFill>
                  <a:schemeClr val="tx1"/>
                </a:solidFill>
                <a:cs typeface="Calibri" panose="020F0502020204030204" pitchFamily="34" charset="0"/>
              </a:endParaRPr>
            </a:p>
          </p:txBody>
        </p:sp>
        <p:sp>
          <p:nvSpPr>
            <p:cNvPr id="8" name="Flowchart: Alternate Process 7"/>
            <p:cNvSpPr/>
            <p:nvPr/>
          </p:nvSpPr>
          <p:spPr>
            <a:xfrm>
              <a:off x="5877635" y="1881324"/>
              <a:ext cx="1224000" cy="932498"/>
            </a:xfrm>
            <a:prstGeom prst="flowChartAlternateProcess">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lIns="0" tIns="0" rIns="0" bIns="0" rtlCol="1" anchor="ctr"/>
            <a:lstStyle/>
            <a:p>
              <a:pPr algn="ctr">
                <a:spcAft>
                  <a:spcPts val="528"/>
                </a:spcAft>
              </a:pPr>
              <a:r>
                <a:rPr lang="en-US" sz="600" b="1" i="0" u="none" strike="noStrike" cap="none">
                  <a:solidFill>
                    <a:schemeClr val="tx1"/>
                  </a:solidFill>
                  <a:latin typeface="+mn-lt"/>
                  <a:ea typeface="+mn-ea"/>
                  <a:cs typeface="+mn-cs"/>
                  <a:sym typeface="Arial"/>
                </a:rPr>
                <a:t>Output Stream Writer </a:t>
              </a:r>
              <a:endParaRPr lang="he-IL" sz="2800" b="1">
                <a:solidFill>
                  <a:schemeClr val="tx1"/>
                </a:solidFill>
                <a:cs typeface="Calibri" panose="020F0502020204030204" pitchFamily="34" charset="0"/>
              </a:endParaRPr>
            </a:p>
          </p:txBody>
        </p:sp>
        <p:sp>
          <p:nvSpPr>
            <p:cNvPr id="9" name="Flowchart: Alternate Process 8"/>
            <p:cNvSpPr/>
            <p:nvPr/>
          </p:nvSpPr>
          <p:spPr>
            <a:xfrm>
              <a:off x="9323797" y="1881324"/>
              <a:ext cx="1224000" cy="932498"/>
            </a:xfrm>
            <a:prstGeom prst="flowChartAlternateProcess">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lIns="0" tIns="0" rIns="0" bIns="0" rtlCol="1" anchor="ctr"/>
            <a:lstStyle/>
            <a:p>
              <a:pPr algn="ctr">
                <a:spcAft>
                  <a:spcPts val="528"/>
                </a:spcAft>
              </a:pPr>
              <a:r>
                <a:rPr lang="en-US" sz="600" b="1" i="0" u="none" strike="noStrike" cap="none">
                  <a:solidFill>
                    <a:schemeClr val="tx1"/>
                  </a:solidFill>
                  <a:latin typeface="+mn-lt"/>
                  <a:ea typeface="+mn-ea"/>
                  <a:cs typeface="+mn-cs"/>
                  <a:sym typeface="Arial"/>
                </a:rPr>
                <a:t>Output Stream</a:t>
              </a:r>
              <a:endParaRPr lang="he-IL" sz="2800" b="1">
                <a:solidFill>
                  <a:schemeClr val="tx1"/>
                </a:solidFill>
                <a:cs typeface="Calibri" panose="020F0502020204030204" pitchFamily="34" charset="0"/>
              </a:endParaRPr>
            </a:p>
          </p:txBody>
        </p:sp>
        <p:sp>
          <p:nvSpPr>
            <p:cNvPr id="10" name="Flowchart: Data 9"/>
            <p:cNvSpPr/>
            <p:nvPr/>
          </p:nvSpPr>
          <p:spPr>
            <a:xfrm>
              <a:off x="3884554" y="1881324"/>
              <a:ext cx="1764000" cy="927327"/>
            </a:xfrm>
            <a:prstGeom prst="flowChartInputOutput">
              <a:avLst/>
            </a:prstGeom>
            <a:gradFill>
              <a:gsLst>
                <a:gs pos="0">
                  <a:srgbClr val="FFCCCC">
                    <a:lumMod val="0"/>
                    <a:lumOff val="100000"/>
                  </a:srgbClr>
                </a:gs>
                <a:gs pos="100000">
                  <a:srgbClr val="DBBDBB">
                    <a:lumMod val="0"/>
                    <a:lumOff val="100000"/>
                  </a:srgbClr>
                </a:gs>
                <a:gs pos="100000">
                  <a:srgbClr val="E0D1DD">
                    <a:lumMod val="0"/>
                    <a:lumOff val="100000"/>
                  </a:srgbClr>
                </a:gs>
                <a:gs pos="0">
                  <a:srgbClr val="C1A2BA"/>
                </a:gs>
                <a:gs pos="33000">
                  <a:srgbClr val="E4BEC5"/>
                </a:gs>
                <a:gs pos="100000">
                  <a:schemeClr val="accent1">
                    <a:tint val="44500"/>
                    <a:satMod val="160000"/>
                  </a:schemeClr>
                </a:gs>
                <a:gs pos="100000">
                  <a:schemeClr val="accent1">
                    <a:tint val="23500"/>
                    <a:satMod val="16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spcAft>
                  <a:spcPts val="528"/>
                </a:spcAft>
              </a:pPr>
              <a:r>
                <a:rPr lang="en-US" sz="600" b="1" i="0" u="none" strike="noStrike" cap="none" dirty="0">
                  <a:solidFill>
                    <a:schemeClr val="tx1"/>
                  </a:solidFill>
                  <a:latin typeface="+mn-lt"/>
                  <a:ea typeface="+mn-ea"/>
                  <a:cs typeface="+mn-cs"/>
                  <a:sym typeface="Arial"/>
                </a:rPr>
                <a:t>Unicode data</a:t>
              </a:r>
              <a:endParaRPr lang="he-IL" sz="2800" b="1" dirty="0">
                <a:solidFill>
                  <a:schemeClr val="tx1"/>
                </a:solidFill>
                <a:cs typeface="Calibri" panose="020F0502020204030204" pitchFamily="34" charset="0"/>
              </a:endParaRPr>
            </a:p>
          </p:txBody>
        </p:sp>
        <p:sp>
          <p:nvSpPr>
            <p:cNvPr id="11" name="Flowchart: Data 10"/>
            <p:cNvSpPr/>
            <p:nvPr/>
          </p:nvSpPr>
          <p:spPr>
            <a:xfrm>
              <a:off x="7330716" y="1881324"/>
              <a:ext cx="1764000" cy="927327"/>
            </a:xfrm>
            <a:prstGeom prst="flowChartInputOutput">
              <a:avLst/>
            </a:prstGeom>
            <a:gradFill>
              <a:gsLst>
                <a:gs pos="0">
                  <a:srgbClr val="FFCCCC">
                    <a:lumMod val="0"/>
                    <a:lumOff val="100000"/>
                  </a:srgbClr>
                </a:gs>
                <a:gs pos="100000">
                  <a:srgbClr val="DBBDBB">
                    <a:lumMod val="0"/>
                    <a:lumOff val="100000"/>
                  </a:srgbClr>
                </a:gs>
                <a:gs pos="100000">
                  <a:srgbClr val="E0D1DD">
                    <a:lumMod val="0"/>
                    <a:lumOff val="100000"/>
                  </a:srgbClr>
                </a:gs>
                <a:gs pos="0">
                  <a:srgbClr val="C1A2BA"/>
                </a:gs>
                <a:gs pos="33000">
                  <a:srgbClr val="E4BEC5"/>
                </a:gs>
                <a:gs pos="100000">
                  <a:schemeClr val="accent1">
                    <a:tint val="44500"/>
                    <a:satMod val="160000"/>
                  </a:schemeClr>
                </a:gs>
                <a:gs pos="100000">
                  <a:schemeClr val="accent1">
                    <a:tint val="23500"/>
                    <a:satMod val="16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spcAft>
                  <a:spcPts val="528"/>
                </a:spcAft>
              </a:pPr>
              <a:r>
                <a:rPr lang="en-US" sz="600" b="1" i="0" u="none" strike="noStrike" cap="none">
                  <a:solidFill>
                    <a:schemeClr val="tx1"/>
                  </a:solidFill>
                  <a:latin typeface="+mn-lt"/>
                  <a:ea typeface="+mn-ea"/>
                  <a:cs typeface="+mn-cs"/>
                  <a:sym typeface="Arial"/>
                </a:rPr>
                <a:t>Raw byte data</a:t>
              </a:r>
              <a:endParaRPr lang="he-IL" sz="2800" b="1">
                <a:solidFill>
                  <a:schemeClr val="tx1"/>
                </a:solidFill>
                <a:cs typeface="Calibri" panose="020F0502020204030204" pitchFamily="34" charset="0"/>
              </a:endParaRPr>
            </a:p>
          </p:txBody>
        </p:sp>
        <p:sp>
          <p:nvSpPr>
            <p:cNvPr id="12" name="Flowchart: Data 11"/>
            <p:cNvSpPr/>
            <p:nvPr/>
          </p:nvSpPr>
          <p:spPr>
            <a:xfrm>
              <a:off x="443474" y="1886768"/>
              <a:ext cx="1764000" cy="927327"/>
            </a:xfrm>
            <a:prstGeom prst="flowChartInputOutput">
              <a:avLst/>
            </a:prstGeom>
            <a:gradFill>
              <a:gsLst>
                <a:gs pos="0">
                  <a:srgbClr val="FFCCCC">
                    <a:lumMod val="0"/>
                    <a:lumOff val="100000"/>
                  </a:srgbClr>
                </a:gs>
                <a:gs pos="100000">
                  <a:srgbClr val="DBBDBB">
                    <a:lumMod val="0"/>
                    <a:lumOff val="100000"/>
                  </a:srgbClr>
                </a:gs>
                <a:gs pos="100000">
                  <a:srgbClr val="E0D1DD">
                    <a:lumMod val="0"/>
                    <a:lumOff val="100000"/>
                  </a:srgbClr>
                </a:gs>
                <a:gs pos="0">
                  <a:srgbClr val="C1A2BA"/>
                </a:gs>
                <a:gs pos="33000">
                  <a:srgbClr val="E4BEC5"/>
                </a:gs>
                <a:gs pos="100000">
                  <a:schemeClr val="accent1">
                    <a:tint val="44500"/>
                    <a:satMod val="160000"/>
                  </a:schemeClr>
                </a:gs>
                <a:gs pos="100000">
                  <a:schemeClr val="accent1">
                    <a:tint val="23500"/>
                    <a:satMod val="16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spcAft>
                  <a:spcPts val="528"/>
                </a:spcAft>
              </a:pPr>
              <a:r>
                <a:rPr lang="en-US" sz="600" b="1" i="0" u="none" strike="noStrike" cap="none" dirty="0">
                  <a:solidFill>
                    <a:schemeClr val="tx1"/>
                  </a:solidFill>
                  <a:latin typeface="+mn-lt"/>
                  <a:ea typeface="+mn-ea"/>
                  <a:cs typeface="+mn-cs"/>
                  <a:sym typeface="Arial"/>
                </a:rPr>
                <a:t>Lines and flush</a:t>
              </a:r>
              <a:endParaRPr lang="he-IL" sz="2800" b="1" dirty="0">
                <a:solidFill>
                  <a:schemeClr val="tx1"/>
                </a:solidFill>
                <a:cs typeface="Calibri" panose="020F0502020204030204" pitchFamily="34" charset="0"/>
              </a:endParaRPr>
            </a:p>
          </p:txBody>
        </p:sp>
        <p:cxnSp>
          <p:nvCxnSpPr>
            <p:cNvPr id="13" name="Straight Arrow Connector 12"/>
            <p:cNvCxnSpPr>
              <a:stCxn id="7" idx="3"/>
              <a:endCxn id="10" idx="2"/>
            </p:cNvCxnSpPr>
            <p:nvPr/>
          </p:nvCxnSpPr>
          <p:spPr>
            <a:xfrm flipV="1">
              <a:off x="3655473" y="2344988"/>
              <a:ext cx="405481" cy="2585"/>
            </a:xfrm>
            <a:prstGeom prst="straightConnector1">
              <a:avLst/>
            </a:prstGeom>
            <a:ln w="34925">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10" idx="5"/>
              <a:endCxn id="8" idx="1"/>
            </p:cNvCxnSpPr>
            <p:nvPr/>
          </p:nvCxnSpPr>
          <p:spPr>
            <a:xfrm>
              <a:off x="5472154" y="2344988"/>
              <a:ext cx="405481" cy="2585"/>
            </a:xfrm>
            <a:prstGeom prst="straightConnector1">
              <a:avLst/>
            </a:prstGeom>
            <a:ln w="34925">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8" idx="3"/>
              <a:endCxn id="11" idx="2"/>
            </p:cNvCxnSpPr>
            <p:nvPr/>
          </p:nvCxnSpPr>
          <p:spPr>
            <a:xfrm flipV="1">
              <a:off x="7101635" y="2344988"/>
              <a:ext cx="405481" cy="2585"/>
            </a:xfrm>
            <a:prstGeom prst="straightConnector1">
              <a:avLst/>
            </a:prstGeom>
            <a:ln w="34925">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5"/>
              <a:endCxn id="9" idx="1"/>
            </p:cNvCxnSpPr>
            <p:nvPr/>
          </p:nvCxnSpPr>
          <p:spPr>
            <a:xfrm>
              <a:off x="8918316" y="2344988"/>
              <a:ext cx="405481" cy="2585"/>
            </a:xfrm>
            <a:prstGeom prst="straightConnector1">
              <a:avLst/>
            </a:prstGeom>
            <a:ln w="34925">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2026956" y="2353017"/>
              <a:ext cx="405479" cy="2585"/>
            </a:xfrm>
            <a:prstGeom prst="straightConnector1">
              <a:avLst/>
            </a:prstGeom>
            <a:ln w="34925">
              <a:tailEnd type="arrow"/>
            </a:ln>
          </p:spPr>
          <p:style>
            <a:lnRef idx="1">
              <a:schemeClr val="accent1"/>
            </a:lnRef>
            <a:fillRef idx="0">
              <a:schemeClr val="accent1"/>
            </a:fillRef>
            <a:effectRef idx="0">
              <a:schemeClr val="accent1"/>
            </a:effectRef>
            <a:fontRef idx="minor">
              <a:schemeClr val="tx1"/>
            </a:fontRef>
          </p:style>
        </p:cxnSp>
      </p:grpSp>
      <p:grpSp>
        <p:nvGrpSpPr>
          <p:cNvPr id="18" name="Group 17"/>
          <p:cNvGrpSpPr/>
          <p:nvPr/>
        </p:nvGrpSpPr>
        <p:grpSpPr>
          <a:xfrm>
            <a:off x="6841066" y="4506773"/>
            <a:ext cx="4305906" cy="710949"/>
            <a:chOff x="1099558" y="892889"/>
            <a:chExt cx="10116704" cy="932498"/>
          </a:xfrm>
        </p:grpSpPr>
        <p:grpSp>
          <p:nvGrpSpPr>
            <p:cNvPr id="19" name="Group 18"/>
            <p:cNvGrpSpPr/>
            <p:nvPr/>
          </p:nvGrpSpPr>
          <p:grpSpPr>
            <a:xfrm>
              <a:off x="1099558" y="892889"/>
              <a:ext cx="10116704" cy="932498"/>
              <a:chOff x="-1197426" y="618569"/>
              <a:chExt cx="10116704" cy="932498"/>
            </a:xfrm>
          </p:grpSpPr>
          <p:sp>
            <p:nvSpPr>
              <p:cNvPr id="21" name="Flowchart: Alternate Process 20"/>
              <p:cNvSpPr/>
              <p:nvPr/>
            </p:nvSpPr>
            <p:spPr>
              <a:xfrm>
                <a:off x="802954" y="618569"/>
                <a:ext cx="1224000" cy="932498"/>
              </a:xfrm>
              <a:prstGeom prst="flowChartAlternateProcess">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lIns="0" tIns="0" rIns="0" bIns="0" rtlCol="1" anchor="ctr"/>
              <a:lstStyle/>
              <a:p>
                <a:pPr algn="ctr">
                  <a:spcAft>
                    <a:spcPts val="516"/>
                  </a:spcAft>
                </a:pPr>
                <a:r>
                  <a:rPr lang="en-US" sz="500" b="1" i="0" u="none" strike="noStrike" cap="none" dirty="0">
                    <a:solidFill>
                      <a:schemeClr val="tx1"/>
                    </a:solidFill>
                    <a:latin typeface="+mn-lt"/>
                    <a:ea typeface="+mn-ea"/>
                    <a:cs typeface="+mn-cs"/>
                    <a:sym typeface="Arial"/>
                  </a:rPr>
                  <a:t>Buffered Reader</a:t>
                </a:r>
                <a:endParaRPr lang="he-IL" sz="2800" b="1" dirty="0">
                  <a:solidFill>
                    <a:schemeClr val="tx1"/>
                  </a:solidFill>
                  <a:cs typeface="Calibri" panose="020F0502020204030204" pitchFamily="34" charset="0"/>
                </a:endParaRPr>
              </a:p>
            </p:txBody>
          </p:sp>
          <p:sp>
            <p:nvSpPr>
              <p:cNvPr id="22" name="Flowchart: Alternate Process 21"/>
              <p:cNvSpPr/>
              <p:nvPr/>
            </p:nvSpPr>
            <p:spPr>
              <a:xfrm>
                <a:off x="4249116" y="618569"/>
                <a:ext cx="1224000" cy="932498"/>
              </a:xfrm>
              <a:prstGeom prst="flowChartAlternateProcess">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lIns="0" tIns="0" rIns="0" bIns="0" rtlCol="1" anchor="ctr"/>
              <a:lstStyle/>
              <a:p>
                <a:pPr algn="ctr">
                  <a:spcAft>
                    <a:spcPts val="516"/>
                  </a:spcAft>
                </a:pPr>
                <a:r>
                  <a:rPr lang="en-US" sz="500" b="1" i="0" u="none" strike="noStrike" cap="none">
                    <a:solidFill>
                      <a:schemeClr val="tx1"/>
                    </a:solidFill>
                    <a:latin typeface="+mn-lt"/>
                    <a:ea typeface="+mn-ea"/>
                    <a:cs typeface="+mn-cs"/>
                    <a:sym typeface="Arial"/>
                  </a:rPr>
                  <a:t>Input Stream Reader </a:t>
                </a:r>
                <a:endParaRPr lang="he-IL" sz="2800" b="1">
                  <a:solidFill>
                    <a:schemeClr val="tx1"/>
                  </a:solidFill>
                  <a:cs typeface="Calibri" panose="020F0502020204030204" pitchFamily="34" charset="0"/>
                </a:endParaRPr>
              </a:p>
            </p:txBody>
          </p:sp>
          <p:sp>
            <p:nvSpPr>
              <p:cNvPr id="23" name="Flowchart: Alternate Process 22"/>
              <p:cNvSpPr/>
              <p:nvPr/>
            </p:nvSpPr>
            <p:spPr>
              <a:xfrm>
                <a:off x="7695278" y="618569"/>
                <a:ext cx="1224000" cy="932498"/>
              </a:xfrm>
              <a:prstGeom prst="flowChartAlternateProcess">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lIns="0" tIns="0" rIns="0" bIns="0" rtlCol="1" anchor="ctr"/>
              <a:lstStyle/>
              <a:p>
                <a:pPr algn="ctr">
                  <a:spcAft>
                    <a:spcPts val="516"/>
                  </a:spcAft>
                </a:pPr>
                <a:r>
                  <a:rPr lang="en-US" sz="500" b="1" i="0" u="none" strike="noStrike" cap="none">
                    <a:solidFill>
                      <a:schemeClr val="tx1"/>
                    </a:solidFill>
                    <a:latin typeface="+mn-lt"/>
                    <a:ea typeface="+mn-ea"/>
                    <a:cs typeface="+mn-cs"/>
                    <a:sym typeface="Arial"/>
                  </a:rPr>
                  <a:t>Input Stream</a:t>
                </a:r>
                <a:endParaRPr lang="he-IL" sz="2800" b="1">
                  <a:solidFill>
                    <a:schemeClr val="tx1"/>
                  </a:solidFill>
                  <a:cs typeface="Calibri" panose="020F0502020204030204" pitchFamily="34" charset="0"/>
                </a:endParaRPr>
              </a:p>
            </p:txBody>
          </p:sp>
          <p:sp>
            <p:nvSpPr>
              <p:cNvPr id="24" name="Flowchart: Data 23"/>
              <p:cNvSpPr/>
              <p:nvPr/>
            </p:nvSpPr>
            <p:spPr>
              <a:xfrm>
                <a:off x="2256035" y="618569"/>
                <a:ext cx="1764000" cy="927327"/>
              </a:xfrm>
              <a:prstGeom prst="flowChartInputOutput">
                <a:avLst/>
              </a:prstGeom>
              <a:gradFill>
                <a:gsLst>
                  <a:gs pos="0">
                    <a:srgbClr val="FFCCCC">
                      <a:lumMod val="0"/>
                      <a:lumOff val="100000"/>
                    </a:srgbClr>
                  </a:gs>
                  <a:gs pos="100000">
                    <a:srgbClr val="DBBDBB">
                      <a:lumMod val="0"/>
                      <a:lumOff val="100000"/>
                    </a:srgbClr>
                  </a:gs>
                  <a:gs pos="100000">
                    <a:srgbClr val="E0D1DD">
                      <a:lumMod val="0"/>
                      <a:lumOff val="100000"/>
                    </a:srgbClr>
                  </a:gs>
                  <a:gs pos="0">
                    <a:srgbClr val="C1A2BA"/>
                  </a:gs>
                  <a:gs pos="33000">
                    <a:srgbClr val="E4BEC5"/>
                  </a:gs>
                  <a:gs pos="100000">
                    <a:schemeClr val="accent1">
                      <a:tint val="44500"/>
                      <a:satMod val="160000"/>
                    </a:schemeClr>
                  </a:gs>
                  <a:gs pos="100000">
                    <a:schemeClr val="accent1">
                      <a:tint val="23500"/>
                      <a:satMod val="16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spcAft>
                    <a:spcPts val="516"/>
                  </a:spcAft>
                </a:pPr>
                <a:r>
                  <a:rPr lang="en-US" sz="500" b="1" i="0" u="none" strike="noStrike" cap="none">
                    <a:solidFill>
                      <a:schemeClr val="tx1"/>
                    </a:solidFill>
                    <a:latin typeface="+mn-lt"/>
                    <a:ea typeface="+mn-ea"/>
                    <a:cs typeface="+mn-cs"/>
                    <a:sym typeface="Arial"/>
                  </a:rPr>
                  <a:t>Unicode data</a:t>
                </a:r>
                <a:endParaRPr lang="he-IL" sz="2800" b="1">
                  <a:solidFill>
                    <a:schemeClr val="tx1"/>
                  </a:solidFill>
                  <a:cs typeface="Calibri" panose="020F0502020204030204" pitchFamily="34" charset="0"/>
                </a:endParaRPr>
              </a:p>
            </p:txBody>
          </p:sp>
          <p:sp>
            <p:nvSpPr>
              <p:cNvPr id="25" name="Flowchart: Data 24"/>
              <p:cNvSpPr/>
              <p:nvPr/>
            </p:nvSpPr>
            <p:spPr>
              <a:xfrm>
                <a:off x="5702197" y="618569"/>
                <a:ext cx="1764000" cy="927327"/>
              </a:xfrm>
              <a:prstGeom prst="flowChartInputOutput">
                <a:avLst/>
              </a:prstGeom>
              <a:gradFill>
                <a:gsLst>
                  <a:gs pos="0">
                    <a:srgbClr val="FFCCCC">
                      <a:lumMod val="0"/>
                      <a:lumOff val="100000"/>
                    </a:srgbClr>
                  </a:gs>
                  <a:gs pos="100000">
                    <a:srgbClr val="DBBDBB">
                      <a:lumMod val="0"/>
                      <a:lumOff val="100000"/>
                    </a:srgbClr>
                  </a:gs>
                  <a:gs pos="100000">
                    <a:srgbClr val="E0D1DD">
                      <a:lumMod val="0"/>
                      <a:lumOff val="100000"/>
                    </a:srgbClr>
                  </a:gs>
                  <a:gs pos="0">
                    <a:srgbClr val="C1A2BA"/>
                  </a:gs>
                  <a:gs pos="33000">
                    <a:srgbClr val="E4BEC5"/>
                  </a:gs>
                  <a:gs pos="100000">
                    <a:schemeClr val="accent1">
                      <a:tint val="44500"/>
                      <a:satMod val="160000"/>
                    </a:schemeClr>
                  </a:gs>
                  <a:gs pos="100000">
                    <a:schemeClr val="accent1">
                      <a:tint val="23500"/>
                      <a:satMod val="16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spcAft>
                    <a:spcPts val="516"/>
                  </a:spcAft>
                </a:pPr>
                <a:r>
                  <a:rPr lang="en-US" sz="500" b="1" i="0" u="none" strike="noStrike" cap="none">
                    <a:solidFill>
                      <a:schemeClr val="tx1"/>
                    </a:solidFill>
                    <a:latin typeface="+mn-lt"/>
                    <a:ea typeface="+mn-ea"/>
                    <a:cs typeface="+mn-cs"/>
                    <a:sym typeface="Arial"/>
                  </a:rPr>
                  <a:t>Raw byte data</a:t>
                </a:r>
                <a:endParaRPr lang="he-IL" sz="2800" b="1">
                  <a:solidFill>
                    <a:schemeClr val="tx1"/>
                  </a:solidFill>
                  <a:cs typeface="Calibri" panose="020F0502020204030204" pitchFamily="34" charset="0"/>
                </a:endParaRPr>
              </a:p>
            </p:txBody>
          </p:sp>
          <p:sp>
            <p:nvSpPr>
              <p:cNvPr id="26" name="Flowchart: Data 25"/>
              <p:cNvSpPr/>
              <p:nvPr/>
            </p:nvSpPr>
            <p:spPr>
              <a:xfrm>
                <a:off x="-1197426" y="623740"/>
                <a:ext cx="1764000" cy="927327"/>
              </a:xfrm>
              <a:prstGeom prst="flowChartInputOutput">
                <a:avLst/>
              </a:prstGeom>
              <a:gradFill>
                <a:gsLst>
                  <a:gs pos="0">
                    <a:srgbClr val="FFCCCC">
                      <a:lumMod val="0"/>
                      <a:lumOff val="100000"/>
                    </a:srgbClr>
                  </a:gs>
                  <a:gs pos="100000">
                    <a:srgbClr val="DBBDBB">
                      <a:lumMod val="0"/>
                      <a:lumOff val="100000"/>
                    </a:srgbClr>
                  </a:gs>
                  <a:gs pos="100000">
                    <a:srgbClr val="E0D1DD">
                      <a:lumMod val="0"/>
                      <a:lumOff val="100000"/>
                    </a:srgbClr>
                  </a:gs>
                  <a:gs pos="0">
                    <a:srgbClr val="C1A2BA"/>
                  </a:gs>
                  <a:gs pos="33000">
                    <a:srgbClr val="E4BEC5"/>
                  </a:gs>
                  <a:gs pos="100000">
                    <a:schemeClr val="accent1">
                      <a:tint val="44500"/>
                      <a:satMod val="160000"/>
                    </a:schemeClr>
                  </a:gs>
                  <a:gs pos="100000">
                    <a:schemeClr val="accent1">
                      <a:tint val="23500"/>
                      <a:satMod val="160000"/>
                    </a:schemeClr>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spcAft>
                    <a:spcPts val="516"/>
                  </a:spcAft>
                </a:pPr>
                <a:r>
                  <a:rPr lang="en-US" sz="500" b="1" i="0" u="none" strike="noStrike" cap="none">
                    <a:solidFill>
                      <a:schemeClr val="tx1"/>
                    </a:solidFill>
                    <a:latin typeface="+mn-lt"/>
                    <a:ea typeface="+mn-ea"/>
                    <a:cs typeface="+mn-cs"/>
                    <a:sym typeface="Arial"/>
                  </a:rPr>
                  <a:t>Lines</a:t>
                </a:r>
                <a:endParaRPr lang="he-IL" sz="2800" b="1">
                  <a:solidFill>
                    <a:schemeClr val="tx1"/>
                  </a:solidFill>
                  <a:cs typeface="Calibri" panose="020F0502020204030204" pitchFamily="34" charset="0"/>
                </a:endParaRPr>
              </a:p>
            </p:txBody>
          </p:sp>
          <p:cxnSp>
            <p:nvCxnSpPr>
              <p:cNvPr id="27" name="Straight Arrow Connector 26"/>
              <p:cNvCxnSpPr>
                <a:stCxn id="21" idx="3"/>
                <a:endCxn id="24" idx="2"/>
              </p:cNvCxnSpPr>
              <p:nvPr/>
            </p:nvCxnSpPr>
            <p:spPr>
              <a:xfrm flipV="1">
                <a:off x="2026954" y="1082233"/>
                <a:ext cx="405481" cy="2585"/>
              </a:xfrm>
              <a:prstGeom prst="straightConnector1">
                <a:avLst/>
              </a:prstGeom>
              <a:ln w="34925">
                <a:headEnd type="arrow"/>
                <a:tailEnd type="non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4" idx="5"/>
                <a:endCxn id="22" idx="1"/>
              </p:cNvCxnSpPr>
              <p:nvPr/>
            </p:nvCxnSpPr>
            <p:spPr>
              <a:xfrm>
                <a:off x="3843635" y="1082233"/>
                <a:ext cx="405481" cy="2585"/>
              </a:xfrm>
              <a:prstGeom prst="straightConnector1">
                <a:avLst/>
              </a:prstGeom>
              <a:ln w="34925">
                <a:headEnd type="arrow"/>
                <a:tailEnd type="non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2" idx="3"/>
                <a:endCxn id="25" idx="2"/>
              </p:cNvCxnSpPr>
              <p:nvPr/>
            </p:nvCxnSpPr>
            <p:spPr>
              <a:xfrm flipV="1">
                <a:off x="5473116" y="1082233"/>
                <a:ext cx="405481" cy="2585"/>
              </a:xfrm>
              <a:prstGeom prst="straightConnector1">
                <a:avLst/>
              </a:prstGeom>
              <a:ln w="34925">
                <a:headEnd type="arrow"/>
                <a:tailEnd type="non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25" idx="5"/>
                <a:endCxn id="23" idx="1"/>
              </p:cNvCxnSpPr>
              <p:nvPr/>
            </p:nvCxnSpPr>
            <p:spPr>
              <a:xfrm>
                <a:off x="7289797" y="1082233"/>
                <a:ext cx="405481" cy="2585"/>
              </a:xfrm>
              <a:prstGeom prst="straightConnector1">
                <a:avLst/>
              </a:prstGeom>
              <a:ln w="34925">
                <a:headEnd type="arrow"/>
                <a:tailEnd type="none"/>
              </a:ln>
            </p:spPr>
            <p:style>
              <a:lnRef idx="1">
                <a:schemeClr val="accent1"/>
              </a:lnRef>
              <a:fillRef idx="0">
                <a:schemeClr val="accent1"/>
              </a:fillRef>
              <a:effectRef idx="0">
                <a:schemeClr val="accent1"/>
              </a:effectRef>
              <a:fontRef idx="minor">
                <a:schemeClr val="tx1"/>
              </a:fontRef>
            </p:style>
          </p:cxnSp>
        </p:grpSp>
        <p:cxnSp>
          <p:nvCxnSpPr>
            <p:cNvPr id="20" name="Straight Arrow Connector 19"/>
            <p:cNvCxnSpPr>
              <a:stCxn id="21" idx="1"/>
              <a:endCxn id="26" idx="5"/>
            </p:cNvCxnSpPr>
            <p:nvPr/>
          </p:nvCxnSpPr>
          <p:spPr>
            <a:xfrm flipH="1">
              <a:off x="2687158" y="1359138"/>
              <a:ext cx="412780" cy="2586"/>
            </a:xfrm>
            <a:prstGeom prst="straightConnector1">
              <a:avLst/>
            </a:prstGeom>
            <a:ln w="34925">
              <a:tailEnd type="arrow"/>
            </a:ln>
          </p:spPr>
          <p:style>
            <a:lnRef idx="1">
              <a:schemeClr val="accent1"/>
            </a:lnRef>
            <a:fillRef idx="0">
              <a:schemeClr val="accent1"/>
            </a:fillRef>
            <a:effectRef idx="0">
              <a:schemeClr val="accent1"/>
            </a:effectRef>
            <a:fontRef idx="minor">
              <a:schemeClr val="tx1"/>
            </a:fontRef>
          </p:style>
        </p:cxnSp>
      </p:grpSp>
      <p:pic>
        <p:nvPicPr>
          <p:cNvPr id="4" name="Picture 3" descr="A computer screen shot of a program&#10;&#10;AI-generated content may be incorrect.">
            <a:extLst>
              <a:ext uri="{FF2B5EF4-FFF2-40B4-BE49-F238E27FC236}">
                <a16:creationId xmlns:a16="http://schemas.microsoft.com/office/drawing/2014/main" id="{93D920C0-FEB0-BCA4-2B3A-20C62CE80790}"/>
              </a:ext>
            </a:extLst>
          </p:cNvPr>
          <p:cNvPicPr>
            <a:picLocks noChangeAspect="1"/>
          </p:cNvPicPr>
          <p:nvPr/>
        </p:nvPicPr>
        <p:blipFill>
          <a:blip r:embed="rId2"/>
          <a:stretch>
            <a:fillRect/>
          </a:stretch>
        </p:blipFill>
        <p:spPr>
          <a:xfrm>
            <a:off x="367723" y="2307645"/>
            <a:ext cx="5572287" cy="3920911"/>
          </a:xfrm>
          <a:prstGeom prst="rect">
            <a:avLst/>
          </a:prstGeom>
        </p:spPr>
      </p:pic>
    </p:spTree>
    <p:extLst>
      <p:ext uri="{BB962C8B-B14F-4D97-AF65-F5344CB8AC3E}">
        <p14:creationId xmlns:p14="http://schemas.microsoft.com/office/powerpoint/2010/main" val="129890014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F4D20F-F0B8-576D-16A0-459015483E69}"/>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78B44F0-6847-BF60-A885-8B7BE7535F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77A25D00-8625-0C43-AD07-6A010D3BE2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8" name="Rectangle 17">
              <a:extLst>
                <a:ext uri="{FF2B5EF4-FFF2-40B4-BE49-F238E27FC236}">
                  <a16:creationId xmlns:a16="http://schemas.microsoft.com/office/drawing/2014/main" id="{C62AF56E-2F4E-136B-B5C6-F9C149A2E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862273F-C278-AAE4-4731-7855164B1D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1096F46-BA19-33A4-3D48-936E937611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77781C83-F24C-D6D3-5ACF-A22BDEF8EB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25F3D96A-8386-1EBA-055A-40C34C602DB5}"/>
              </a:ext>
            </a:extLst>
          </p:cNvPr>
          <p:cNvSpPr>
            <a:spLocks noGrp="1"/>
          </p:cNvSpPr>
          <p:nvPr>
            <p:ph type="title"/>
          </p:nvPr>
        </p:nvSpPr>
        <p:spPr>
          <a:xfrm>
            <a:off x="1043631" y="809898"/>
            <a:ext cx="9942716" cy="1554480"/>
          </a:xfrm>
        </p:spPr>
        <p:txBody>
          <a:bodyPr anchor="ctr">
            <a:normAutofit/>
          </a:bodyPr>
          <a:lstStyle/>
          <a:p>
            <a:r>
              <a:rPr lang="en-US" sz="4800" dirty="0"/>
              <a:t>Character Encoding</a:t>
            </a:r>
          </a:p>
        </p:txBody>
      </p:sp>
      <p:cxnSp>
        <p:nvCxnSpPr>
          <p:cNvPr id="24" name="Straight Connector 23">
            <a:extLst>
              <a:ext uri="{FF2B5EF4-FFF2-40B4-BE49-F238E27FC236}">
                <a16:creationId xmlns:a16="http://schemas.microsoft.com/office/drawing/2014/main" id="{E26CC6D3-597B-C228-C410-8CC74F8A4B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Slide Number Placeholder 9">
            <a:extLst>
              <a:ext uri="{FF2B5EF4-FFF2-40B4-BE49-F238E27FC236}">
                <a16:creationId xmlns:a16="http://schemas.microsoft.com/office/drawing/2014/main" id="{B720F625-EF00-0CEC-CB57-B8B2CE335778}"/>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18</a:t>
            </a:fld>
            <a:endParaRPr lang="en-US"/>
          </a:p>
        </p:txBody>
      </p:sp>
      <p:sp>
        <p:nvSpPr>
          <p:cNvPr id="4" name="Content Placeholder 2"/>
          <p:cNvSpPr txBox="1">
            <a:spLocks/>
          </p:cNvSpPr>
          <p:nvPr/>
        </p:nvSpPr>
        <p:spPr>
          <a:xfrm>
            <a:off x="1031966" y="3122024"/>
            <a:ext cx="10412472" cy="29912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Tx/>
            </a:pPr>
            <a:r>
              <a:rPr lang="en-US" dirty="0"/>
              <a:t>Communication requires uniform coding:</a:t>
            </a:r>
          </a:p>
          <a:p>
            <a:pPr lvl="1">
              <a:buClrTx/>
            </a:pPr>
            <a:r>
              <a:rPr lang="en-US" dirty="0"/>
              <a:t>Transferring large objects over streams of bytes requires to encode them.</a:t>
            </a:r>
          </a:p>
          <a:p>
            <a:pPr lvl="1">
              <a:buClrTx/>
            </a:pPr>
            <a:r>
              <a:rPr lang="en-US" dirty="0"/>
              <a:t>Different environment can use different symbols representation. </a:t>
            </a:r>
          </a:p>
          <a:p>
            <a:pPr lvl="1">
              <a:buClrTx/>
            </a:pPr>
            <a:r>
              <a:rPr lang="en-US" dirty="0"/>
              <a:t>Remember, only the char values 0-127 are shared between all encodings</a:t>
            </a:r>
          </a:p>
          <a:p>
            <a:pPr lvl="2">
              <a:buClrTx/>
            </a:pPr>
            <a:r>
              <a:rPr lang="en-US" b="1" dirty="0"/>
              <a:t>0–31: </a:t>
            </a:r>
            <a:r>
              <a:rPr lang="en-US" dirty="0"/>
              <a:t>Control characters (e.g., NULL, newline, tab)</a:t>
            </a:r>
          </a:p>
          <a:p>
            <a:pPr lvl="2">
              <a:buClrTx/>
            </a:pPr>
            <a:r>
              <a:rPr lang="en-US" b="1" dirty="0"/>
              <a:t>32–126:</a:t>
            </a:r>
            <a:r>
              <a:rPr lang="en-US" dirty="0"/>
              <a:t> Printable characters (e.g., letters, digits, punctuation)</a:t>
            </a:r>
          </a:p>
          <a:p>
            <a:pPr lvl="2">
              <a:buClrTx/>
            </a:pPr>
            <a:r>
              <a:rPr lang="en-US" b="1" dirty="0"/>
              <a:t>127:</a:t>
            </a:r>
            <a:r>
              <a:rPr lang="en-US" dirty="0"/>
              <a:t> The DEL (delete) control character - deprecated</a:t>
            </a:r>
          </a:p>
          <a:p>
            <a:pPr>
              <a:buClrTx/>
            </a:pPr>
            <a:endParaRPr lang="en-US" dirty="0"/>
          </a:p>
          <a:p>
            <a:pPr>
              <a:buClrTx/>
            </a:pPr>
            <a:endParaRPr lang="en-US" dirty="0"/>
          </a:p>
          <a:p>
            <a:pPr>
              <a:buClrTx/>
            </a:pPr>
            <a:endParaRPr lang="en-US" dirty="0"/>
          </a:p>
        </p:txBody>
      </p:sp>
    </p:spTree>
    <p:extLst>
      <p:ext uri="{BB962C8B-B14F-4D97-AF65-F5344CB8AC3E}">
        <p14:creationId xmlns:p14="http://schemas.microsoft.com/office/powerpoint/2010/main" val="41683349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B2E6EA-1DBD-5B6E-427F-603267B089B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0A14051-1BDA-1550-827D-E33F7DFE4B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DA1A5020-76BB-E446-2392-D089738673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8" name="Rectangle 17">
              <a:extLst>
                <a:ext uri="{FF2B5EF4-FFF2-40B4-BE49-F238E27FC236}">
                  <a16:creationId xmlns:a16="http://schemas.microsoft.com/office/drawing/2014/main" id="{B3CB63D0-6364-1DAF-00A0-7B4CA296E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67D381C-D8F7-4B5F-B622-8317DD0737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1683BF1-9ED8-797F-149A-1407527ED5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39F69BB3-D23C-E674-4081-260DE12310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2EB998D5-181B-CF30-0EC4-689C45BED6B0}"/>
              </a:ext>
            </a:extLst>
          </p:cNvPr>
          <p:cNvSpPr>
            <a:spLocks noGrp="1"/>
          </p:cNvSpPr>
          <p:nvPr>
            <p:ph type="title"/>
          </p:nvPr>
        </p:nvSpPr>
        <p:spPr>
          <a:xfrm>
            <a:off x="1043631" y="809898"/>
            <a:ext cx="9942716" cy="1554480"/>
          </a:xfrm>
        </p:spPr>
        <p:txBody>
          <a:bodyPr anchor="ctr">
            <a:normAutofit/>
          </a:bodyPr>
          <a:lstStyle/>
          <a:p>
            <a:r>
              <a:rPr lang="en-US" sz="4800" dirty="0"/>
              <a:t>Character Encoding</a:t>
            </a:r>
          </a:p>
        </p:txBody>
      </p:sp>
      <p:cxnSp>
        <p:nvCxnSpPr>
          <p:cNvPr id="24" name="Straight Connector 23">
            <a:extLst>
              <a:ext uri="{FF2B5EF4-FFF2-40B4-BE49-F238E27FC236}">
                <a16:creationId xmlns:a16="http://schemas.microsoft.com/office/drawing/2014/main" id="{CDB4BFDA-78C2-AEA3-0A4C-4526B9D54D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Slide Number Placeholder 9">
            <a:extLst>
              <a:ext uri="{FF2B5EF4-FFF2-40B4-BE49-F238E27FC236}">
                <a16:creationId xmlns:a16="http://schemas.microsoft.com/office/drawing/2014/main" id="{D98287E1-8C72-AB91-809F-2D28913B8EFC}"/>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19</a:t>
            </a:fld>
            <a:endParaRPr lang="en-US"/>
          </a:p>
        </p:txBody>
      </p:sp>
      <p:sp>
        <p:nvSpPr>
          <p:cNvPr id="2" name="Slide Number Placeholder 5">
            <a:extLst>
              <a:ext uri="{FF2B5EF4-FFF2-40B4-BE49-F238E27FC236}">
                <a16:creationId xmlns:a16="http://schemas.microsoft.com/office/drawing/2014/main" id="{4DA58CA5-33B6-5089-BB28-FB4FEB9764BD}"/>
              </a:ext>
            </a:extLst>
          </p:cNvPr>
          <p:cNvSpPr txBox="1">
            <a:spLocks/>
          </p:cNvSpPr>
          <p:nvPr/>
        </p:nvSpPr>
        <p:spPr>
          <a:xfrm>
            <a:off x="9006840" y="6034424"/>
            <a:ext cx="2743200" cy="365125"/>
          </a:xfrm>
          <a:prstGeom prst="rect">
            <a:avLst/>
          </a:prstGeom>
        </p:spPr>
        <p:txBody>
          <a:bodyPr vert="horz" lIns="91440" tIns="45720" rIns="91440" bIns="45720" rtlCol="0" anchor="ctr">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tx1">
                    <a:tint val="75000"/>
                  </a:schemeClr>
                </a:solidFill>
                <a:latin typeface="Calibri" panose="020F0502020204030204" pitchFamily="34" charset="0"/>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2951E007-95BD-4179-9F64-0AC30A6B97F9}" type="slidenum">
              <a:rPr lang="en-US" smtClean="0"/>
              <a:pPr/>
              <a:t>19</a:t>
            </a:fld>
            <a:endParaRPr lang="en-US"/>
          </a:p>
        </p:txBody>
      </p:sp>
      <p:grpSp>
        <p:nvGrpSpPr>
          <p:cNvPr id="7" name="Group 6"/>
          <p:cNvGrpSpPr/>
          <p:nvPr/>
        </p:nvGrpSpPr>
        <p:grpSpPr>
          <a:xfrm>
            <a:off x="1404749" y="2998381"/>
            <a:ext cx="9187074" cy="1351550"/>
            <a:chOff x="1328549" y="2344947"/>
            <a:chExt cx="9187074" cy="1351550"/>
          </a:xfrm>
        </p:grpSpPr>
        <p:sp>
          <p:nvSpPr>
            <p:cNvPr id="5" name="TextBox 4"/>
            <p:cNvSpPr txBox="1"/>
            <p:nvPr/>
          </p:nvSpPr>
          <p:spPr>
            <a:xfrm>
              <a:off x="1328549" y="2646183"/>
              <a:ext cx="9187074" cy="1050314"/>
            </a:xfrm>
            <a:prstGeom prst="rect">
              <a:avLst/>
            </a:prstGeom>
            <a:solidFill>
              <a:schemeClr val="accent6">
                <a:lumMod val="20000"/>
                <a:lumOff val="80000"/>
              </a:schemeClr>
            </a:solidFill>
            <a:ln>
              <a:solidFill>
                <a:schemeClr val="accent1"/>
              </a:solidFill>
            </a:ln>
          </p:spPr>
          <p:txBody>
            <a:bodyPr wrap="square" lIns="91440" tIns="0" rIns="0" bIns="0" rtlCol="1">
              <a:noAutofit/>
            </a:bodyPr>
            <a:lstStyle/>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err="1">
                  <a:solidFill>
                    <a:srgbClr val="000000"/>
                  </a:solidFill>
                  <a:latin typeface="Calibri" panose="020F0502020204030204" pitchFamily="34" charset="0"/>
                  <a:ea typeface="Calibri"/>
                  <a:cs typeface="Calibri" panose="020F0502020204030204" pitchFamily="34" charset="0"/>
                </a:rPr>
                <a:t>bufferIn</a:t>
              </a:r>
              <a:r>
                <a:rPr lang="en-US" sz="1600" dirty="0">
                  <a:solidFill>
                    <a:srgbClr val="000000"/>
                  </a:solidFill>
                  <a:latin typeface="Calibri" panose="020F0502020204030204" pitchFamily="34" charset="0"/>
                  <a:ea typeface="Calibri"/>
                  <a:cs typeface="Calibri" panose="020F0502020204030204" pitchFamily="34" charset="0"/>
                </a:rPr>
                <a:t> = </a:t>
              </a:r>
              <a:r>
                <a:rPr lang="en-US" sz="1600" dirty="0">
                  <a:solidFill>
                    <a:srgbClr val="000080"/>
                  </a:solidFill>
                  <a:latin typeface="Calibri" panose="020F0502020204030204" pitchFamily="34" charset="0"/>
                  <a:ea typeface="Calibri"/>
                  <a:cs typeface="Calibri" panose="020F0502020204030204" pitchFamily="34" charset="0"/>
                </a:rPr>
                <a:t>new </a:t>
              </a:r>
              <a:r>
                <a:rPr lang="en-US" sz="1600" dirty="0" err="1">
                  <a:solidFill>
                    <a:srgbClr val="000000"/>
                  </a:solidFill>
                  <a:latin typeface="Calibri" panose="020F0502020204030204" pitchFamily="34" charset="0"/>
                  <a:ea typeface="Calibri"/>
                  <a:cs typeface="Calibri" panose="020F0502020204030204" pitchFamily="34" charset="0"/>
                </a:rPr>
                <a:t>BufferedReader</a:t>
              </a:r>
              <a:r>
                <a:rPr lang="en-US" sz="1600" dirty="0">
                  <a:solidFill>
                    <a:srgbClr val="000000"/>
                  </a:solidFill>
                  <a:latin typeface="Calibri" panose="020F0502020204030204" pitchFamily="34" charset="0"/>
                  <a:ea typeface="Calibri"/>
                  <a:cs typeface="Calibri" panose="020F0502020204030204" pitchFamily="34" charset="0"/>
                </a:rPr>
                <a:t>(</a:t>
              </a:r>
              <a:r>
                <a:rPr lang="en-US" sz="1600" dirty="0">
                  <a:solidFill>
                    <a:srgbClr val="000080"/>
                  </a:solidFill>
                  <a:latin typeface="Calibri" panose="020F0502020204030204" pitchFamily="34" charset="0"/>
                  <a:ea typeface="Calibri"/>
                  <a:cs typeface="Calibri" panose="020F0502020204030204" pitchFamily="34" charset="0"/>
                </a:rPr>
                <a:t>new </a:t>
              </a:r>
              <a:r>
                <a:rPr lang="en-US" sz="1600" dirty="0" err="1">
                  <a:solidFill>
                    <a:srgbClr val="000000"/>
                  </a:solidFill>
                  <a:latin typeface="Calibri" panose="020F0502020204030204" pitchFamily="34" charset="0"/>
                  <a:ea typeface="Calibri"/>
                  <a:cs typeface="Calibri" panose="020F0502020204030204" pitchFamily="34" charset="0"/>
                </a:rPr>
                <a:t>InputStreamReader</a:t>
              </a:r>
              <a:r>
                <a:rPr lang="en-US" sz="1600" dirty="0">
                  <a:solidFill>
                    <a:srgbClr val="000000"/>
                  </a:solidFill>
                  <a:latin typeface="Calibri" panose="020F0502020204030204" pitchFamily="34" charset="0"/>
                  <a:ea typeface="Calibri"/>
                  <a:cs typeface="Calibri" panose="020F0502020204030204" pitchFamily="34" charset="0"/>
                </a:rPr>
                <a:t>(</a:t>
              </a:r>
              <a:r>
                <a:rPr lang="en-US" sz="1600" dirty="0" err="1">
                  <a:solidFill>
                    <a:srgbClr val="000000"/>
                  </a:solidFill>
                  <a:latin typeface="Calibri" panose="020F0502020204030204" pitchFamily="34" charset="0"/>
                  <a:ea typeface="Calibri"/>
                  <a:cs typeface="Calibri" panose="020F0502020204030204" pitchFamily="34" charset="0"/>
                </a:rPr>
                <a:t>clientSocket.getInputStream</a:t>
              </a:r>
              <a:r>
                <a:rPr lang="en-US" sz="1600" dirty="0">
                  <a:solidFill>
                    <a:srgbClr val="000000"/>
                  </a:solidFill>
                  <a:latin typeface="Calibri" panose="020F0502020204030204" pitchFamily="34" charset="0"/>
                  <a:ea typeface="Calibri"/>
                  <a:cs typeface="Calibri" panose="020F0502020204030204" pitchFamily="34" charset="0"/>
                </a:rPr>
                <a:t>(),</a:t>
              </a:r>
              <a:r>
                <a:rPr lang="en-US" sz="1600" b="1" dirty="0">
                  <a:solidFill>
                    <a:srgbClr val="03800F"/>
                  </a:solidFill>
                  <a:latin typeface="Calibri" panose="020F0502020204030204" pitchFamily="34" charset="0"/>
                  <a:ea typeface="Calibri"/>
                  <a:cs typeface="Calibri" panose="020F0502020204030204" pitchFamily="34" charset="0"/>
                </a:rPr>
                <a:t>"UTF-8"</a:t>
              </a:r>
              <a:r>
                <a:rPr lang="en-US" sz="1600" dirty="0">
                  <a:solidFill>
                    <a:srgbClr val="000000"/>
                  </a:solidFill>
                  <a:latin typeface="Calibri" panose="020F0502020204030204" pitchFamily="34" charset="0"/>
                  <a:ea typeface="Calibri"/>
                  <a:cs typeface="Calibri" panose="020F0502020204030204" pitchFamily="34" charset="0"/>
                </a:rPr>
                <a:t>));</a:t>
              </a:r>
              <a:br>
                <a:rPr lang="en-US" sz="1600" dirty="0">
                  <a:solidFill>
                    <a:srgbClr val="000000"/>
                  </a:solidFill>
                  <a:latin typeface="Calibri" panose="020F0502020204030204" pitchFamily="34" charset="0"/>
                  <a:ea typeface="Calibri"/>
                  <a:cs typeface="Calibri" panose="020F0502020204030204" pitchFamily="34" charset="0"/>
                </a:rPr>
              </a:br>
              <a:br>
                <a:rPr lang="en-US" sz="1600" dirty="0">
                  <a:solidFill>
                    <a:srgbClr val="000000"/>
                  </a:solidFill>
                  <a:latin typeface="Calibri" panose="020F0502020204030204" pitchFamily="34" charset="0"/>
                  <a:ea typeface="Calibri"/>
                  <a:cs typeface="Calibri" panose="020F0502020204030204" pitchFamily="34" charset="0"/>
                </a:rPr>
              </a:br>
              <a:r>
                <a:rPr lang="en-US" sz="1600" dirty="0" err="1">
                  <a:solidFill>
                    <a:srgbClr val="000000"/>
                  </a:solidFill>
                  <a:latin typeface="Calibri" panose="020F0502020204030204" pitchFamily="34" charset="0"/>
                  <a:ea typeface="Calibri"/>
                  <a:cs typeface="Calibri" panose="020F0502020204030204" pitchFamily="34" charset="0"/>
                </a:rPr>
                <a:t>writerOut</a:t>
              </a:r>
              <a:r>
                <a:rPr lang="en-US" sz="1600" dirty="0">
                  <a:solidFill>
                    <a:srgbClr val="000000"/>
                  </a:solidFill>
                  <a:latin typeface="Calibri" panose="020F0502020204030204" pitchFamily="34" charset="0"/>
                  <a:ea typeface="Calibri"/>
                  <a:cs typeface="Calibri" panose="020F0502020204030204" pitchFamily="34" charset="0"/>
                </a:rPr>
                <a:t> = </a:t>
              </a:r>
              <a:r>
                <a:rPr lang="en-US" sz="1600" dirty="0">
                  <a:solidFill>
                    <a:srgbClr val="000080"/>
                  </a:solidFill>
                  <a:latin typeface="Calibri" panose="020F0502020204030204" pitchFamily="34" charset="0"/>
                  <a:ea typeface="Calibri"/>
                  <a:cs typeface="Calibri" panose="020F0502020204030204" pitchFamily="34" charset="0"/>
                </a:rPr>
                <a:t>new </a:t>
              </a:r>
              <a:r>
                <a:rPr lang="en-US" sz="1600" dirty="0" err="1">
                  <a:solidFill>
                    <a:srgbClr val="000000"/>
                  </a:solidFill>
                  <a:latin typeface="Calibri" panose="020F0502020204030204" pitchFamily="34" charset="0"/>
                  <a:ea typeface="Calibri"/>
                  <a:cs typeface="Calibri" panose="020F0502020204030204" pitchFamily="34" charset="0"/>
                </a:rPr>
                <a:t>PrintWriter</a:t>
              </a:r>
              <a:r>
                <a:rPr lang="en-US" sz="1600" dirty="0">
                  <a:solidFill>
                    <a:srgbClr val="000000"/>
                  </a:solidFill>
                  <a:latin typeface="Calibri" panose="020F0502020204030204" pitchFamily="34" charset="0"/>
                  <a:ea typeface="Calibri"/>
                  <a:cs typeface="Calibri" panose="020F0502020204030204" pitchFamily="34" charset="0"/>
                </a:rPr>
                <a:t>(</a:t>
              </a:r>
              <a:r>
                <a:rPr lang="en-US" sz="1600" dirty="0">
                  <a:solidFill>
                    <a:srgbClr val="000080"/>
                  </a:solidFill>
                  <a:latin typeface="Calibri" panose="020F0502020204030204" pitchFamily="34" charset="0"/>
                  <a:ea typeface="Calibri"/>
                  <a:cs typeface="Calibri" panose="020F0502020204030204" pitchFamily="34" charset="0"/>
                </a:rPr>
                <a:t>new </a:t>
              </a:r>
              <a:r>
                <a:rPr lang="en-US" sz="1600" dirty="0" err="1">
                  <a:solidFill>
                    <a:srgbClr val="000000"/>
                  </a:solidFill>
                  <a:latin typeface="Calibri" panose="020F0502020204030204" pitchFamily="34" charset="0"/>
                  <a:ea typeface="Calibri"/>
                  <a:cs typeface="Calibri" panose="020F0502020204030204" pitchFamily="34" charset="0"/>
                </a:rPr>
                <a:t>OutputStreamWriter</a:t>
              </a:r>
              <a:r>
                <a:rPr lang="en-US" sz="1600" dirty="0">
                  <a:solidFill>
                    <a:srgbClr val="000000"/>
                  </a:solidFill>
                  <a:latin typeface="Calibri" panose="020F0502020204030204" pitchFamily="34" charset="0"/>
                  <a:ea typeface="Calibri"/>
                  <a:cs typeface="Calibri" panose="020F0502020204030204" pitchFamily="34" charset="0"/>
                </a:rPr>
                <a:t>(</a:t>
              </a:r>
              <a:r>
                <a:rPr lang="en-US" sz="1600" dirty="0" err="1">
                  <a:solidFill>
                    <a:srgbClr val="000000"/>
                  </a:solidFill>
                  <a:latin typeface="Calibri" panose="020F0502020204030204" pitchFamily="34" charset="0"/>
                  <a:ea typeface="Calibri"/>
                  <a:cs typeface="Calibri" panose="020F0502020204030204" pitchFamily="34" charset="0"/>
                </a:rPr>
                <a:t>clientSocket.getOutputStream</a:t>
              </a:r>
              <a:r>
                <a:rPr lang="en-US" sz="1600" dirty="0">
                  <a:solidFill>
                    <a:srgbClr val="000000"/>
                  </a:solidFill>
                  <a:latin typeface="Calibri" panose="020F0502020204030204" pitchFamily="34" charset="0"/>
                  <a:ea typeface="Calibri"/>
                  <a:cs typeface="Calibri" panose="020F0502020204030204" pitchFamily="34" charset="0"/>
                </a:rPr>
                <a:t>(), </a:t>
              </a:r>
              <a:r>
                <a:rPr lang="en-US" sz="1600" b="1" dirty="0">
                  <a:solidFill>
                    <a:srgbClr val="03800F"/>
                  </a:solidFill>
                  <a:latin typeface="Calibri" panose="020F0502020204030204" pitchFamily="34" charset="0"/>
                  <a:ea typeface="Calibri"/>
                  <a:cs typeface="Calibri" panose="020F0502020204030204" pitchFamily="34" charset="0"/>
                </a:rPr>
                <a:t>"UTF-8"</a:t>
              </a:r>
              <a:r>
                <a:rPr lang="en-US" sz="1600" dirty="0">
                  <a:solidFill>
                    <a:srgbClr val="000000"/>
                  </a:solidFill>
                  <a:latin typeface="Calibri" panose="020F0502020204030204" pitchFamily="34" charset="0"/>
                  <a:ea typeface="Calibri"/>
                  <a:cs typeface="Calibri" panose="020F0502020204030204" pitchFamily="34" charset="0"/>
                </a:rPr>
                <a:t>), </a:t>
              </a:r>
              <a:r>
                <a:rPr lang="en-US" sz="1600" dirty="0">
                  <a:solidFill>
                    <a:srgbClr val="000080"/>
                  </a:solidFill>
                  <a:latin typeface="Calibri" panose="020F0502020204030204" pitchFamily="34" charset="0"/>
                  <a:ea typeface="Calibri"/>
                  <a:cs typeface="Calibri" panose="020F0502020204030204" pitchFamily="34" charset="0"/>
                </a:rPr>
                <a:t>true</a:t>
              </a:r>
              <a:r>
                <a:rPr lang="en-US" sz="1600" dirty="0">
                  <a:solidFill>
                    <a:srgbClr val="000000"/>
                  </a:solidFill>
                  <a:latin typeface="Calibri" panose="020F0502020204030204" pitchFamily="34" charset="0"/>
                  <a:ea typeface="Calibri"/>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3" name="TextBox 2"/>
            <p:cNvSpPr txBox="1"/>
            <p:nvPr/>
          </p:nvSpPr>
          <p:spPr>
            <a:xfrm>
              <a:off x="1328549" y="2344947"/>
              <a:ext cx="1799617" cy="307777"/>
            </a:xfrm>
            <a:prstGeom prst="rect">
              <a:avLst/>
            </a:prstGeom>
            <a:noFill/>
          </p:spPr>
          <p:txBody>
            <a:bodyPr wrap="square" rtlCol="1">
              <a:spAutoFit/>
            </a:bodyPr>
            <a:lstStyle/>
            <a:p>
              <a:r>
                <a:rPr lang="en-US" dirty="0">
                  <a:latin typeface="Calibri" panose="020F0502020204030204" pitchFamily="34" charset="0"/>
                  <a:ea typeface="Calibri" panose="020F0502020204030204" pitchFamily="34" charset="0"/>
                  <a:cs typeface="Calibri" panose="020F0502020204030204" pitchFamily="34" charset="0"/>
                </a:rPr>
                <a:t>In java</a:t>
              </a:r>
              <a:endParaRPr lang="he-IL" dirty="0">
                <a:latin typeface="Calibri" panose="020F0502020204030204" pitchFamily="34" charset="0"/>
                <a:ea typeface="Calibri" panose="020F0502020204030204" pitchFamily="34" charset="0"/>
                <a:cs typeface="Calibri" panose="020F0502020204030204" pitchFamily="34" charset="0"/>
              </a:endParaRPr>
            </a:p>
          </p:txBody>
        </p:sp>
      </p:grpSp>
      <p:grpSp>
        <p:nvGrpSpPr>
          <p:cNvPr id="8" name="Group 7"/>
          <p:cNvGrpSpPr/>
          <p:nvPr/>
        </p:nvGrpSpPr>
        <p:grpSpPr>
          <a:xfrm>
            <a:off x="1411229" y="4648893"/>
            <a:ext cx="9187074" cy="1351550"/>
            <a:chOff x="1328549" y="2344947"/>
            <a:chExt cx="9187074" cy="1351550"/>
          </a:xfrm>
        </p:grpSpPr>
        <p:sp>
          <p:nvSpPr>
            <p:cNvPr id="9" name="TextBox 8"/>
            <p:cNvSpPr txBox="1"/>
            <p:nvPr/>
          </p:nvSpPr>
          <p:spPr>
            <a:xfrm>
              <a:off x="1328549" y="2646183"/>
              <a:ext cx="9187074" cy="1050314"/>
            </a:xfrm>
            <a:prstGeom prst="rect">
              <a:avLst/>
            </a:prstGeom>
            <a:noFill/>
            <a:ln>
              <a:solidFill>
                <a:schemeClr val="accent1"/>
              </a:solidFill>
            </a:ln>
          </p:spPr>
          <p:txBody>
            <a:bodyPr wrap="square" lIns="91440" tIns="0" rIns="0" bIns="0" rtlCol="1">
              <a:noAutofit/>
            </a:bodyPr>
            <a:lstStyle/>
            <a:p>
              <a:pPr>
                <a:lnSpc>
                  <a:spcPct val="15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latin typeface="Calibri" panose="020F0502020204030204" pitchFamily="34" charset="0"/>
                  <a:ea typeface="Calibri" panose="020F0502020204030204" pitchFamily="34" charset="0"/>
                  <a:cs typeface="Calibri" panose="020F0502020204030204" pitchFamily="34" charset="0"/>
                </a:rPr>
                <a:t>Use the -D flag  (Syntax: -D&lt;name&gt;=&lt;value&gt; set a system property)</a:t>
              </a:r>
            </a:p>
            <a:p>
              <a:pPr>
                <a:lnSpc>
                  <a:spcPct val="15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latin typeface="Calibri" panose="020F0502020204030204" pitchFamily="34" charset="0"/>
                  <a:ea typeface="Calibri" panose="020F0502020204030204" pitchFamily="34" charset="0"/>
                  <a:cs typeface="Calibri" panose="020F0502020204030204" pitchFamily="34" charset="0"/>
                </a:rPr>
                <a:t>                             C:\&gt;  </a:t>
              </a:r>
              <a:r>
                <a:rPr lang="en-US" sz="1600" dirty="0">
                  <a:solidFill>
                    <a:srgbClr val="0000FF"/>
                  </a:solidFill>
                  <a:latin typeface="Calibri" panose="020F0502020204030204" pitchFamily="34" charset="0"/>
                  <a:ea typeface="Calibri" panose="020F0502020204030204" pitchFamily="34" charset="0"/>
                  <a:cs typeface="Calibri" panose="020F0502020204030204" pitchFamily="34" charset="0"/>
                </a:rPr>
                <a:t>java </a:t>
              </a:r>
              <a:r>
                <a:rPr lang="en-US" sz="1600" b="1" dirty="0">
                  <a:solidFill>
                    <a:srgbClr val="0000FF"/>
                  </a:solidFill>
                  <a:latin typeface="Calibri" panose="020F0502020204030204" pitchFamily="34" charset="0"/>
                  <a:ea typeface="Calibri" panose="020F0502020204030204" pitchFamily="34" charset="0"/>
                  <a:cs typeface="Calibri" panose="020F0502020204030204" pitchFamily="34" charset="0"/>
                </a:rPr>
                <a:t>-</a:t>
              </a:r>
              <a:r>
                <a:rPr lang="en-US" sz="1600" b="1" dirty="0" err="1">
                  <a:solidFill>
                    <a:srgbClr val="0000FF"/>
                  </a:solidFill>
                  <a:latin typeface="Calibri" panose="020F0502020204030204" pitchFamily="34" charset="0"/>
                  <a:ea typeface="Calibri" panose="020F0502020204030204" pitchFamily="34" charset="0"/>
                  <a:cs typeface="Calibri" panose="020F0502020204030204" pitchFamily="34" charset="0"/>
                </a:rPr>
                <a:t>Dfile.encoding</a:t>
              </a:r>
              <a:r>
                <a:rPr lang="en-US" sz="1600" b="1" dirty="0">
                  <a:solidFill>
                    <a:srgbClr val="0000FF"/>
                  </a:solidFill>
                  <a:latin typeface="Calibri" panose="020F0502020204030204" pitchFamily="34" charset="0"/>
                  <a:ea typeface="Calibri" panose="020F0502020204030204" pitchFamily="34" charset="0"/>
                  <a:cs typeface="Calibri" panose="020F0502020204030204" pitchFamily="34" charset="0"/>
                </a:rPr>
                <a:t>=US-ASCII </a:t>
              </a:r>
              <a:r>
                <a:rPr lang="en-US" sz="1600" dirty="0" err="1">
                  <a:solidFill>
                    <a:srgbClr val="0000FF"/>
                  </a:solidFill>
                  <a:latin typeface="Calibri" panose="020F0502020204030204" pitchFamily="34" charset="0"/>
                  <a:ea typeface="Calibri" panose="020F0502020204030204" pitchFamily="34" charset="0"/>
                  <a:cs typeface="Calibri" panose="020F0502020204030204" pitchFamily="34" charset="0"/>
                </a:rPr>
                <a:t>LPServer</a:t>
              </a:r>
              <a:r>
                <a:rPr lang="en-US" sz="1600" dirty="0">
                  <a:solidFill>
                    <a:srgbClr val="0000FF"/>
                  </a:solidFill>
                  <a:latin typeface="Calibri" panose="020F0502020204030204" pitchFamily="34" charset="0"/>
                  <a:ea typeface="Calibri" panose="020F0502020204030204" pitchFamily="34" charset="0"/>
                  <a:cs typeface="Calibri" panose="020F0502020204030204" pitchFamily="34" charset="0"/>
                </a:rPr>
                <a:t> 4500</a:t>
              </a:r>
              <a:endParaRPr lang="en-US" sz="1600" dirty="0">
                <a:solidFill>
                  <a:srgbClr val="0000FF"/>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p:cNvSpPr txBox="1"/>
            <p:nvPr/>
          </p:nvSpPr>
          <p:spPr>
            <a:xfrm>
              <a:off x="1328549" y="2344947"/>
              <a:ext cx="2449031" cy="307777"/>
            </a:xfrm>
            <a:prstGeom prst="rect">
              <a:avLst/>
            </a:prstGeom>
            <a:noFill/>
          </p:spPr>
          <p:txBody>
            <a:bodyPr wrap="square" rtlCol="1">
              <a:spAutoFit/>
            </a:bodyPr>
            <a:lstStyle/>
            <a:p>
              <a:r>
                <a:rPr lang="en-US" dirty="0">
                  <a:latin typeface="Calibri" panose="020F0502020204030204" pitchFamily="34" charset="0"/>
                  <a:ea typeface="Calibri" panose="020F0502020204030204" pitchFamily="34" charset="0"/>
                  <a:cs typeface="Calibri" panose="020F0502020204030204" pitchFamily="34" charset="0"/>
                </a:rPr>
                <a:t>At the command line:</a:t>
              </a:r>
              <a:endParaRPr lang="he-IL" dirty="0">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4256653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90F291-FE3C-78BE-46CD-EE5552510324}"/>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AE744C3-40E1-5CD7-A22F-9D49ACCBC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BEC229CB-FD3C-8E61-9EF3-B927791779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8" name="Rectangle 17">
              <a:extLst>
                <a:ext uri="{FF2B5EF4-FFF2-40B4-BE49-F238E27FC236}">
                  <a16:creationId xmlns:a16="http://schemas.microsoft.com/office/drawing/2014/main" id="{742A0C71-6D0A-8697-80C5-DC313C31BF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71C0EC-4E13-A399-482E-82DC308EFB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499E330-E47D-019B-233B-9662D14E4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C60D5AAB-2B1C-8983-A0F1-8A51369077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412A3F97-825C-68D4-6E23-02622975B386}"/>
              </a:ext>
            </a:extLst>
          </p:cNvPr>
          <p:cNvSpPr>
            <a:spLocks noGrp="1"/>
          </p:cNvSpPr>
          <p:nvPr>
            <p:ph type="title"/>
          </p:nvPr>
        </p:nvSpPr>
        <p:spPr>
          <a:xfrm>
            <a:off x="1043631" y="809898"/>
            <a:ext cx="9942716" cy="1554480"/>
          </a:xfrm>
        </p:spPr>
        <p:txBody>
          <a:bodyPr anchor="ctr">
            <a:normAutofit/>
          </a:bodyPr>
          <a:lstStyle/>
          <a:p>
            <a:r>
              <a:rPr lang="en-US" sz="4800"/>
              <a:t>Overview</a:t>
            </a:r>
          </a:p>
        </p:txBody>
      </p:sp>
      <p:cxnSp>
        <p:nvCxnSpPr>
          <p:cNvPr id="24" name="Straight Connector 23">
            <a:extLst>
              <a:ext uri="{FF2B5EF4-FFF2-40B4-BE49-F238E27FC236}">
                <a16:creationId xmlns:a16="http://schemas.microsoft.com/office/drawing/2014/main" id="{F034DD54-A076-5707-8977-19F1604F20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Slide Number Placeholder 9">
            <a:extLst>
              <a:ext uri="{FF2B5EF4-FFF2-40B4-BE49-F238E27FC236}">
                <a16:creationId xmlns:a16="http://schemas.microsoft.com/office/drawing/2014/main" id="{6FB5A226-F6A7-CEA1-9DC1-DB5CF830564C}"/>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20</a:t>
            </a:fld>
            <a:endParaRPr lang="en-US"/>
          </a:p>
        </p:txBody>
      </p:sp>
      <p:sp>
        <p:nvSpPr>
          <p:cNvPr id="4" name="Content Placeholder 6">
            <a:extLst>
              <a:ext uri="{FF2B5EF4-FFF2-40B4-BE49-F238E27FC236}">
                <a16:creationId xmlns:a16="http://schemas.microsoft.com/office/drawing/2014/main" id="{9EE8ABA3-34E0-81F3-C52F-55D171352651}"/>
              </a:ext>
            </a:extLst>
          </p:cNvPr>
          <p:cNvSpPr txBox="1">
            <a:spLocks/>
          </p:cNvSpPr>
          <p:nvPr/>
        </p:nvSpPr>
        <p:spPr>
          <a:xfrm>
            <a:off x="1137705" y="3360082"/>
            <a:ext cx="9912234" cy="42446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Tx/>
            </a:pPr>
            <a:r>
              <a:rPr lang="en-US" sz="2400"/>
              <a:t>Introduction to networks</a:t>
            </a:r>
          </a:p>
          <a:p>
            <a:pPr>
              <a:buClrTx/>
            </a:pPr>
            <a:r>
              <a:rPr lang="en-US" sz="2400"/>
              <a:t>TCP &amp; UDP</a:t>
            </a:r>
          </a:p>
          <a:p>
            <a:pPr>
              <a:buClrTx/>
            </a:pPr>
            <a:r>
              <a:rPr lang="en-US" sz="2400"/>
              <a:t>Encoding &amp; Decoding</a:t>
            </a:r>
          </a:p>
          <a:p>
            <a:pPr>
              <a:buClrTx/>
            </a:pPr>
            <a:r>
              <a:rPr lang="en-US" sz="2400" b="1"/>
              <a:t>The Client-Server Model</a:t>
            </a:r>
            <a:endParaRPr lang="en-US" sz="2400" b="1" dirty="0"/>
          </a:p>
        </p:txBody>
      </p:sp>
    </p:spTree>
    <p:extLst>
      <p:ext uri="{BB962C8B-B14F-4D97-AF65-F5344CB8AC3E}">
        <p14:creationId xmlns:p14="http://schemas.microsoft.com/office/powerpoint/2010/main" val="116669663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3662" y="386930"/>
            <a:ext cx="10066122" cy="1298448"/>
          </a:xfrm>
        </p:spPr>
        <p:txBody>
          <a:bodyPr anchor="b">
            <a:normAutofit/>
          </a:bodyPr>
          <a:lstStyle/>
          <a:p>
            <a:r>
              <a:rPr lang="en-US" sz="4800"/>
              <a:t>Client-Server architecture</a:t>
            </a:r>
          </a:p>
        </p:txBody>
      </p:sp>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2"/>
          <p:cNvSpPr>
            <a:spLocks noGrp="1"/>
          </p:cNvSpPr>
          <p:nvPr>
            <p:ph idx="1"/>
          </p:nvPr>
        </p:nvSpPr>
        <p:spPr>
          <a:xfrm>
            <a:off x="793661" y="2599509"/>
            <a:ext cx="4530898" cy="3639450"/>
          </a:xfrm>
        </p:spPr>
        <p:txBody>
          <a:bodyPr anchor="ctr">
            <a:normAutofit/>
          </a:bodyPr>
          <a:lstStyle/>
          <a:p>
            <a:r>
              <a:rPr lang="en-US" sz="1700" dirty="0"/>
              <a:t>Client-Server model</a:t>
            </a:r>
          </a:p>
          <a:p>
            <a:r>
              <a:rPr lang="en-US" sz="1700" dirty="0"/>
              <a:t>TCP-connection</a:t>
            </a:r>
          </a:p>
          <a:p>
            <a:r>
              <a:rPr lang="en-US" sz="1700" dirty="0"/>
              <a:t>The server waits and reacts only to the initiative of the client.</a:t>
            </a:r>
          </a:p>
          <a:p>
            <a:r>
              <a:rPr lang="en-US" sz="1700" dirty="0"/>
              <a:t>The server creates a separate socket for each client</a:t>
            </a:r>
          </a:p>
          <a:p>
            <a:r>
              <a:rPr lang="en-US" sz="1700" dirty="0"/>
              <a:t>Servers should be built to maximize availability.</a:t>
            </a:r>
          </a:p>
        </p:txBody>
      </p:sp>
      <p:pic>
        <p:nvPicPr>
          <p:cNvPr id="6" name="Picture 4" descr="tcp_sockets.JP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80070" y="3127148"/>
            <a:ext cx="6118269" cy="2936768"/>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AF670409-1B8F-1EB6-D7C2-1C608CE31E90}"/>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21</a:t>
            </a:fld>
            <a:endParaRPr lang="en-US"/>
          </a:p>
        </p:txBody>
      </p:sp>
    </p:spTree>
    <p:extLst>
      <p:ext uri="{BB962C8B-B14F-4D97-AF65-F5344CB8AC3E}">
        <p14:creationId xmlns:p14="http://schemas.microsoft.com/office/powerpoint/2010/main" val="15505292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9" name="Rectangle 10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itle 1"/>
          <p:cNvSpPr>
            <a:spLocks noGrp="1"/>
          </p:cNvSpPr>
          <p:nvPr>
            <p:ph type="title"/>
          </p:nvPr>
        </p:nvSpPr>
        <p:spPr>
          <a:xfrm>
            <a:off x="793662" y="386930"/>
            <a:ext cx="10066122" cy="1298448"/>
          </a:xfrm>
        </p:spPr>
        <p:txBody>
          <a:bodyPr anchor="b">
            <a:normAutofit/>
          </a:bodyPr>
          <a:lstStyle/>
          <a:p>
            <a:r>
              <a:rPr lang="en-US" dirty="0"/>
              <a:t>Client-Server example</a:t>
            </a:r>
            <a:br>
              <a:rPr lang="en-US" dirty="0"/>
            </a:br>
            <a:r>
              <a:rPr lang="en-US" dirty="0"/>
              <a:t>Line Printer</a:t>
            </a:r>
          </a:p>
        </p:txBody>
      </p:sp>
      <p:sp>
        <p:nvSpPr>
          <p:cNvPr id="111" name="Rectangle 1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7B0048BA-7E63-38E4-888D-C769020CF3D1}"/>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22</a:t>
            </a:fld>
            <a:endParaRPr lang="en-US"/>
          </a:p>
        </p:txBody>
      </p:sp>
      <p:sp>
        <p:nvSpPr>
          <p:cNvPr id="2" name="Action Button: Help 1">
            <a:hlinkClick r:id="" action="ppaction://noaction" highlightClick="1"/>
          </p:cNvPr>
          <p:cNvSpPr/>
          <p:nvPr/>
        </p:nvSpPr>
        <p:spPr>
          <a:xfrm>
            <a:off x="11274567" y="6349340"/>
            <a:ext cx="440441" cy="401780"/>
          </a:xfrm>
          <a:prstGeom prst="actionButtonHelp">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cs typeface="Calibri" panose="020F0502020204030204" pitchFamily="34" charset="0"/>
            </a:endParaRPr>
          </a:p>
        </p:txBody>
      </p:sp>
      <p:grpSp>
        <p:nvGrpSpPr>
          <p:cNvPr id="104" name="Group 103"/>
          <p:cNvGrpSpPr/>
          <p:nvPr/>
        </p:nvGrpSpPr>
        <p:grpSpPr>
          <a:xfrm>
            <a:off x="355600" y="2801714"/>
            <a:ext cx="10369145" cy="3101246"/>
            <a:chOff x="619753" y="1401536"/>
            <a:chExt cx="10991222" cy="3526971"/>
          </a:xfrm>
        </p:grpSpPr>
        <p:grpSp>
          <p:nvGrpSpPr>
            <p:cNvPr id="90" name="Group 89"/>
            <p:cNvGrpSpPr/>
            <p:nvPr/>
          </p:nvGrpSpPr>
          <p:grpSpPr>
            <a:xfrm>
              <a:off x="619753" y="1401536"/>
              <a:ext cx="4632291" cy="3526971"/>
              <a:chOff x="619753" y="1401536"/>
              <a:chExt cx="4632291" cy="3526971"/>
            </a:xfrm>
          </p:grpSpPr>
          <p:grpSp>
            <p:nvGrpSpPr>
              <p:cNvPr id="85" name="Group 84"/>
              <p:cNvGrpSpPr/>
              <p:nvPr/>
            </p:nvGrpSpPr>
            <p:grpSpPr>
              <a:xfrm>
                <a:off x="619753" y="1401536"/>
                <a:ext cx="4632291" cy="3526971"/>
                <a:chOff x="743578" y="1306286"/>
                <a:chExt cx="4632291" cy="3526971"/>
              </a:xfrm>
            </p:grpSpPr>
            <p:sp>
              <p:nvSpPr>
                <p:cNvPr id="4" name="Flowchart: Alternate Process 3"/>
                <p:cNvSpPr/>
                <p:nvPr/>
              </p:nvSpPr>
              <p:spPr>
                <a:xfrm>
                  <a:off x="743578" y="1306286"/>
                  <a:ext cx="4632291" cy="3526971"/>
                </a:xfrm>
                <a:prstGeom prst="flowChartAlternateProcess">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cs typeface="Calibri" panose="020F0502020204030204" pitchFamily="34" charset="0"/>
                  </a:endParaRPr>
                </a:p>
              </p:txBody>
            </p:sp>
            <p:grpSp>
              <p:nvGrpSpPr>
                <p:cNvPr id="13" name="Group 12"/>
                <p:cNvGrpSpPr/>
                <p:nvPr/>
              </p:nvGrpSpPr>
              <p:grpSpPr>
                <a:xfrm>
                  <a:off x="3059723" y="2461844"/>
                  <a:ext cx="2170445" cy="2166728"/>
                  <a:chOff x="3059723" y="2461844"/>
                  <a:chExt cx="2170445" cy="2166728"/>
                </a:xfrm>
              </p:grpSpPr>
              <p:sp>
                <p:nvSpPr>
                  <p:cNvPr id="5" name="Rectangle 4"/>
                  <p:cNvSpPr/>
                  <p:nvPr/>
                </p:nvSpPr>
                <p:spPr>
                  <a:xfrm>
                    <a:off x="3059723" y="2461844"/>
                    <a:ext cx="2170445" cy="2059913"/>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cs typeface="Calibri" panose="020F0502020204030204" pitchFamily="34" charset="0"/>
                    </a:endParaRPr>
                  </a:p>
                </p:txBody>
              </p:sp>
              <p:sp>
                <p:nvSpPr>
                  <p:cNvPr id="12" name="TextBox 11"/>
                  <p:cNvSpPr txBox="1"/>
                  <p:nvPr/>
                </p:nvSpPr>
                <p:spPr>
                  <a:xfrm>
                    <a:off x="3109963" y="4320795"/>
                    <a:ext cx="2034793" cy="307777"/>
                  </a:xfrm>
                  <a:prstGeom prst="rect">
                    <a:avLst/>
                  </a:prstGeom>
                  <a:noFill/>
                </p:spPr>
                <p:txBody>
                  <a:bodyPr wrap="square" rtlCol="1">
                    <a:spAutoFit/>
                  </a:bodyPr>
                  <a:lstStyle/>
                  <a:p>
                    <a:pPr algn="ctr">
                      <a:spcAft>
                        <a:spcPts val="600"/>
                      </a:spcAft>
                    </a:pPr>
                    <a:r>
                      <a:rPr lang="en-US" sz="644" b="0" i="0" u="none" strike="noStrike" cap="none" err="1">
                        <a:solidFill>
                          <a:srgbClr val="000000"/>
                        </a:solidFill>
                        <a:latin typeface="Calibri" panose="020F0502020204030204" pitchFamily="34" charset="0"/>
                        <a:ea typeface="Arial"/>
                        <a:cs typeface="Calibri" panose="020F0502020204030204" pitchFamily="34" charset="0"/>
                        <a:sym typeface="Arial"/>
                      </a:rPr>
                      <a:t>LPServer</a:t>
                    </a:r>
                    <a:endParaRPr lang="he-IL">
                      <a:latin typeface="Calibri" panose="020F0502020204030204" pitchFamily="34" charset="0"/>
                      <a:ea typeface="Calibri" panose="020F0502020204030204" pitchFamily="34" charset="0"/>
                      <a:cs typeface="Calibri" panose="020F0502020204030204" pitchFamily="34" charset="0"/>
                    </a:endParaRPr>
                  </a:p>
                </p:txBody>
              </p:sp>
            </p:grpSp>
            <p:grpSp>
              <p:nvGrpSpPr>
                <p:cNvPr id="11" name="Group 10"/>
                <p:cNvGrpSpPr/>
                <p:nvPr/>
              </p:nvGrpSpPr>
              <p:grpSpPr>
                <a:xfrm>
                  <a:off x="949569" y="1352386"/>
                  <a:ext cx="2326194" cy="1745960"/>
                  <a:chOff x="949569" y="1419271"/>
                  <a:chExt cx="2110154" cy="1514847"/>
                </a:xfrm>
              </p:grpSpPr>
              <p:sp>
                <p:nvSpPr>
                  <p:cNvPr id="6" name="Rectangle 5"/>
                  <p:cNvSpPr/>
                  <p:nvPr/>
                </p:nvSpPr>
                <p:spPr>
                  <a:xfrm>
                    <a:off x="949569" y="1718267"/>
                    <a:ext cx="2110154" cy="1215851"/>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cs typeface="Calibri" panose="020F0502020204030204" pitchFamily="34" charset="0"/>
                    </a:endParaRPr>
                  </a:p>
                </p:txBody>
              </p:sp>
              <p:sp>
                <p:nvSpPr>
                  <p:cNvPr id="10" name="TextBox 9"/>
                  <p:cNvSpPr txBox="1"/>
                  <p:nvPr/>
                </p:nvSpPr>
                <p:spPr>
                  <a:xfrm>
                    <a:off x="949569" y="1419271"/>
                    <a:ext cx="2110154" cy="267037"/>
                  </a:xfrm>
                  <a:prstGeom prst="rect">
                    <a:avLst/>
                  </a:prstGeom>
                  <a:noFill/>
                </p:spPr>
                <p:txBody>
                  <a:bodyPr wrap="square" rtlCol="1">
                    <a:spAutoFit/>
                  </a:bodyPr>
                  <a:lstStyle/>
                  <a:p>
                    <a:pPr algn="ctr">
                      <a:spcAft>
                        <a:spcPts val="600"/>
                      </a:spcAft>
                    </a:pPr>
                    <a:r>
                      <a:rPr lang="en-US" sz="644" b="0" i="0" u="none" strike="noStrike" cap="none">
                        <a:solidFill>
                          <a:srgbClr val="000000"/>
                        </a:solidFill>
                        <a:latin typeface="Calibri" panose="020F0502020204030204" pitchFamily="34" charset="0"/>
                        <a:ea typeface="Arial"/>
                        <a:cs typeface="Calibri" panose="020F0502020204030204" pitchFamily="34" charset="0"/>
                        <a:sym typeface="Arial"/>
                      </a:rPr>
                      <a:t>Server’s monitor</a:t>
                    </a:r>
                    <a:endParaRPr lang="he-IL">
                      <a:latin typeface="Calibri" panose="020F0502020204030204" pitchFamily="34" charset="0"/>
                      <a:ea typeface="Calibri" panose="020F0502020204030204" pitchFamily="34" charset="0"/>
                      <a:cs typeface="Calibri" panose="020F0502020204030204" pitchFamily="34" charset="0"/>
                    </a:endParaRPr>
                  </a:p>
                </p:txBody>
              </p:sp>
            </p:grpSp>
            <p:cxnSp>
              <p:nvCxnSpPr>
                <p:cNvPr id="34" name="Elbow Connector 33"/>
                <p:cNvCxnSpPr/>
                <p:nvPr/>
              </p:nvCxnSpPr>
              <p:spPr>
                <a:xfrm rot="10800000">
                  <a:off x="1857150" y="3069771"/>
                  <a:ext cx="1436917" cy="411984"/>
                </a:xfrm>
                <a:prstGeom prst="bentConnector3">
                  <a:avLst>
                    <a:gd name="adj1" fmla="val 99960"/>
                  </a:avLst>
                </a:prstGeom>
                <a:ln w="25400">
                  <a:solidFill>
                    <a:srgbClr val="428BCE"/>
                  </a:solidFill>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2083754" y="3198836"/>
                  <a:ext cx="1302928" cy="307777"/>
                </a:xfrm>
                <a:prstGeom prst="rect">
                  <a:avLst/>
                </a:prstGeom>
                <a:noFill/>
              </p:spPr>
              <p:txBody>
                <a:bodyPr wrap="square" rtlCol="1">
                  <a:spAutoFit/>
                </a:bodyPr>
                <a:lstStyle/>
                <a:p>
                  <a:pPr algn="ctr">
                    <a:spcAft>
                      <a:spcPts val="600"/>
                    </a:spcAft>
                  </a:pPr>
                  <a:r>
                    <a:rPr lang="en-US" sz="644" b="1" i="0" u="none" strike="noStrike" cap="none">
                      <a:solidFill>
                        <a:srgbClr val="000000"/>
                      </a:solidFill>
                      <a:latin typeface="Calibri" panose="020F0502020204030204" pitchFamily="34" charset="0"/>
                      <a:ea typeface="Arial"/>
                      <a:cs typeface="Calibri" panose="020F0502020204030204" pitchFamily="34" charset="0"/>
                      <a:sym typeface="Arial"/>
                    </a:rPr>
                    <a:t>System out</a:t>
                  </a:r>
                  <a:endParaRPr lang="he-IL" sz="1400" b="1">
                    <a:latin typeface="Calibri" panose="020F0502020204030204" pitchFamily="34" charset="0"/>
                    <a:ea typeface="Calibri" panose="020F0502020204030204" pitchFamily="34" charset="0"/>
                    <a:cs typeface="Calibri" panose="020F0502020204030204" pitchFamily="34" charset="0"/>
                  </a:endParaRPr>
                </a:p>
              </p:txBody>
            </p:sp>
          </p:grpSp>
          <p:sp>
            <p:nvSpPr>
              <p:cNvPr id="88" name="TextBox 87"/>
              <p:cNvSpPr txBox="1"/>
              <p:nvPr/>
            </p:nvSpPr>
            <p:spPr>
              <a:xfrm>
                <a:off x="3381375" y="1622776"/>
                <a:ext cx="1866900" cy="461665"/>
              </a:xfrm>
              <a:prstGeom prst="rect">
                <a:avLst/>
              </a:prstGeom>
              <a:noFill/>
            </p:spPr>
            <p:txBody>
              <a:bodyPr wrap="square" rtlCol="1">
                <a:spAutoFit/>
              </a:bodyPr>
              <a:lstStyle/>
              <a:p>
                <a:pPr algn="ctr">
                  <a:spcAft>
                    <a:spcPts val="600"/>
                  </a:spcAft>
                </a:pPr>
                <a:r>
                  <a:rPr lang="en-US" sz="1104" b="1" i="0" u="none" strike="noStrike" cap="none">
                    <a:solidFill>
                      <a:srgbClr val="000000"/>
                    </a:solidFill>
                    <a:latin typeface="Calibri" panose="020F0502020204030204" pitchFamily="34" charset="0"/>
                    <a:ea typeface="Arial"/>
                    <a:cs typeface="Calibri" panose="020F0502020204030204" pitchFamily="34" charset="0"/>
                    <a:sym typeface="Arial"/>
                  </a:rPr>
                  <a:t>Server side</a:t>
                </a:r>
                <a:endParaRPr lang="he-IL" sz="2400" b="1">
                  <a:latin typeface="Calibri" panose="020F0502020204030204" pitchFamily="34" charset="0"/>
                  <a:ea typeface="Calibri" panose="020F0502020204030204" pitchFamily="34" charset="0"/>
                  <a:cs typeface="Calibri" panose="020F0502020204030204" pitchFamily="34" charset="0"/>
                </a:endParaRPr>
              </a:p>
            </p:txBody>
          </p:sp>
        </p:grpSp>
        <p:grpSp>
          <p:nvGrpSpPr>
            <p:cNvPr id="91" name="Group 90"/>
            <p:cNvGrpSpPr/>
            <p:nvPr/>
          </p:nvGrpSpPr>
          <p:grpSpPr>
            <a:xfrm>
              <a:off x="6925303" y="1401536"/>
              <a:ext cx="4685672" cy="3526971"/>
              <a:chOff x="6925303" y="1401536"/>
              <a:chExt cx="4685672" cy="3526971"/>
            </a:xfrm>
          </p:grpSpPr>
          <p:grpSp>
            <p:nvGrpSpPr>
              <p:cNvPr id="86" name="Group 85"/>
              <p:cNvGrpSpPr/>
              <p:nvPr/>
            </p:nvGrpSpPr>
            <p:grpSpPr>
              <a:xfrm>
                <a:off x="6925303" y="1401536"/>
                <a:ext cx="4685672" cy="3526971"/>
                <a:chOff x="7049128" y="1306286"/>
                <a:chExt cx="4685672" cy="3526971"/>
              </a:xfrm>
            </p:grpSpPr>
            <p:sp>
              <p:nvSpPr>
                <p:cNvPr id="76" name="TextBox 75"/>
                <p:cNvSpPr txBox="1"/>
                <p:nvPr/>
              </p:nvSpPr>
              <p:spPr>
                <a:xfrm>
                  <a:off x="10772775" y="3181928"/>
                  <a:ext cx="962025" cy="523220"/>
                </a:xfrm>
                <a:prstGeom prst="rect">
                  <a:avLst/>
                </a:prstGeom>
                <a:noFill/>
              </p:spPr>
              <p:txBody>
                <a:bodyPr wrap="square" rtlCol="1">
                  <a:spAutoFit/>
                </a:bodyPr>
                <a:lstStyle/>
                <a:p>
                  <a:pPr algn="ctr">
                    <a:spcAft>
                      <a:spcPts val="600"/>
                    </a:spcAft>
                  </a:pPr>
                  <a:r>
                    <a:rPr lang="en-US" sz="644" b="0" i="0" u="none" strike="noStrike" cap="none">
                      <a:solidFill>
                        <a:srgbClr val="555555"/>
                      </a:solidFill>
                      <a:latin typeface="Calibri" panose="020F0502020204030204" pitchFamily="34" charset="0"/>
                      <a:ea typeface="Arial"/>
                      <a:cs typeface="Calibri" panose="020F0502020204030204" pitchFamily="34" charset="0"/>
                      <a:sym typeface="Arial"/>
                    </a:rPr>
                    <a:t>Keyboard echo</a:t>
                  </a:r>
                  <a:endParaRPr lang="en-US" sz="140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grpSp>
              <p:nvGrpSpPr>
                <p:cNvPr id="60" name="Group 59"/>
                <p:cNvGrpSpPr/>
                <p:nvPr/>
              </p:nvGrpSpPr>
              <p:grpSpPr>
                <a:xfrm>
                  <a:off x="7203098" y="2461844"/>
                  <a:ext cx="2170445" cy="2166728"/>
                  <a:chOff x="3059723" y="2461844"/>
                  <a:chExt cx="2170445" cy="2166728"/>
                </a:xfrm>
              </p:grpSpPr>
              <p:sp>
                <p:nvSpPr>
                  <p:cNvPr id="61" name="Rectangle 60"/>
                  <p:cNvSpPr/>
                  <p:nvPr/>
                </p:nvSpPr>
                <p:spPr>
                  <a:xfrm>
                    <a:off x="3059723" y="2461844"/>
                    <a:ext cx="2170445" cy="2059913"/>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cs typeface="Calibri" panose="020F0502020204030204" pitchFamily="34" charset="0"/>
                    </a:endParaRPr>
                  </a:p>
                </p:txBody>
              </p:sp>
              <p:sp>
                <p:nvSpPr>
                  <p:cNvPr id="62" name="TextBox 61"/>
                  <p:cNvSpPr txBox="1"/>
                  <p:nvPr/>
                </p:nvSpPr>
                <p:spPr>
                  <a:xfrm>
                    <a:off x="3109963" y="4320795"/>
                    <a:ext cx="2034793" cy="307777"/>
                  </a:xfrm>
                  <a:prstGeom prst="rect">
                    <a:avLst/>
                  </a:prstGeom>
                  <a:noFill/>
                </p:spPr>
                <p:txBody>
                  <a:bodyPr wrap="square" rtlCol="1">
                    <a:spAutoFit/>
                  </a:bodyPr>
                  <a:lstStyle/>
                  <a:p>
                    <a:pPr algn="ctr">
                      <a:spcAft>
                        <a:spcPts val="600"/>
                      </a:spcAft>
                    </a:pPr>
                    <a:r>
                      <a:rPr lang="en-US" sz="644" b="0" i="0" u="none" strike="noStrike" cap="none" err="1">
                        <a:solidFill>
                          <a:srgbClr val="000000"/>
                        </a:solidFill>
                        <a:latin typeface="Calibri" panose="020F0502020204030204" pitchFamily="34" charset="0"/>
                        <a:ea typeface="Arial"/>
                        <a:cs typeface="Calibri" panose="020F0502020204030204" pitchFamily="34" charset="0"/>
                        <a:sym typeface="Arial"/>
                      </a:rPr>
                      <a:t>LPClient</a:t>
                    </a:r>
                    <a:endParaRPr lang="he-IL">
                      <a:latin typeface="Calibri" panose="020F0502020204030204" pitchFamily="34" charset="0"/>
                      <a:ea typeface="Calibri" panose="020F0502020204030204" pitchFamily="34" charset="0"/>
                      <a:cs typeface="Calibri" panose="020F0502020204030204" pitchFamily="34" charset="0"/>
                    </a:endParaRPr>
                  </a:p>
                </p:txBody>
              </p:sp>
            </p:grpSp>
            <p:sp>
              <p:nvSpPr>
                <p:cNvPr id="49" name="Flowchart: Alternate Process 48"/>
                <p:cNvSpPr/>
                <p:nvPr/>
              </p:nvSpPr>
              <p:spPr>
                <a:xfrm>
                  <a:off x="7049128" y="1306286"/>
                  <a:ext cx="4632291" cy="3526971"/>
                </a:xfrm>
                <a:prstGeom prst="flowChartAlternateProcess">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cs typeface="Calibri" panose="020F0502020204030204" pitchFamily="34" charset="0"/>
                  </a:endParaRPr>
                </a:p>
              </p:txBody>
            </p:sp>
            <p:grpSp>
              <p:nvGrpSpPr>
                <p:cNvPr id="53" name="Group 52"/>
                <p:cNvGrpSpPr/>
                <p:nvPr/>
              </p:nvGrpSpPr>
              <p:grpSpPr>
                <a:xfrm>
                  <a:off x="8976408" y="1352386"/>
                  <a:ext cx="2528955" cy="1717385"/>
                  <a:chOff x="817479" y="1444063"/>
                  <a:chExt cx="2294084" cy="1490055"/>
                </a:xfrm>
              </p:grpSpPr>
              <p:sp>
                <p:nvSpPr>
                  <p:cNvPr id="55" name="Rectangle 54"/>
                  <p:cNvSpPr/>
                  <p:nvPr/>
                </p:nvSpPr>
                <p:spPr>
                  <a:xfrm>
                    <a:off x="949569" y="1718267"/>
                    <a:ext cx="2110154" cy="1215851"/>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cs typeface="Calibri" panose="020F0502020204030204" pitchFamily="34" charset="0"/>
                    </a:endParaRPr>
                  </a:p>
                </p:txBody>
              </p:sp>
              <p:sp>
                <p:nvSpPr>
                  <p:cNvPr id="56" name="TextBox 55"/>
                  <p:cNvSpPr txBox="1"/>
                  <p:nvPr/>
                </p:nvSpPr>
                <p:spPr>
                  <a:xfrm>
                    <a:off x="817479" y="1444063"/>
                    <a:ext cx="2294084" cy="267037"/>
                  </a:xfrm>
                  <a:prstGeom prst="rect">
                    <a:avLst/>
                  </a:prstGeom>
                  <a:noFill/>
                </p:spPr>
                <p:txBody>
                  <a:bodyPr wrap="square" lIns="0" rIns="0" rtlCol="1">
                    <a:spAutoFit/>
                  </a:bodyPr>
                  <a:lstStyle/>
                  <a:p>
                    <a:pPr algn="ctr">
                      <a:spcAft>
                        <a:spcPts val="600"/>
                      </a:spcAft>
                    </a:pPr>
                    <a:r>
                      <a:rPr lang="en-US" sz="644" b="0" i="0" u="none" strike="noStrike" cap="none">
                        <a:solidFill>
                          <a:srgbClr val="000000"/>
                        </a:solidFill>
                        <a:latin typeface="Calibri" panose="020F0502020204030204" pitchFamily="34" charset="0"/>
                        <a:ea typeface="Arial"/>
                        <a:cs typeface="Calibri" panose="020F0502020204030204" pitchFamily="34" charset="0"/>
                        <a:sym typeface="Arial"/>
                      </a:rPr>
                      <a:t>Client’s monitor</a:t>
                    </a:r>
                    <a:endParaRPr lang="he-IL">
                      <a:latin typeface="Calibri" panose="020F0502020204030204" pitchFamily="34" charset="0"/>
                      <a:ea typeface="Calibri" panose="020F0502020204030204" pitchFamily="34" charset="0"/>
                      <a:cs typeface="Calibri" panose="020F0502020204030204" pitchFamily="34" charset="0"/>
                    </a:endParaRPr>
                  </a:p>
                </p:txBody>
              </p:sp>
            </p:grpSp>
            <p:cxnSp>
              <p:nvCxnSpPr>
                <p:cNvPr id="54" name="Elbow Connector 53"/>
                <p:cNvCxnSpPr/>
                <p:nvPr/>
              </p:nvCxnSpPr>
              <p:spPr>
                <a:xfrm flipV="1">
                  <a:off x="9126206" y="3069771"/>
                  <a:ext cx="1408444" cy="378281"/>
                </a:xfrm>
                <a:prstGeom prst="bentConnector3">
                  <a:avLst>
                    <a:gd name="adj1" fmla="val 100045"/>
                  </a:avLst>
                </a:prstGeom>
                <a:ln w="25400">
                  <a:solidFill>
                    <a:srgbClr val="428BCE"/>
                  </a:solidFill>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9072826" y="3179786"/>
                  <a:ext cx="1452300" cy="307777"/>
                </a:xfrm>
                <a:prstGeom prst="rect">
                  <a:avLst/>
                </a:prstGeom>
                <a:noFill/>
              </p:spPr>
              <p:txBody>
                <a:bodyPr wrap="square" rtlCol="1">
                  <a:spAutoFit/>
                </a:bodyPr>
                <a:lstStyle/>
                <a:p>
                  <a:pPr algn="ctr">
                    <a:spcAft>
                      <a:spcPts val="600"/>
                    </a:spcAft>
                  </a:pPr>
                  <a:r>
                    <a:rPr lang="en-US" sz="644" b="1" i="0" u="none" strike="noStrike" cap="none">
                      <a:solidFill>
                        <a:srgbClr val="000000"/>
                      </a:solidFill>
                      <a:latin typeface="Calibri" panose="020F0502020204030204" pitchFamily="34" charset="0"/>
                      <a:ea typeface="Arial"/>
                      <a:cs typeface="Calibri" panose="020F0502020204030204" pitchFamily="34" charset="0"/>
                      <a:sym typeface="Arial"/>
                    </a:rPr>
                    <a:t>System out</a:t>
                  </a:r>
                  <a:endParaRPr lang="he-IL" sz="1400" b="1">
                    <a:latin typeface="Calibri" panose="020F0502020204030204" pitchFamily="34" charset="0"/>
                    <a:ea typeface="Calibri" panose="020F0502020204030204" pitchFamily="34" charset="0"/>
                    <a:cs typeface="Calibri" panose="020F0502020204030204" pitchFamily="34" charset="0"/>
                  </a:endParaRPr>
                </a:p>
              </p:txBody>
            </p:sp>
            <p:sp>
              <p:nvSpPr>
                <p:cNvPr id="69" name="Rectangle 68"/>
                <p:cNvSpPr/>
                <p:nvPr/>
              </p:nvSpPr>
              <p:spPr>
                <a:xfrm>
                  <a:off x="9897103" y="3698966"/>
                  <a:ext cx="1704347" cy="670391"/>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cs typeface="Calibri" panose="020F0502020204030204" pitchFamily="34" charset="0"/>
                  </a:endParaRPr>
                </a:p>
              </p:txBody>
            </p:sp>
            <p:cxnSp>
              <p:nvCxnSpPr>
                <p:cNvPr id="71" name="Straight Arrow Connector 70"/>
                <p:cNvCxnSpPr>
                  <a:stCxn id="69" idx="1"/>
                </p:cNvCxnSpPr>
                <p:nvPr/>
              </p:nvCxnSpPr>
              <p:spPr>
                <a:xfrm flipH="1">
                  <a:off x="9288133" y="4034162"/>
                  <a:ext cx="60897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9122022" y="3772551"/>
                  <a:ext cx="922729" cy="523220"/>
                </a:xfrm>
                <a:prstGeom prst="rect">
                  <a:avLst/>
                </a:prstGeom>
                <a:noFill/>
              </p:spPr>
              <p:txBody>
                <a:bodyPr wrap="square" rtlCol="1">
                  <a:spAutoFit/>
                </a:bodyPr>
                <a:lstStyle/>
                <a:p>
                  <a:pPr algn="ctr">
                    <a:spcAft>
                      <a:spcPts val="600"/>
                    </a:spcAft>
                  </a:pPr>
                  <a:r>
                    <a:rPr lang="en-US" sz="644" b="1" i="0" u="none" strike="noStrike" cap="none">
                      <a:solidFill>
                        <a:srgbClr val="000000"/>
                      </a:solidFill>
                      <a:latin typeface="Calibri" panose="020F0502020204030204" pitchFamily="34" charset="0"/>
                      <a:ea typeface="Arial"/>
                      <a:cs typeface="Calibri" panose="020F0502020204030204" pitchFamily="34" charset="0"/>
                      <a:sym typeface="Arial"/>
                    </a:rPr>
                    <a:t>System</a:t>
                  </a:r>
                </a:p>
                <a:p>
                  <a:pPr algn="ctr">
                    <a:spcAft>
                      <a:spcPts val="600"/>
                    </a:spcAft>
                  </a:pPr>
                  <a:r>
                    <a:rPr lang="en-US" sz="644" b="1" i="0" u="none" strike="noStrike" cap="none">
                      <a:solidFill>
                        <a:srgbClr val="000000"/>
                      </a:solidFill>
                      <a:latin typeface="Calibri" panose="020F0502020204030204" pitchFamily="34" charset="0"/>
                      <a:ea typeface="Arial"/>
                      <a:cs typeface="Calibri" panose="020F0502020204030204" pitchFamily="34" charset="0"/>
                      <a:sym typeface="Arial"/>
                    </a:rPr>
                    <a:t>in</a:t>
                  </a:r>
                  <a:endParaRPr lang="he-IL" sz="1400" b="1">
                    <a:latin typeface="Calibri" panose="020F0502020204030204" pitchFamily="34" charset="0"/>
                    <a:ea typeface="Calibri" panose="020F0502020204030204" pitchFamily="34" charset="0"/>
                    <a:cs typeface="Calibri" panose="020F0502020204030204" pitchFamily="34" charset="0"/>
                  </a:endParaRPr>
                </a:p>
              </p:txBody>
            </p:sp>
            <p:cxnSp>
              <p:nvCxnSpPr>
                <p:cNvPr id="75" name="Straight Arrow Connector 74"/>
                <p:cNvCxnSpPr/>
                <p:nvPr/>
              </p:nvCxnSpPr>
              <p:spPr>
                <a:xfrm flipH="1" flipV="1">
                  <a:off x="10868025" y="3079296"/>
                  <a:ext cx="9525" cy="633235"/>
                </a:xfrm>
                <a:prstGeom prst="straightConnector1">
                  <a:avLst/>
                </a:prstGeom>
                <a:ln w="22225">
                  <a:solidFill>
                    <a:schemeClr val="bg1">
                      <a:lumMod val="50000"/>
                    </a:schemeClr>
                  </a:solidFill>
                  <a:prstDash val="sysDash"/>
                  <a:tailEnd type="arrow"/>
                </a:ln>
              </p:spPr>
              <p:style>
                <a:lnRef idx="1">
                  <a:schemeClr val="accent1"/>
                </a:lnRef>
                <a:fillRef idx="0">
                  <a:schemeClr val="accent1"/>
                </a:fillRef>
                <a:effectRef idx="0">
                  <a:schemeClr val="accent1"/>
                </a:effectRef>
                <a:fontRef idx="minor">
                  <a:schemeClr val="tx1"/>
                </a:fontRef>
              </p:style>
            </p:cxnSp>
          </p:grpSp>
          <p:sp>
            <p:nvSpPr>
              <p:cNvPr id="89" name="TextBox 88"/>
              <p:cNvSpPr txBox="1"/>
              <p:nvPr/>
            </p:nvSpPr>
            <p:spPr>
              <a:xfrm>
                <a:off x="6943725" y="1622776"/>
                <a:ext cx="1866900" cy="461665"/>
              </a:xfrm>
              <a:prstGeom prst="rect">
                <a:avLst/>
              </a:prstGeom>
              <a:noFill/>
            </p:spPr>
            <p:txBody>
              <a:bodyPr wrap="square" rtlCol="1">
                <a:spAutoFit/>
              </a:bodyPr>
              <a:lstStyle/>
              <a:p>
                <a:pPr algn="ctr">
                  <a:spcAft>
                    <a:spcPts val="600"/>
                  </a:spcAft>
                </a:pPr>
                <a:r>
                  <a:rPr lang="en-US" sz="1104" b="1" i="0" u="none" strike="noStrike" cap="none">
                    <a:solidFill>
                      <a:srgbClr val="000000"/>
                    </a:solidFill>
                    <a:latin typeface="Calibri" panose="020F0502020204030204" pitchFamily="34" charset="0"/>
                    <a:ea typeface="Arial"/>
                    <a:cs typeface="Calibri" panose="020F0502020204030204" pitchFamily="34" charset="0"/>
                    <a:sym typeface="Arial"/>
                  </a:rPr>
                  <a:t>Client side</a:t>
                </a:r>
                <a:endParaRPr lang="he-IL" sz="2400" b="1">
                  <a:latin typeface="Calibri" panose="020F0502020204030204" pitchFamily="34" charset="0"/>
                  <a:ea typeface="Calibri" panose="020F0502020204030204" pitchFamily="34" charset="0"/>
                  <a:cs typeface="Calibri" panose="020F0502020204030204" pitchFamily="34" charset="0"/>
                </a:endParaRPr>
              </a:p>
            </p:txBody>
          </p:sp>
        </p:grpSp>
        <p:grpSp>
          <p:nvGrpSpPr>
            <p:cNvPr id="103" name="Group 102"/>
            <p:cNvGrpSpPr/>
            <p:nvPr/>
          </p:nvGrpSpPr>
          <p:grpSpPr>
            <a:xfrm>
              <a:off x="5020931" y="3110920"/>
              <a:ext cx="2080008" cy="1101334"/>
              <a:chOff x="5020931" y="3110920"/>
              <a:chExt cx="2080008" cy="1101334"/>
            </a:xfrm>
          </p:grpSpPr>
          <p:cxnSp>
            <p:nvCxnSpPr>
              <p:cNvPr id="98" name="Straight Arrow Connector 97"/>
              <p:cNvCxnSpPr/>
              <p:nvPr/>
            </p:nvCxnSpPr>
            <p:spPr>
              <a:xfrm flipH="1">
                <a:off x="5020931" y="4177600"/>
                <a:ext cx="2080008" cy="0"/>
              </a:xfrm>
              <a:prstGeom prst="straightConnector1">
                <a:avLst/>
              </a:prstGeom>
              <a:ln w="41275">
                <a:solidFill>
                  <a:schemeClr val="accent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5252044" y="3904477"/>
                <a:ext cx="1673259" cy="307777"/>
              </a:xfrm>
              <a:prstGeom prst="rect">
                <a:avLst/>
              </a:prstGeom>
              <a:noFill/>
            </p:spPr>
            <p:txBody>
              <a:bodyPr wrap="square" lIns="0" rIns="0" rtlCol="1">
                <a:spAutoFit/>
              </a:bodyPr>
              <a:lstStyle/>
              <a:p>
                <a:pPr algn="ctr">
                  <a:spcAft>
                    <a:spcPts val="600"/>
                  </a:spcAft>
                </a:pPr>
                <a:r>
                  <a:rPr lang="en-US" sz="644" b="1" i="0" u="none" strike="noStrike" cap="none">
                    <a:solidFill>
                      <a:srgbClr val="000000"/>
                    </a:solidFill>
                    <a:latin typeface="Calibri" panose="020F0502020204030204" pitchFamily="34" charset="0"/>
                    <a:ea typeface="Arial"/>
                    <a:cs typeface="Calibri" panose="020F0502020204030204" pitchFamily="34" charset="0"/>
                    <a:sym typeface="Arial"/>
                  </a:rPr>
                  <a:t>Send the user’s msg</a:t>
                </a:r>
                <a:endParaRPr lang="he-IL" sz="1400" b="1">
                  <a:latin typeface="Calibri" panose="020F0502020204030204" pitchFamily="34" charset="0"/>
                  <a:ea typeface="Calibri" panose="020F0502020204030204" pitchFamily="34" charset="0"/>
                  <a:cs typeface="Calibri" panose="020F0502020204030204" pitchFamily="34" charset="0"/>
                </a:endParaRPr>
              </a:p>
            </p:txBody>
          </p:sp>
          <p:sp>
            <p:nvSpPr>
              <p:cNvPr id="102" name="TextBox 101"/>
              <p:cNvSpPr txBox="1"/>
              <p:nvPr/>
            </p:nvSpPr>
            <p:spPr>
              <a:xfrm>
                <a:off x="5190129" y="3110920"/>
                <a:ext cx="1770082" cy="584775"/>
              </a:xfrm>
              <a:prstGeom prst="rect">
                <a:avLst/>
              </a:prstGeom>
              <a:noFill/>
            </p:spPr>
            <p:txBody>
              <a:bodyPr wrap="square" rtlCol="1">
                <a:spAutoFit/>
              </a:bodyPr>
              <a:lstStyle/>
              <a:p>
                <a:pPr algn="ctr">
                  <a:spcAft>
                    <a:spcPts val="600"/>
                  </a:spcAft>
                </a:pPr>
                <a:r>
                  <a:rPr lang="en-US" sz="736" b="1" i="0" u="none" strike="noStrike" cap="none">
                    <a:solidFill>
                      <a:srgbClr val="9E2F00"/>
                    </a:solidFill>
                    <a:latin typeface="Calibri" panose="020F0502020204030204" pitchFamily="34" charset="0"/>
                    <a:ea typeface="Arial"/>
                    <a:cs typeface="Calibri" panose="020F0502020204030204" pitchFamily="34" charset="0"/>
                    <a:sym typeface="Arial"/>
                  </a:rPr>
                  <a:t>Socket communication</a:t>
                </a:r>
                <a:endParaRPr lang="en-US" sz="1600" b="1">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22446044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p:cNvSpPr txBox="1"/>
          <p:nvPr/>
        </p:nvSpPr>
        <p:spPr>
          <a:xfrm>
            <a:off x="6096000" y="670956"/>
            <a:ext cx="5997695" cy="6187044"/>
          </a:xfrm>
          <a:prstGeom prst="rect">
            <a:avLst/>
          </a:prstGeom>
          <a:solidFill>
            <a:schemeClr val="accent6">
              <a:lumMod val="20000"/>
              <a:lumOff val="80000"/>
            </a:schemeClr>
          </a:solidFill>
          <a:ln>
            <a:solidFill>
              <a:schemeClr val="accent1"/>
            </a:solidFill>
          </a:ln>
        </p:spPr>
        <p:txBody>
          <a:bodyPr wrap="square" lIns="91440" tIns="0" rIns="0" bIns="0" rtlCol="1">
            <a:noAutofit/>
          </a:bodyPr>
          <a:lstStyle/>
          <a:p>
            <a:r>
              <a:rPr lang="en-US" sz="1200" b="0" dirty="0">
                <a:solidFill>
                  <a:srgbClr val="0000FF"/>
                </a:solidFill>
                <a:effectLst/>
                <a:latin typeface="+mn-lt"/>
                <a:ea typeface="Calibri" panose="020F0502020204030204" pitchFamily="34" charset="0"/>
                <a:cs typeface="Calibri" panose="020F0502020204030204" pitchFamily="34" charset="0"/>
              </a:rPr>
              <a:t>import</a:t>
            </a:r>
            <a:r>
              <a:rPr lang="en-US" sz="1200" b="0" dirty="0">
                <a:solidFill>
                  <a:srgbClr val="000000"/>
                </a:solidFill>
                <a:effectLst/>
                <a:latin typeface="+mn-lt"/>
                <a:ea typeface="Calibri" panose="020F0502020204030204" pitchFamily="34" charset="0"/>
                <a:cs typeface="Calibri" panose="020F0502020204030204" pitchFamily="34" charset="0"/>
              </a:rPr>
              <a:t> java.io.*;</a:t>
            </a:r>
          </a:p>
          <a:p>
            <a:r>
              <a:rPr lang="en-US" sz="1200" b="0" dirty="0">
                <a:solidFill>
                  <a:srgbClr val="0000FF"/>
                </a:solidFill>
                <a:effectLst/>
                <a:latin typeface="+mn-lt"/>
                <a:ea typeface="Calibri" panose="020F0502020204030204" pitchFamily="34" charset="0"/>
                <a:cs typeface="Calibri" panose="020F0502020204030204" pitchFamily="34" charset="0"/>
              </a:rPr>
              <a:t>import</a:t>
            </a:r>
            <a:r>
              <a:rPr lang="en-US" sz="1200" b="0" dirty="0">
                <a:solidFill>
                  <a:srgbClr val="000000"/>
                </a:solidFill>
                <a:effectLst/>
                <a:latin typeface="+mn-lt"/>
                <a:ea typeface="Calibri" panose="020F0502020204030204" pitchFamily="34" charset="0"/>
                <a:cs typeface="Calibri" panose="020F0502020204030204" pitchFamily="34" charset="0"/>
              </a:rPr>
              <a:t> java.net.*;</a:t>
            </a:r>
          </a:p>
          <a:p>
            <a:br>
              <a:rPr lang="en-US" sz="1200" b="0" dirty="0">
                <a:solidFill>
                  <a:srgbClr val="000000"/>
                </a:solidFill>
                <a:effectLst/>
                <a:latin typeface="+mn-lt"/>
                <a:ea typeface="Calibri" panose="020F0502020204030204" pitchFamily="34" charset="0"/>
                <a:cs typeface="Calibri" panose="020F0502020204030204" pitchFamily="34" charset="0"/>
              </a:rPr>
            </a:br>
            <a:r>
              <a:rPr lang="en-US" sz="1200" b="0" dirty="0">
                <a:solidFill>
                  <a:srgbClr val="0000FF"/>
                </a:solidFill>
                <a:effectLst/>
                <a:latin typeface="+mn-lt"/>
                <a:ea typeface="Calibri" panose="020F0502020204030204" pitchFamily="34" charset="0"/>
                <a:cs typeface="Calibri" panose="020F0502020204030204" pitchFamily="34" charset="0"/>
              </a:rPr>
              <a:t>class</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LPServer</a:t>
            </a:r>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00FF"/>
                </a:solidFill>
                <a:effectLst/>
                <a:latin typeface="+mn-lt"/>
                <a:ea typeface="Calibri" panose="020F0502020204030204" pitchFamily="34" charset="0"/>
                <a:cs typeface="Calibri" panose="020F0502020204030204" pitchFamily="34" charset="0"/>
              </a:rPr>
              <a:t>public</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00FF"/>
                </a:solidFill>
                <a:effectLst/>
                <a:latin typeface="+mn-lt"/>
                <a:ea typeface="Calibri" panose="020F0502020204030204" pitchFamily="34" charset="0"/>
                <a:cs typeface="Calibri" panose="020F0502020204030204" pitchFamily="34" charset="0"/>
              </a:rPr>
              <a:t>static</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2B91AF"/>
                </a:solidFill>
                <a:effectLst/>
                <a:latin typeface="+mn-lt"/>
                <a:ea typeface="Calibri" panose="020F0502020204030204" pitchFamily="34" charset="0"/>
                <a:cs typeface="Calibri" panose="020F0502020204030204" pitchFamily="34" charset="0"/>
              </a:rPr>
              <a:t>void</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74531F"/>
                </a:solidFill>
                <a:effectLst/>
                <a:latin typeface="+mn-lt"/>
                <a:ea typeface="Calibri" panose="020F0502020204030204" pitchFamily="34" charset="0"/>
                <a:cs typeface="Calibri" panose="020F0502020204030204" pitchFamily="34" charset="0"/>
              </a:rPr>
              <a:t>main</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2B91AF"/>
                </a:solidFill>
                <a:effectLst/>
                <a:latin typeface="+mn-lt"/>
                <a:ea typeface="Calibri" panose="020F0502020204030204" pitchFamily="34" charset="0"/>
                <a:cs typeface="Calibri" panose="020F0502020204030204" pitchFamily="34" charset="0"/>
              </a:rPr>
              <a:t>String</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808080"/>
                </a:solidFill>
                <a:effectLst/>
                <a:latin typeface="+mn-lt"/>
                <a:ea typeface="Calibri" panose="020F0502020204030204" pitchFamily="34" charset="0"/>
                <a:cs typeface="Calibri" panose="020F0502020204030204" pitchFamily="34" charset="0"/>
              </a:rPr>
              <a:t>args</a:t>
            </a:r>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2B91AF"/>
                </a:solidFill>
                <a:effectLst/>
                <a:latin typeface="+mn-lt"/>
                <a:ea typeface="Calibri" panose="020F0502020204030204" pitchFamily="34" charset="0"/>
                <a:cs typeface="Calibri" panose="020F0502020204030204" pitchFamily="34" charset="0"/>
              </a:rPr>
              <a:t>int</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1F377F"/>
                </a:solidFill>
                <a:effectLst/>
                <a:latin typeface="+mn-lt"/>
                <a:ea typeface="Calibri" panose="020F0502020204030204" pitchFamily="34" charset="0"/>
                <a:cs typeface="Calibri" panose="020F0502020204030204" pitchFamily="34" charset="0"/>
              </a:rPr>
              <a:t>portNumber</a:t>
            </a:r>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err="1">
                <a:solidFill>
                  <a:srgbClr val="2B91AF"/>
                </a:solidFill>
                <a:effectLst/>
                <a:latin typeface="+mn-lt"/>
                <a:ea typeface="Calibri" panose="020F0502020204030204" pitchFamily="34" charset="0"/>
                <a:cs typeface="Calibri" panose="020F0502020204030204" pitchFamily="34" charset="0"/>
              </a:rPr>
              <a:t>Integer</a:t>
            </a:r>
            <a:r>
              <a:rPr lang="en-US" sz="1200" b="0" dirty="0" err="1">
                <a:solidFill>
                  <a:srgbClr val="000000"/>
                </a:solidFill>
                <a:effectLst/>
                <a:latin typeface="+mn-lt"/>
                <a:ea typeface="Calibri" panose="020F0502020204030204" pitchFamily="34" charset="0"/>
                <a:cs typeface="Calibri" panose="020F0502020204030204" pitchFamily="34" charset="0"/>
              </a:rPr>
              <a:t>.</a:t>
            </a:r>
            <a:r>
              <a:rPr lang="en-US" sz="1200" b="0" dirty="0" err="1">
                <a:solidFill>
                  <a:srgbClr val="74531F"/>
                </a:solidFill>
                <a:effectLst/>
                <a:latin typeface="+mn-lt"/>
                <a:ea typeface="Calibri" panose="020F0502020204030204" pitchFamily="34" charset="0"/>
                <a:cs typeface="Calibri" panose="020F0502020204030204" pitchFamily="34" charset="0"/>
              </a:rPr>
              <a:t>parseInt</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err="1">
                <a:solidFill>
                  <a:srgbClr val="808080"/>
                </a:solidFill>
                <a:effectLst/>
                <a:latin typeface="+mn-lt"/>
                <a:ea typeface="Calibri" panose="020F0502020204030204" pitchFamily="34" charset="0"/>
                <a:cs typeface="Calibri" panose="020F0502020204030204" pitchFamily="34" charset="0"/>
              </a:rPr>
              <a:t>args</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098658"/>
                </a:solidFill>
                <a:effectLst/>
                <a:latin typeface="+mn-lt"/>
                <a:ea typeface="Calibri" panose="020F0502020204030204" pitchFamily="34" charset="0"/>
                <a:cs typeface="Calibri" panose="020F0502020204030204" pitchFamily="34" charset="0"/>
              </a:rPr>
              <a:t>0</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8000"/>
                </a:solidFill>
                <a:effectLst/>
                <a:latin typeface="+mn-lt"/>
                <a:ea typeface="Calibri" panose="020F0502020204030204" pitchFamily="34" charset="0"/>
                <a:cs typeface="Calibri" panose="020F0502020204030204" pitchFamily="34" charset="0"/>
              </a:rPr>
              <a:t>// Server port number</a:t>
            </a:r>
            <a:endParaRPr lang="en-US" sz="1200" b="0" dirty="0">
              <a:solidFill>
                <a:srgbClr val="000000"/>
              </a:solidFill>
              <a:effectLst/>
              <a:latin typeface="+mn-lt"/>
              <a:ea typeface="Calibri" panose="020F0502020204030204" pitchFamily="34" charset="0"/>
              <a:cs typeface="Calibri" panose="020F0502020204030204" pitchFamily="34" charset="0"/>
            </a:endParaRPr>
          </a:p>
          <a:p>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8000"/>
                </a:solidFill>
                <a:effectLst/>
                <a:latin typeface="+mn-lt"/>
                <a:ea typeface="Calibri" panose="020F0502020204030204" pitchFamily="34" charset="0"/>
                <a:cs typeface="Calibri" panose="020F0502020204030204" pitchFamily="34" charset="0"/>
              </a:rPr>
              <a:t>// Create a server socket to listen for incoming connections</a:t>
            </a:r>
            <a:endParaRPr lang="en-US" sz="1200" b="0" dirty="0">
              <a:solidFill>
                <a:srgbClr val="000000"/>
              </a:solidFill>
              <a:effectLst/>
              <a:latin typeface="+mn-lt"/>
              <a:ea typeface="Calibri" panose="020F0502020204030204" pitchFamily="34" charset="0"/>
              <a:cs typeface="Calibri" panose="020F0502020204030204" pitchFamily="34" charset="0"/>
            </a:endParaRP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8F08C4"/>
                </a:solidFill>
                <a:effectLst/>
                <a:latin typeface="+mn-lt"/>
                <a:ea typeface="Calibri" panose="020F0502020204030204" pitchFamily="34" charset="0"/>
                <a:cs typeface="Calibri" panose="020F0502020204030204" pitchFamily="34" charset="0"/>
              </a:rPr>
              <a:t>try</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ServerSocket</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000000"/>
                </a:solidFill>
                <a:effectLst/>
                <a:latin typeface="+mn-lt"/>
                <a:ea typeface="Calibri" panose="020F0502020204030204" pitchFamily="34" charset="0"/>
                <a:cs typeface="Calibri" panose="020F0502020204030204" pitchFamily="34" charset="0"/>
              </a:rPr>
              <a:t>serverSocket</a:t>
            </a:r>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a:solidFill>
                  <a:srgbClr val="8F08C4"/>
                </a:solidFill>
                <a:effectLst/>
                <a:latin typeface="+mn-lt"/>
                <a:ea typeface="Calibri" panose="020F0502020204030204" pitchFamily="34" charset="0"/>
                <a:cs typeface="Calibri" panose="020F0502020204030204" pitchFamily="34" charset="0"/>
              </a:rPr>
              <a:t>new</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74531F"/>
                </a:solidFill>
                <a:effectLst/>
                <a:latin typeface="+mn-lt"/>
                <a:ea typeface="Calibri" panose="020F0502020204030204" pitchFamily="34" charset="0"/>
                <a:cs typeface="Calibri" panose="020F0502020204030204" pitchFamily="34" charset="0"/>
              </a:rPr>
              <a:t>ServerSocket</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err="1">
                <a:solidFill>
                  <a:srgbClr val="1F377F"/>
                </a:solidFill>
                <a:effectLst/>
                <a:latin typeface="+mn-lt"/>
                <a:ea typeface="Calibri" panose="020F0502020204030204" pitchFamily="34" charset="0"/>
                <a:cs typeface="Calibri" panose="020F0502020204030204" pitchFamily="34" charset="0"/>
              </a:rPr>
              <a:t>portNumber</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2B91AF"/>
                </a:solidFill>
                <a:effectLst/>
                <a:latin typeface="+mn-lt"/>
                <a:ea typeface="Calibri" panose="020F0502020204030204" pitchFamily="34" charset="0"/>
                <a:cs typeface="Calibri" panose="020F0502020204030204" pitchFamily="34" charset="0"/>
              </a:rPr>
              <a:t>Socket</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000000"/>
                </a:solidFill>
                <a:effectLst/>
                <a:latin typeface="+mn-lt"/>
                <a:ea typeface="Calibri" panose="020F0502020204030204" pitchFamily="34" charset="0"/>
                <a:cs typeface="Calibri" panose="020F0502020204030204" pitchFamily="34" charset="0"/>
              </a:rPr>
              <a:t>clientSocket</a:t>
            </a:r>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err="1">
                <a:solidFill>
                  <a:srgbClr val="000000"/>
                </a:solidFill>
                <a:effectLst/>
                <a:latin typeface="+mn-lt"/>
                <a:ea typeface="Calibri" panose="020F0502020204030204" pitchFamily="34" charset="0"/>
                <a:cs typeface="Calibri" panose="020F0502020204030204" pitchFamily="34" charset="0"/>
              </a:rPr>
              <a:t>serverSocket.</a:t>
            </a:r>
            <a:r>
              <a:rPr lang="en-US" sz="1200" b="0" dirty="0" err="1">
                <a:solidFill>
                  <a:srgbClr val="74531F"/>
                </a:solidFill>
                <a:effectLst/>
                <a:latin typeface="+mn-lt"/>
                <a:ea typeface="Calibri" panose="020F0502020204030204" pitchFamily="34" charset="0"/>
                <a:cs typeface="Calibri" panose="020F0502020204030204" pitchFamily="34" charset="0"/>
              </a:rPr>
              <a:t>accept</a:t>
            </a:r>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BufferedReader</a:t>
            </a:r>
            <a:r>
              <a:rPr lang="en-US" sz="1200" b="0" dirty="0">
                <a:solidFill>
                  <a:srgbClr val="000000"/>
                </a:solidFill>
                <a:effectLst/>
                <a:latin typeface="+mn-lt"/>
                <a:ea typeface="Calibri" panose="020F0502020204030204" pitchFamily="34" charset="0"/>
                <a:cs typeface="Calibri" panose="020F0502020204030204" pitchFamily="34" charset="0"/>
              </a:rPr>
              <a:t> in = </a:t>
            </a:r>
            <a:r>
              <a:rPr lang="en-US" sz="1200" b="0" dirty="0">
                <a:solidFill>
                  <a:srgbClr val="8F08C4"/>
                </a:solidFill>
                <a:effectLst/>
                <a:latin typeface="+mn-lt"/>
                <a:ea typeface="Calibri" panose="020F0502020204030204" pitchFamily="34" charset="0"/>
                <a:cs typeface="Calibri" panose="020F0502020204030204" pitchFamily="34" charset="0"/>
              </a:rPr>
              <a:t>new</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74531F"/>
                </a:solidFill>
                <a:effectLst/>
                <a:latin typeface="+mn-lt"/>
                <a:ea typeface="Calibri" panose="020F0502020204030204" pitchFamily="34" charset="0"/>
                <a:cs typeface="Calibri" panose="020F0502020204030204" pitchFamily="34" charset="0"/>
              </a:rPr>
              <a:t>BufferedReader</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8F08C4"/>
                </a:solidFill>
                <a:effectLst/>
                <a:latin typeface="+mn-lt"/>
                <a:ea typeface="Calibri" panose="020F0502020204030204" pitchFamily="34" charset="0"/>
                <a:cs typeface="Calibri" panose="020F0502020204030204" pitchFamily="34" charset="0"/>
              </a:rPr>
              <a:t>new</a:t>
            </a:r>
            <a:r>
              <a:rPr lang="en-US" sz="1200" b="0" dirty="0">
                <a:solidFill>
                  <a:srgbClr val="000000"/>
                </a:solidFill>
                <a:effectLst/>
                <a:latin typeface="+mn-lt"/>
                <a:ea typeface="Calibri" panose="020F0502020204030204" pitchFamily="34" charset="0"/>
                <a:cs typeface="Calibri" panose="020F0502020204030204" pitchFamily="34" charset="0"/>
              </a:rPr>
              <a:t> </a:t>
            </a:r>
            <a:br>
              <a:rPr lang="en-US" sz="1200" b="0" dirty="0">
                <a:solidFill>
                  <a:srgbClr val="000000"/>
                </a:solidFill>
                <a:effectLst/>
                <a:latin typeface="+mn-lt"/>
                <a:ea typeface="Calibri" panose="020F0502020204030204" pitchFamily="34" charset="0"/>
                <a:cs typeface="Calibri" panose="020F0502020204030204" pitchFamily="34" charset="0"/>
              </a:rPr>
            </a:b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74531F"/>
                </a:solidFill>
                <a:effectLst/>
                <a:latin typeface="+mn-lt"/>
                <a:ea typeface="Calibri" panose="020F0502020204030204" pitchFamily="34" charset="0"/>
                <a:cs typeface="Calibri" panose="020F0502020204030204" pitchFamily="34" charset="0"/>
              </a:rPr>
              <a:t>InputStreamReader</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err="1">
                <a:solidFill>
                  <a:srgbClr val="000000"/>
                </a:solidFill>
                <a:effectLst/>
                <a:latin typeface="+mn-lt"/>
                <a:ea typeface="Calibri" panose="020F0502020204030204" pitchFamily="34" charset="0"/>
                <a:cs typeface="Calibri" panose="020F0502020204030204" pitchFamily="34" charset="0"/>
              </a:rPr>
              <a:t>clientSocket.</a:t>
            </a:r>
            <a:r>
              <a:rPr lang="en-US" sz="1200" b="0" dirty="0" err="1">
                <a:solidFill>
                  <a:srgbClr val="74531F"/>
                </a:solidFill>
                <a:effectLst/>
                <a:latin typeface="+mn-lt"/>
                <a:ea typeface="Calibri" panose="020F0502020204030204" pitchFamily="34" charset="0"/>
                <a:cs typeface="Calibri" panose="020F0502020204030204" pitchFamily="34" charset="0"/>
              </a:rPr>
              <a:t>getInputStream</a:t>
            </a:r>
            <a:r>
              <a:rPr lang="en-US" sz="1200" b="0" dirty="0">
                <a:solidFill>
                  <a:srgbClr val="000000"/>
                </a:solidFill>
                <a:effectLst/>
                <a:latin typeface="+mn-lt"/>
                <a:ea typeface="Calibri" panose="020F0502020204030204" pitchFamily="34" charset="0"/>
                <a:cs typeface="Calibri" panose="020F0502020204030204" pitchFamily="34" charset="0"/>
              </a:rPr>
              <a:t>()))) {    </a:t>
            </a:r>
          </a:p>
          <a:p>
            <a:br>
              <a:rPr lang="en-US" sz="1200" b="0" dirty="0">
                <a:solidFill>
                  <a:srgbClr val="000000"/>
                </a:solidFill>
                <a:effectLst/>
                <a:latin typeface="+mn-lt"/>
                <a:ea typeface="Calibri" panose="020F0502020204030204" pitchFamily="34" charset="0"/>
                <a:cs typeface="Calibri" panose="020F0502020204030204" pitchFamily="34" charset="0"/>
              </a:rPr>
            </a:b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8000"/>
                </a:solidFill>
                <a:effectLst/>
                <a:latin typeface="+mn-lt"/>
                <a:ea typeface="Calibri" panose="020F0502020204030204" pitchFamily="34" charset="0"/>
                <a:cs typeface="Calibri" panose="020F0502020204030204" pitchFamily="34" charset="0"/>
              </a:rPr>
              <a:t>// Read and print messages from the client in a loop</a:t>
            </a:r>
            <a:endParaRPr lang="en-US" sz="1200" b="0" dirty="0">
              <a:solidFill>
                <a:srgbClr val="000000"/>
              </a:solidFill>
              <a:effectLst/>
              <a:latin typeface="+mn-lt"/>
              <a:ea typeface="Calibri" panose="020F0502020204030204" pitchFamily="34" charset="0"/>
              <a:cs typeface="Calibri" panose="020F0502020204030204" pitchFamily="34" charset="0"/>
            </a:endParaRP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2B91AF"/>
                </a:solidFill>
                <a:effectLst/>
                <a:latin typeface="+mn-lt"/>
                <a:ea typeface="Calibri" panose="020F0502020204030204" pitchFamily="34" charset="0"/>
                <a:cs typeface="Calibri" panose="020F0502020204030204" pitchFamily="34" charset="0"/>
              </a:rPr>
              <a:t>String</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1F377F"/>
                </a:solidFill>
                <a:effectLst/>
                <a:latin typeface="+mn-lt"/>
                <a:ea typeface="Calibri" panose="020F0502020204030204" pitchFamily="34" charset="0"/>
                <a:cs typeface="Calibri" panose="020F0502020204030204" pitchFamily="34" charset="0"/>
              </a:rPr>
              <a:t>message</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8F08C4"/>
                </a:solidFill>
                <a:effectLst/>
                <a:latin typeface="+mn-lt"/>
                <a:ea typeface="Calibri" panose="020F0502020204030204" pitchFamily="34" charset="0"/>
                <a:cs typeface="Calibri" panose="020F0502020204030204" pitchFamily="34" charset="0"/>
              </a:rPr>
              <a:t>while</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1F377F"/>
                </a:solidFill>
                <a:effectLst/>
                <a:latin typeface="+mn-lt"/>
                <a:ea typeface="Calibri" panose="020F0502020204030204" pitchFamily="34" charset="0"/>
                <a:cs typeface="Calibri" panose="020F0502020204030204" pitchFamily="34" charset="0"/>
              </a:rPr>
              <a:t>message</a:t>
            </a:r>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err="1">
                <a:solidFill>
                  <a:srgbClr val="000000"/>
                </a:solidFill>
                <a:effectLst/>
                <a:latin typeface="+mn-lt"/>
                <a:ea typeface="Calibri" panose="020F0502020204030204" pitchFamily="34" charset="0"/>
                <a:cs typeface="Calibri" panose="020F0502020204030204" pitchFamily="34" charset="0"/>
              </a:rPr>
              <a:t>in.</a:t>
            </a:r>
            <a:r>
              <a:rPr lang="en-US" sz="1200" b="0" dirty="0" err="1">
                <a:solidFill>
                  <a:srgbClr val="74531F"/>
                </a:solidFill>
                <a:effectLst/>
                <a:latin typeface="+mn-lt"/>
                <a:ea typeface="Calibri" panose="020F0502020204030204" pitchFamily="34" charset="0"/>
                <a:cs typeface="Calibri" panose="020F0502020204030204" pitchFamily="34" charset="0"/>
              </a:rPr>
              <a:t>readLine</a:t>
            </a:r>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a:solidFill>
                  <a:srgbClr val="0000FF"/>
                </a:solidFill>
                <a:effectLst/>
                <a:latin typeface="+mn-lt"/>
                <a:ea typeface="Calibri" panose="020F0502020204030204" pitchFamily="34" charset="0"/>
                <a:cs typeface="Calibri" panose="020F0502020204030204" pitchFamily="34" charset="0"/>
              </a:rPr>
              <a:t>null</a:t>
            </a:r>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8000"/>
                </a:solidFill>
                <a:effectLst/>
                <a:latin typeface="+mn-lt"/>
                <a:ea typeface="Calibri" panose="020F0502020204030204" pitchFamily="34" charset="0"/>
                <a:cs typeface="Calibri" panose="020F0502020204030204" pitchFamily="34" charset="0"/>
              </a:rPr>
              <a:t>// If the client sends "bye", exit the loop</a:t>
            </a:r>
            <a:endParaRPr lang="en-US" sz="1200" b="0" dirty="0">
              <a:solidFill>
                <a:srgbClr val="000000"/>
              </a:solidFill>
              <a:effectLst/>
              <a:latin typeface="+mn-lt"/>
              <a:ea typeface="Calibri" panose="020F0502020204030204" pitchFamily="34" charset="0"/>
              <a:cs typeface="Calibri" panose="020F0502020204030204" pitchFamily="34" charset="0"/>
            </a:endParaRP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8F08C4"/>
                </a:solidFill>
                <a:effectLst/>
                <a:latin typeface="+mn-lt"/>
                <a:ea typeface="Calibri" panose="020F0502020204030204" pitchFamily="34" charset="0"/>
                <a:cs typeface="Calibri" panose="020F0502020204030204" pitchFamily="34" charset="0"/>
              </a:rPr>
              <a:t>if</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1F377F"/>
                </a:solidFill>
                <a:effectLst/>
                <a:latin typeface="+mn-lt"/>
                <a:ea typeface="Calibri" panose="020F0502020204030204" pitchFamily="34" charset="0"/>
                <a:cs typeface="Calibri" panose="020F0502020204030204" pitchFamily="34" charset="0"/>
              </a:rPr>
              <a:t>message</a:t>
            </a:r>
            <a:r>
              <a:rPr lang="en-US" sz="1200" b="0" dirty="0" err="1">
                <a:solidFill>
                  <a:srgbClr val="000000"/>
                </a:solidFill>
                <a:effectLst/>
                <a:latin typeface="+mn-lt"/>
                <a:ea typeface="Calibri" panose="020F0502020204030204" pitchFamily="34" charset="0"/>
                <a:cs typeface="Calibri" panose="020F0502020204030204" pitchFamily="34" charset="0"/>
              </a:rPr>
              <a:t>.</a:t>
            </a:r>
            <a:r>
              <a:rPr lang="en-US" sz="1200" b="0" dirty="0" err="1">
                <a:solidFill>
                  <a:srgbClr val="74531F"/>
                </a:solidFill>
                <a:effectLst/>
                <a:latin typeface="+mn-lt"/>
                <a:ea typeface="Calibri" panose="020F0502020204030204" pitchFamily="34" charset="0"/>
                <a:cs typeface="Calibri" panose="020F0502020204030204" pitchFamily="34" charset="0"/>
              </a:rPr>
              <a:t>equals</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A31515"/>
                </a:solidFill>
                <a:effectLst/>
                <a:latin typeface="+mn-lt"/>
                <a:ea typeface="Calibri" panose="020F0502020204030204" pitchFamily="34" charset="0"/>
                <a:cs typeface="Calibri" panose="020F0502020204030204" pitchFamily="34" charset="0"/>
              </a:rPr>
              <a:t>bye</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System</a:t>
            </a:r>
            <a:r>
              <a:rPr lang="en-US" sz="1200" b="0" dirty="0" err="1">
                <a:solidFill>
                  <a:srgbClr val="000000"/>
                </a:solidFill>
                <a:effectLst/>
                <a:latin typeface="+mn-lt"/>
                <a:ea typeface="Calibri" panose="020F0502020204030204" pitchFamily="34" charset="0"/>
                <a:cs typeface="Calibri" panose="020F0502020204030204" pitchFamily="34" charset="0"/>
              </a:rPr>
              <a:t>.out.</a:t>
            </a:r>
            <a:r>
              <a:rPr lang="en-US" sz="1200" b="0" dirty="0" err="1">
                <a:solidFill>
                  <a:srgbClr val="74531F"/>
                </a:solidFill>
                <a:effectLst/>
                <a:latin typeface="+mn-lt"/>
                <a:ea typeface="Calibri" panose="020F0502020204030204" pitchFamily="34" charset="0"/>
                <a:cs typeface="Calibri" panose="020F0502020204030204" pitchFamily="34" charset="0"/>
              </a:rPr>
              <a:t>println</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A31515"/>
                </a:solidFill>
                <a:effectLst/>
                <a:latin typeface="+mn-lt"/>
                <a:ea typeface="Calibri" panose="020F0502020204030204" pitchFamily="34" charset="0"/>
                <a:cs typeface="Calibri" panose="020F0502020204030204" pitchFamily="34" charset="0"/>
              </a:rPr>
              <a:t>Client has requested to end the session.</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8F08C4"/>
                </a:solidFill>
                <a:effectLst/>
                <a:latin typeface="+mn-lt"/>
                <a:ea typeface="Calibri" panose="020F0502020204030204" pitchFamily="34" charset="0"/>
                <a:cs typeface="Calibri" panose="020F0502020204030204" pitchFamily="34" charset="0"/>
              </a:rPr>
              <a:t>break</a:t>
            </a:r>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p>
          <a:p>
            <a:br>
              <a:rPr lang="en-US" sz="1200" b="0" dirty="0">
                <a:solidFill>
                  <a:srgbClr val="000000"/>
                </a:solidFill>
                <a:effectLst/>
                <a:latin typeface="+mn-lt"/>
                <a:ea typeface="Calibri" panose="020F0502020204030204" pitchFamily="34" charset="0"/>
                <a:cs typeface="Calibri" panose="020F0502020204030204" pitchFamily="34" charset="0"/>
              </a:rPr>
            </a:b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8000"/>
                </a:solidFill>
                <a:effectLst/>
                <a:latin typeface="+mn-lt"/>
                <a:ea typeface="Calibri" panose="020F0502020204030204" pitchFamily="34" charset="0"/>
                <a:cs typeface="Calibri" panose="020F0502020204030204" pitchFamily="34" charset="0"/>
              </a:rPr>
              <a:t>// Print the message on the line printer</a:t>
            </a:r>
            <a:endParaRPr lang="en-US" sz="1200" b="0" dirty="0">
              <a:solidFill>
                <a:srgbClr val="000000"/>
              </a:solidFill>
              <a:effectLst/>
              <a:latin typeface="+mn-lt"/>
              <a:ea typeface="Calibri" panose="020F0502020204030204" pitchFamily="34" charset="0"/>
              <a:cs typeface="Calibri" panose="020F0502020204030204" pitchFamily="34" charset="0"/>
            </a:endParaRP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System</a:t>
            </a:r>
            <a:r>
              <a:rPr lang="en-US" sz="1200" b="0" dirty="0" err="1">
                <a:solidFill>
                  <a:srgbClr val="000000"/>
                </a:solidFill>
                <a:effectLst/>
                <a:latin typeface="+mn-lt"/>
                <a:ea typeface="Calibri" panose="020F0502020204030204" pitchFamily="34" charset="0"/>
                <a:cs typeface="Calibri" panose="020F0502020204030204" pitchFamily="34" charset="0"/>
              </a:rPr>
              <a:t>.out.</a:t>
            </a:r>
            <a:r>
              <a:rPr lang="en-US" sz="1200" b="0" dirty="0" err="1">
                <a:solidFill>
                  <a:srgbClr val="74531F"/>
                </a:solidFill>
                <a:effectLst/>
                <a:latin typeface="+mn-lt"/>
                <a:ea typeface="Calibri" panose="020F0502020204030204" pitchFamily="34" charset="0"/>
                <a:cs typeface="Calibri" panose="020F0502020204030204" pitchFamily="34" charset="0"/>
              </a:rPr>
              <a:t>println</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A31515"/>
                </a:solidFill>
                <a:effectLst/>
                <a:latin typeface="+mn-lt"/>
                <a:ea typeface="Calibri" panose="020F0502020204030204" pitchFamily="34" charset="0"/>
                <a:cs typeface="Calibri" panose="020F0502020204030204" pitchFamily="34" charset="0"/>
              </a:rPr>
              <a:t>Message from client: </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a:solidFill>
                  <a:srgbClr val="1F377F"/>
                </a:solidFill>
                <a:effectLst/>
                <a:latin typeface="+mn-lt"/>
                <a:ea typeface="Calibri" panose="020F0502020204030204" pitchFamily="34" charset="0"/>
                <a:cs typeface="Calibri" panose="020F0502020204030204" pitchFamily="34" charset="0"/>
              </a:rPr>
              <a:t>message</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a:solidFill>
                  <a:srgbClr val="8F08C4"/>
                </a:solidFill>
                <a:effectLst/>
                <a:latin typeface="+mn-lt"/>
                <a:ea typeface="Calibri" panose="020F0502020204030204" pitchFamily="34" charset="0"/>
                <a:cs typeface="Calibri" panose="020F0502020204030204" pitchFamily="34" charset="0"/>
              </a:rPr>
              <a:t>catch</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IOException</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1F377F"/>
                </a:solidFill>
                <a:effectLst/>
                <a:latin typeface="+mn-lt"/>
                <a:ea typeface="Calibri" panose="020F0502020204030204" pitchFamily="34" charset="0"/>
                <a:cs typeface="Calibri" panose="020F0502020204030204" pitchFamily="34" charset="0"/>
              </a:rPr>
              <a:t>e</a:t>
            </a:r>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System</a:t>
            </a:r>
            <a:r>
              <a:rPr lang="en-US" sz="1200" b="0" dirty="0" err="1">
                <a:solidFill>
                  <a:srgbClr val="000000"/>
                </a:solidFill>
                <a:effectLst/>
                <a:latin typeface="+mn-lt"/>
                <a:ea typeface="Calibri" panose="020F0502020204030204" pitchFamily="34" charset="0"/>
                <a:cs typeface="Calibri" panose="020F0502020204030204" pitchFamily="34" charset="0"/>
              </a:rPr>
              <a:t>.err.</a:t>
            </a:r>
            <a:r>
              <a:rPr lang="en-US" sz="1200" b="0" dirty="0" err="1">
                <a:solidFill>
                  <a:srgbClr val="74531F"/>
                </a:solidFill>
                <a:effectLst/>
                <a:latin typeface="+mn-lt"/>
                <a:ea typeface="Calibri" panose="020F0502020204030204" pitchFamily="34" charset="0"/>
                <a:cs typeface="Calibri" panose="020F0502020204030204" pitchFamily="34" charset="0"/>
              </a:rPr>
              <a:t>println</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A31515"/>
                </a:solidFill>
                <a:effectLst/>
                <a:latin typeface="+mn-lt"/>
                <a:ea typeface="Calibri" panose="020F0502020204030204" pitchFamily="34" charset="0"/>
                <a:cs typeface="Calibri" panose="020F0502020204030204" pitchFamily="34" charset="0"/>
              </a:rPr>
              <a:t>I/O error: </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err="1">
                <a:solidFill>
                  <a:srgbClr val="1F377F"/>
                </a:solidFill>
                <a:effectLst/>
                <a:latin typeface="+mn-lt"/>
                <a:ea typeface="Calibri" panose="020F0502020204030204" pitchFamily="34" charset="0"/>
                <a:cs typeface="Calibri" panose="020F0502020204030204" pitchFamily="34" charset="0"/>
              </a:rPr>
              <a:t>e</a:t>
            </a:r>
            <a:r>
              <a:rPr lang="en-US" sz="1200" b="0" dirty="0" err="1">
                <a:solidFill>
                  <a:srgbClr val="000000"/>
                </a:solidFill>
                <a:effectLst/>
                <a:latin typeface="+mn-lt"/>
                <a:ea typeface="Calibri" panose="020F0502020204030204" pitchFamily="34" charset="0"/>
                <a:cs typeface="Calibri" panose="020F0502020204030204" pitchFamily="34" charset="0"/>
              </a:rPr>
              <a:t>.</a:t>
            </a:r>
            <a:r>
              <a:rPr lang="en-US" sz="1200" b="0" dirty="0" err="1">
                <a:solidFill>
                  <a:srgbClr val="74531F"/>
                </a:solidFill>
                <a:effectLst/>
                <a:latin typeface="+mn-lt"/>
                <a:ea typeface="Calibri" panose="020F0502020204030204" pitchFamily="34" charset="0"/>
                <a:cs typeface="Calibri" panose="020F0502020204030204" pitchFamily="34" charset="0"/>
              </a:rPr>
              <a:t>getMessage</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System</a:t>
            </a:r>
            <a:r>
              <a:rPr lang="en-US" sz="1200" b="0" dirty="0" err="1">
                <a:solidFill>
                  <a:srgbClr val="000000"/>
                </a:solidFill>
                <a:effectLst/>
                <a:latin typeface="+mn-lt"/>
                <a:ea typeface="Calibri" panose="020F0502020204030204" pitchFamily="34" charset="0"/>
                <a:cs typeface="Calibri" panose="020F0502020204030204" pitchFamily="34" charset="0"/>
              </a:rPr>
              <a:t>.</a:t>
            </a:r>
            <a:r>
              <a:rPr lang="en-US" sz="1200" b="0" dirty="0" err="1">
                <a:solidFill>
                  <a:srgbClr val="74531F"/>
                </a:solidFill>
                <a:effectLst/>
                <a:latin typeface="+mn-lt"/>
                <a:ea typeface="Calibri" panose="020F0502020204030204" pitchFamily="34" charset="0"/>
                <a:cs typeface="Calibri" panose="020F0502020204030204" pitchFamily="34" charset="0"/>
              </a:rPr>
              <a:t>exit</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098658"/>
                </a:solidFill>
                <a:effectLst/>
                <a:latin typeface="+mn-lt"/>
                <a:ea typeface="Calibri" panose="020F0502020204030204" pitchFamily="34" charset="0"/>
                <a:cs typeface="Calibri" panose="020F0502020204030204" pitchFamily="34" charset="0"/>
              </a:rPr>
              <a:t>1</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200" dirty="0">
              <a:effectLst/>
              <a:latin typeface="+mn-lt"/>
              <a:ea typeface="Calibri" panose="020F0502020204030204" pitchFamily="34" charset="0"/>
              <a:cs typeface="Calibri" panose="020F0502020204030204" pitchFamily="34" charset="0"/>
            </a:endParaRPr>
          </a:p>
        </p:txBody>
      </p:sp>
      <p:sp>
        <p:nvSpPr>
          <p:cNvPr id="3" name="TextBox 2"/>
          <p:cNvSpPr txBox="1"/>
          <p:nvPr/>
        </p:nvSpPr>
        <p:spPr>
          <a:xfrm>
            <a:off x="10442229" y="798924"/>
            <a:ext cx="1222998" cy="461665"/>
          </a:xfrm>
          <a:prstGeom prst="rect">
            <a:avLst/>
          </a:prstGeom>
          <a:solidFill>
            <a:schemeClr val="bg1"/>
          </a:solidFill>
          <a:ln>
            <a:solidFill>
              <a:schemeClr val="accent1">
                <a:shade val="50000"/>
              </a:schemeClr>
            </a:solidFill>
          </a:ln>
        </p:spPr>
        <p:txBody>
          <a:bodyPr wrap="square" rtlCol="1">
            <a:sp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Server</a:t>
            </a:r>
            <a:endParaRPr lang="he-IL"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p:cNvSpPr txBox="1"/>
          <p:nvPr/>
        </p:nvSpPr>
        <p:spPr>
          <a:xfrm>
            <a:off x="12388" y="670956"/>
            <a:ext cx="5901232" cy="6187044"/>
          </a:xfrm>
          <a:prstGeom prst="rect">
            <a:avLst/>
          </a:prstGeom>
          <a:solidFill>
            <a:schemeClr val="accent6">
              <a:lumMod val="20000"/>
              <a:lumOff val="80000"/>
            </a:schemeClr>
          </a:solidFill>
          <a:ln>
            <a:solidFill>
              <a:schemeClr val="accent1"/>
            </a:solidFill>
          </a:ln>
        </p:spPr>
        <p:txBody>
          <a:bodyPr wrap="square" lIns="91440" tIns="0" rIns="0" bIns="0" rtlCol="1">
            <a:noAutofit/>
          </a:bodyPr>
          <a:lstStyle/>
          <a:p>
            <a:r>
              <a:rPr lang="en-US" sz="1200" b="0" dirty="0">
                <a:solidFill>
                  <a:srgbClr val="0000FF"/>
                </a:solidFill>
                <a:effectLst/>
                <a:latin typeface="+mn-lt"/>
                <a:ea typeface="Calibri" panose="020F0502020204030204" pitchFamily="34" charset="0"/>
                <a:cs typeface="Calibri" panose="020F0502020204030204" pitchFamily="34" charset="0"/>
              </a:rPr>
              <a:t>import</a:t>
            </a:r>
            <a:r>
              <a:rPr lang="en-US" sz="1200" b="0" dirty="0">
                <a:solidFill>
                  <a:srgbClr val="000000"/>
                </a:solidFill>
                <a:effectLst/>
                <a:latin typeface="+mn-lt"/>
                <a:ea typeface="Calibri" panose="020F0502020204030204" pitchFamily="34" charset="0"/>
                <a:cs typeface="Calibri" panose="020F0502020204030204" pitchFamily="34" charset="0"/>
              </a:rPr>
              <a:t> java.io.*;</a:t>
            </a:r>
          </a:p>
          <a:p>
            <a:r>
              <a:rPr lang="en-US" sz="1200" b="0" dirty="0">
                <a:solidFill>
                  <a:srgbClr val="0000FF"/>
                </a:solidFill>
                <a:effectLst/>
                <a:latin typeface="+mn-lt"/>
                <a:ea typeface="Calibri" panose="020F0502020204030204" pitchFamily="34" charset="0"/>
                <a:cs typeface="Calibri" panose="020F0502020204030204" pitchFamily="34" charset="0"/>
              </a:rPr>
              <a:t>import</a:t>
            </a:r>
            <a:r>
              <a:rPr lang="en-US" sz="1200" b="0" dirty="0">
                <a:solidFill>
                  <a:srgbClr val="000000"/>
                </a:solidFill>
                <a:effectLst/>
                <a:latin typeface="+mn-lt"/>
                <a:ea typeface="Calibri" panose="020F0502020204030204" pitchFamily="34" charset="0"/>
                <a:cs typeface="Calibri" panose="020F0502020204030204" pitchFamily="34" charset="0"/>
              </a:rPr>
              <a:t> java.net.*;</a:t>
            </a:r>
          </a:p>
          <a:p>
            <a:br>
              <a:rPr lang="en-US" sz="1200" b="0" dirty="0">
                <a:solidFill>
                  <a:srgbClr val="000000"/>
                </a:solidFill>
                <a:effectLst/>
                <a:latin typeface="+mn-lt"/>
                <a:ea typeface="Calibri" panose="020F0502020204030204" pitchFamily="34" charset="0"/>
                <a:cs typeface="Calibri" panose="020F0502020204030204" pitchFamily="34" charset="0"/>
              </a:rPr>
            </a:br>
            <a:r>
              <a:rPr lang="en-US" sz="1200" b="0" dirty="0">
                <a:solidFill>
                  <a:srgbClr val="0000FF"/>
                </a:solidFill>
                <a:effectLst/>
                <a:latin typeface="+mn-lt"/>
                <a:ea typeface="Calibri" panose="020F0502020204030204" pitchFamily="34" charset="0"/>
                <a:cs typeface="Calibri" panose="020F0502020204030204" pitchFamily="34" charset="0"/>
              </a:rPr>
              <a:t>public</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00FF"/>
                </a:solidFill>
                <a:effectLst/>
                <a:latin typeface="+mn-lt"/>
                <a:ea typeface="Calibri" panose="020F0502020204030204" pitchFamily="34" charset="0"/>
                <a:cs typeface="Calibri" panose="020F0502020204030204" pitchFamily="34" charset="0"/>
              </a:rPr>
              <a:t>class</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LPClient</a:t>
            </a:r>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00FF"/>
                </a:solidFill>
                <a:effectLst/>
                <a:latin typeface="+mn-lt"/>
                <a:ea typeface="Calibri" panose="020F0502020204030204" pitchFamily="34" charset="0"/>
                <a:cs typeface="Calibri" panose="020F0502020204030204" pitchFamily="34" charset="0"/>
              </a:rPr>
              <a:t>public</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00FF"/>
                </a:solidFill>
                <a:effectLst/>
                <a:latin typeface="+mn-lt"/>
                <a:ea typeface="Calibri" panose="020F0502020204030204" pitchFamily="34" charset="0"/>
                <a:cs typeface="Calibri" panose="020F0502020204030204" pitchFamily="34" charset="0"/>
              </a:rPr>
              <a:t>static</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2B91AF"/>
                </a:solidFill>
                <a:effectLst/>
                <a:latin typeface="+mn-lt"/>
                <a:ea typeface="Calibri" panose="020F0502020204030204" pitchFamily="34" charset="0"/>
                <a:cs typeface="Calibri" panose="020F0502020204030204" pitchFamily="34" charset="0"/>
              </a:rPr>
              <a:t>void</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74531F"/>
                </a:solidFill>
                <a:effectLst/>
                <a:latin typeface="+mn-lt"/>
                <a:ea typeface="Calibri" panose="020F0502020204030204" pitchFamily="34" charset="0"/>
                <a:cs typeface="Calibri" panose="020F0502020204030204" pitchFamily="34" charset="0"/>
              </a:rPr>
              <a:t>main</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2B91AF"/>
                </a:solidFill>
                <a:effectLst/>
                <a:latin typeface="+mn-lt"/>
                <a:ea typeface="Calibri" panose="020F0502020204030204" pitchFamily="34" charset="0"/>
                <a:cs typeface="Calibri" panose="020F0502020204030204" pitchFamily="34" charset="0"/>
              </a:rPr>
              <a:t>String</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808080"/>
                </a:solidFill>
                <a:effectLst/>
                <a:latin typeface="+mn-lt"/>
                <a:ea typeface="Calibri" panose="020F0502020204030204" pitchFamily="34" charset="0"/>
                <a:cs typeface="Calibri" panose="020F0502020204030204" pitchFamily="34" charset="0"/>
              </a:rPr>
              <a:t>args</a:t>
            </a:r>
            <a:r>
              <a:rPr lang="en-US" sz="1200" b="0" dirty="0">
                <a:solidFill>
                  <a:srgbClr val="000000"/>
                </a:solidFill>
                <a:effectLst/>
                <a:latin typeface="+mn-lt"/>
                <a:ea typeface="Calibri" panose="020F0502020204030204" pitchFamily="34" charset="0"/>
                <a:cs typeface="Calibri" panose="020F0502020204030204" pitchFamily="34" charset="0"/>
              </a:rPr>
              <a:t>) {</a:t>
            </a:r>
          </a:p>
          <a:p>
            <a:br>
              <a:rPr lang="en-US" sz="1200" b="0" dirty="0">
                <a:solidFill>
                  <a:srgbClr val="000000"/>
                </a:solidFill>
                <a:effectLst/>
                <a:latin typeface="+mn-lt"/>
                <a:ea typeface="Calibri" panose="020F0502020204030204" pitchFamily="34" charset="0"/>
                <a:cs typeface="Calibri" panose="020F0502020204030204" pitchFamily="34" charset="0"/>
              </a:rPr>
            </a:b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2B91AF"/>
                </a:solidFill>
                <a:effectLst/>
                <a:latin typeface="+mn-lt"/>
                <a:ea typeface="Calibri" panose="020F0502020204030204" pitchFamily="34" charset="0"/>
                <a:cs typeface="Calibri" panose="020F0502020204030204" pitchFamily="34" charset="0"/>
              </a:rPr>
              <a:t>String</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1F377F"/>
                </a:solidFill>
                <a:effectLst/>
                <a:latin typeface="+mn-lt"/>
                <a:ea typeface="Calibri" panose="020F0502020204030204" pitchFamily="34" charset="0"/>
                <a:cs typeface="Calibri" panose="020F0502020204030204" pitchFamily="34" charset="0"/>
              </a:rPr>
              <a:t>serverHostname</a:t>
            </a:r>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err="1">
                <a:solidFill>
                  <a:srgbClr val="808080"/>
                </a:solidFill>
                <a:effectLst/>
                <a:latin typeface="+mn-lt"/>
                <a:ea typeface="Calibri" panose="020F0502020204030204" pitchFamily="34" charset="0"/>
                <a:cs typeface="Calibri" panose="020F0502020204030204" pitchFamily="34" charset="0"/>
              </a:rPr>
              <a:t>args</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098658"/>
                </a:solidFill>
                <a:effectLst/>
                <a:latin typeface="+mn-lt"/>
                <a:ea typeface="Calibri" panose="020F0502020204030204" pitchFamily="34" charset="0"/>
                <a:cs typeface="Calibri" panose="020F0502020204030204" pitchFamily="34" charset="0"/>
              </a:rPr>
              <a:t>0</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8000"/>
                </a:solidFill>
                <a:effectLst/>
                <a:latin typeface="+mn-lt"/>
                <a:ea typeface="Calibri" panose="020F0502020204030204" pitchFamily="34" charset="0"/>
                <a:cs typeface="Calibri" panose="020F0502020204030204" pitchFamily="34" charset="0"/>
              </a:rPr>
              <a:t>// Server hostname</a:t>
            </a:r>
            <a:endParaRPr lang="en-US" sz="1200" b="0" dirty="0">
              <a:solidFill>
                <a:srgbClr val="000000"/>
              </a:solidFill>
              <a:effectLst/>
              <a:latin typeface="+mn-lt"/>
              <a:ea typeface="Calibri" panose="020F0502020204030204" pitchFamily="34" charset="0"/>
              <a:cs typeface="Calibri" panose="020F0502020204030204" pitchFamily="34" charset="0"/>
            </a:endParaRP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2B91AF"/>
                </a:solidFill>
                <a:effectLst/>
                <a:latin typeface="+mn-lt"/>
                <a:ea typeface="Calibri" panose="020F0502020204030204" pitchFamily="34" charset="0"/>
                <a:cs typeface="Calibri" panose="020F0502020204030204" pitchFamily="34" charset="0"/>
              </a:rPr>
              <a:t>int</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1F377F"/>
                </a:solidFill>
                <a:effectLst/>
                <a:latin typeface="+mn-lt"/>
                <a:ea typeface="Calibri" panose="020F0502020204030204" pitchFamily="34" charset="0"/>
                <a:cs typeface="Calibri" panose="020F0502020204030204" pitchFamily="34" charset="0"/>
              </a:rPr>
              <a:t>portNumber</a:t>
            </a:r>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err="1">
                <a:solidFill>
                  <a:srgbClr val="2B91AF"/>
                </a:solidFill>
                <a:effectLst/>
                <a:latin typeface="+mn-lt"/>
                <a:ea typeface="Calibri" panose="020F0502020204030204" pitchFamily="34" charset="0"/>
                <a:cs typeface="Calibri" panose="020F0502020204030204" pitchFamily="34" charset="0"/>
              </a:rPr>
              <a:t>Integer</a:t>
            </a:r>
            <a:r>
              <a:rPr lang="en-US" sz="1200" b="0" dirty="0" err="1">
                <a:solidFill>
                  <a:srgbClr val="000000"/>
                </a:solidFill>
                <a:effectLst/>
                <a:latin typeface="+mn-lt"/>
                <a:ea typeface="Calibri" panose="020F0502020204030204" pitchFamily="34" charset="0"/>
                <a:cs typeface="Calibri" panose="020F0502020204030204" pitchFamily="34" charset="0"/>
              </a:rPr>
              <a:t>.</a:t>
            </a:r>
            <a:r>
              <a:rPr lang="en-US" sz="1200" b="0" dirty="0" err="1">
                <a:solidFill>
                  <a:srgbClr val="74531F"/>
                </a:solidFill>
                <a:effectLst/>
                <a:latin typeface="+mn-lt"/>
                <a:ea typeface="Calibri" panose="020F0502020204030204" pitchFamily="34" charset="0"/>
                <a:cs typeface="Calibri" panose="020F0502020204030204" pitchFamily="34" charset="0"/>
              </a:rPr>
              <a:t>parseInt</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err="1">
                <a:solidFill>
                  <a:srgbClr val="808080"/>
                </a:solidFill>
                <a:effectLst/>
                <a:latin typeface="+mn-lt"/>
                <a:ea typeface="Calibri" panose="020F0502020204030204" pitchFamily="34" charset="0"/>
                <a:cs typeface="Calibri" panose="020F0502020204030204" pitchFamily="34" charset="0"/>
              </a:rPr>
              <a:t>args</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098658"/>
                </a:solidFill>
                <a:effectLst/>
                <a:latin typeface="+mn-lt"/>
                <a:ea typeface="Calibri" panose="020F0502020204030204" pitchFamily="34" charset="0"/>
                <a:cs typeface="Calibri" panose="020F0502020204030204" pitchFamily="34" charset="0"/>
              </a:rPr>
              <a:t>1</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8000"/>
                </a:solidFill>
                <a:effectLst/>
                <a:latin typeface="+mn-lt"/>
                <a:ea typeface="Calibri" panose="020F0502020204030204" pitchFamily="34" charset="0"/>
                <a:cs typeface="Calibri" panose="020F0502020204030204" pitchFamily="34" charset="0"/>
              </a:rPr>
              <a:t>// Server port number</a:t>
            </a:r>
            <a:endParaRPr lang="en-US" sz="1200" b="0" dirty="0">
              <a:solidFill>
                <a:srgbClr val="000000"/>
              </a:solidFill>
              <a:effectLst/>
              <a:latin typeface="+mn-lt"/>
              <a:ea typeface="Calibri" panose="020F0502020204030204" pitchFamily="34" charset="0"/>
              <a:cs typeface="Calibri" panose="020F0502020204030204" pitchFamily="34" charset="0"/>
            </a:endParaRPr>
          </a:p>
          <a:p>
            <a:br>
              <a:rPr lang="en-US" sz="1200" b="0" dirty="0">
                <a:solidFill>
                  <a:srgbClr val="000000"/>
                </a:solidFill>
                <a:effectLst/>
                <a:latin typeface="+mn-lt"/>
                <a:ea typeface="Calibri" panose="020F0502020204030204" pitchFamily="34" charset="0"/>
                <a:cs typeface="Calibri" panose="020F0502020204030204" pitchFamily="34" charset="0"/>
              </a:rPr>
            </a:b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8000"/>
                </a:solidFill>
                <a:effectLst/>
                <a:latin typeface="+mn-lt"/>
                <a:ea typeface="Calibri" panose="020F0502020204030204" pitchFamily="34" charset="0"/>
                <a:cs typeface="Calibri" panose="020F0502020204030204" pitchFamily="34" charset="0"/>
              </a:rPr>
              <a:t>// Create a socket to connect to the server using try-with-resources</a:t>
            </a:r>
            <a:endParaRPr lang="en-US" sz="1200" b="0" dirty="0">
              <a:solidFill>
                <a:srgbClr val="000000"/>
              </a:solidFill>
              <a:effectLst/>
              <a:latin typeface="+mn-lt"/>
              <a:ea typeface="Calibri" panose="020F0502020204030204" pitchFamily="34" charset="0"/>
              <a:cs typeface="Calibri" panose="020F0502020204030204" pitchFamily="34" charset="0"/>
            </a:endParaRP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8F08C4"/>
                </a:solidFill>
                <a:effectLst/>
                <a:latin typeface="+mn-lt"/>
                <a:ea typeface="Calibri" panose="020F0502020204030204" pitchFamily="34" charset="0"/>
                <a:cs typeface="Calibri" panose="020F0502020204030204" pitchFamily="34" charset="0"/>
              </a:rPr>
              <a:t>try</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2B91AF"/>
                </a:solidFill>
                <a:effectLst/>
                <a:latin typeface="+mn-lt"/>
                <a:ea typeface="Calibri" panose="020F0502020204030204" pitchFamily="34" charset="0"/>
                <a:cs typeface="Calibri" panose="020F0502020204030204" pitchFamily="34" charset="0"/>
              </a:rPr>
              <a:t>Socket</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000000"/>
                </a:solidFill>
                <a:effectLst/>
                <a:latin typeface="+mn-lt"/>
                <a:ea typeface="Calibri" panose="020F0502020204030204" pitchFamily="34" charset="0"/>
                <a:cs typeface="Calibri" panose="020F0502020204030204" pitchFamily="34" charset="0"/>
              </a:rPr>
              <a:t>socket</a:t>
            </a:r>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a:solidFill>
                  <a:srgbClr val="8F08C4"/>
                </a:solidFill>
                <a:effectLst/>
                <a:latin typeface="+mn-lt"/>
                <a:ea typeface="Calibri" panose="020F0502020204030204" pitchFamily="34" charset="0"/>
                <a:cs typeface="Calibri" panose="020F0502020204030204" pitchFamily="34" charset="0"/>
              </a:rPr>
              <a:t>new</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74531F"/>
                </a:solidFill>
                <a:effectLst/>
                <a:latin typeface="+mn-lt"/>
                <a:ea typeface="Calibri" panose="020F0502020204030204" pitchFamily="34" charset="0"/>
                <a:cs typeface="Calibri" panose="020F0502020204030204" pitchFamily="34" charset="0"/>
              </a:rPr>
              <a:t>Socket</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err="1">
                <a:solidFill>
                  <a:srgbClr val="1F377F"/>
                </a:solidFill>
                <a:effectLst/>
                <a:latin typeface="+mn-lt"/>
                <a:ea typeface="Calibri" panose="020F0502020204030204" pitchFamily="34" charset="0"/>
                <a:cs typeface="Calibri" panose="020F0502020204030204" pitchFamily="34" charset="0"/>
              </a:rPr>
              <a:t>serverHostname</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1F377F"/>
                </a:solidFill>
                <a:effectLst/>
                <a:latin typeface="+mn-lt"/>
                <a:ea typeface="Calibri" panose="020F0502020204030204" pitchFamily="34" charset="0"/>
                <a:cs typeface="Calibri" panose="020F0502020204030204" pitchFamily="34" charset="0"/>
              </a:rPr>
              <a:t>portNumber</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PrintWriter</a:t>
            </a:r>
            <a:r>
              <a:rPr lang="en-US" sz="1200" b="0" dirty="0">
                <a:solidFill>
                  <a:srgbClr val="000000"/>
                </a:solidFill>
                <a:effectLst/>
                <a:latin typeface="+mn-lt"/>
                <a:ea typeface="Calibri" panose="020F0502020204030204" pitchFamily="34" charset="0"/>
                <a:cs typeface="Calibri" panose="020F0502020204030204" pitchFamily="34" charset="0"/>
              </a:rPr>
              <a:t> out = </a:t>
            </a:r>
            <a:r>
              <a:rPr lang="en-US" sz="1200" b="0" dirty="0">
                <a:solidFill>
                  <a:srgbClr val="8F08C4"/>
                </a:solidFill>
                <a:effectLst/>
                <a:latin typeface="+mn-lt"/>
                <a:ea typeface="Calibri" panose="020F0502020204030204" pitchFamily="34" charset="0"/>
                <a:cs typeface="Calibri" panose="020F0502020204030204" pitchFamily="34" charset="0"/>
              </a:rPr>
              <a:t>new</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74531F"/>
                </a:solidFill>
                <a:effectLst/>
                <a:latin typeface="+mn-lt"/>
                <a:ea typeface="Calibri" panose="020F0502020204030204" pitchFamily="34" charset="0"/>
                <a:cs typeface="Calibri" panose="020F0502020204030204" pitchFamily="34" charset="0"/>
              </a:rPr>
              <a:t>PrintWriter</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err="1">
                <a:solidFill>
                  <a:srgbClr val="000000"/>
                </a:solidFill>
                <a:effectLst/>
                <a:latin typeface="+mn-lt"/>
                <a:ea typeface="Calibri" panose="020F0502020204030204" pitchFamily="34" charset="0"/>
                <a:cs typeface="Calibri" panose="020F0502020204030204" pitchFamily="34" charset="0"/>
              </a:rPr>
              <a:t>socket.</a:t>
            </a:r>
            <a:r>
              <a:rPr lang="en-US" sz="1200" b="0" dirty="0" err="1">
                <a:solidFill>
                  <a:srgbClr val="74531F"/>
                </a:solidFill>
                <a:effectLst/>
                <a:latin typeface="+mn-lt"/>
                <a:ea typeface="Calibri" panose="020F0502020204030204" pitchFamily="34" charset="0"/>
                <a:cs typeface="Calibri" panose="020F0502020204030204" pitchFamily="34" charset="0"/>
              </a:rPr>
              <a:t>getOutputStream</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00FF"/>
                </a:solidFill>
                <a:effectLst/>
                <a:latin typeface="+mn-lt"/>
                <a:ea typeface="Calibri" panose="020F0502020204030204" pitchFamily="34" charset="0"/>
                <a:cs typeface="Calibri" panose="020F0502020204030204" pitchFamily="34" charset="0"/>
              </a:rPr>
              <a:t>true);</a:t>
            </a:r>
            <a:endParaRPr lang="en-US" sz="1200" b="0" dirty="0">
              <a:solidFill>
                <a:srgbClr val="000000"/>
              </a:solidFill>
              <a:effectLst/>
              <a:latin typeface="+mn-lt"/>
              <a:ea typeface="Calibri" panose="020F0502020204030204" pitchFamily="34" charset="0"/>
              <a:cs typeface="Calibri" panose="020F0502020204030204" pitchFamily="34" charset="0"/>
            </a:endParaRP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BufferedReader</a:t>
            </a:r>
            <a:r>
              <a:rPr lang="en-US" sz="1200" b="0" dirty="0">
                <a:solidFill>
                  <a:srgbClr val="000000"/>
                </a:solidFill>
                <a:effectLst/>
                <a:latin typeface="+mn-lt"/>
                <a:ea typeface="Calibri" panose="020F0502020204030204" pitchFamily="34" charset="0"/>
                <a:cs typeface="Calibri" panose="020F0502020204030204" pitchFamily="34" charset="0"/>
              </a:rPr>
              <a:t> in = </a:t>
            </a:r>
            <a:r>
              <a:rPr lang="en-US" sz="1200" b="0" dirty="0">
                <a:solidFill>
                  <a:srgbClr val="8F08C4"/>
                </a:solidFill>
                <a:effectLst/>
                <a:latin typeface="+mn-lt"/>
                <a:ea typeface="Calibri" panose="020F0502020204030204" pitchFamily="34" charset="0"/>
                <a:cs typeface="Calibri" panose="020F0502020204030204" pitchFamily="34" charset="0"/>
              </a:rPr>
              <a:t>new</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74531F"/>
                </a:solidFill>
                <a:effectLst/>
                <a:latin typeface="+mn-lt"/>
                <a:ea typeface="Calibri" panose="020F0502020204030204" pitchFamily="34" charset="0"/>
                <a:cs typeface="Calibri" panose="020F0502020204030204" pitchFamily="34" charset="0"/>
              </a:rPr>
              <a:t>BufferedReader</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8F08C4"/>
                </a:solidFill>
                <a:effectLst/>
                <a:latin typeface="+mn-lt"/>
                <a:ea typeface="Calibri" panose="020F0502020204030204" pitchFamily="34" charset="0"/>
                <a:cs typeface="Calibri" panose="020F0502020204030204" pitchFamily="34" charset="0"/>
              </a:rPr>
              <a:t>new</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74531F"/>
                </a:solidFill>
                <a:effectLst/>
                <a:latin typeface="+mn-lt"/>
                <a:ea typeface="Calibri" panose="020F0502020204030204" pitchFamily="34" charset="0"/>
                <a:cs typeface="Calibri" panose="020F0502020204030204" pitchFamily="34" charset="0"/>
              </a:rPr>
              <a:t>InputStreamReader</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2B91AF"/>
                </a:solidFill>
                <a:effectLst/>
                <a:latin typeface="+mn-lt"/>
                <a:ea typeface="Calibri" panose="020F0502020204030204" pitchFamily="34" charset="0"/>
                <a:cs typeface="Calibri" panose="020F0502020204030204" pitchFamily="34" charset="0"/>
              </a:rPr>
              <a:t>System</a:t>
            </a:r>
            <a:r>
              <a:rPr lang="en-US" sz="1200" b="0" dirty="0">
                <a:solidFill>
                  <a:srgbClr val="000000"/>
                </a:solidFill>
                <a:effectLst/>
                <a:latin typeface="+mn-lt"/>
                <a:ea typeface="Calibri" panose="020F0502020204030204" pitchFamily="34" charset="0"/>
                <a:cs typeface="Calibri" panose="020F0502020204030204" pitchFamily="34" charset="0"/>
              </a:rPr>
              <a:t>.in))) {</a:t>
            </a:r>
          </a:p>
          <a:p>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8000"/>
                </a:solidFill>
                <a:effectLst/>
                <a:latin typeface="+mn-lt"/>
                <a:ea typeface="Calibri" panose="020F0502020204030204" pitchFamily="34" charset="0"/>
                <a:cs typeface="Calibri" panose="020F0502020204030204" pitchFamily="34" charset="0"/>
              </a:rPr>
              <a:t>// Read lines from System.in in a loop</a:t>
            </a:r>
            <a:endParaRPr lang="en-US" sz="1200" b="0" dirty="0">
              <a:solidFill>
                <a:srgbClr val="000000"/>
              </a:solidFill>
              <a:effectLst/>
              <a:latin typeface="+mn-lt"/>
              <a:ea typeface="Calibri" panose="020F0502020204030204" pitchFamily="34" charset="0"/>
              <a:cs typeface="Calibri" panose="020F0502020204030204" pitchFamily="34" charset="0"/>
            </a:endParaRP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2B91AF"/>
                </a:solidFill>
                <a:effectLst/>
                <a:latin typeface="+mn-lt"/>
                <a:ea typeface="Calibri" panose="020F0502020204030204" pitchFamily="34" charset="0"/>
                <a:cs typeface="Calibri" panose="020F0502020204030204" pitchFamily="34" charset="0"/>
              </a:rPr>
              <a:t>String</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1F377F"/>
                </a:solidFill>
                <a:effectLst/>
                <a:latin typeface="+mn-lt"/>
                <a:ea typeface="Calibri" panose="020F0502020204030204" pitchFamily="34" charset="0"/>
                <a:cs typeface="Calibri" panose="020F0502020204030204" pitchFamily="34" charset="0"/>
              </a:rPr>
              <a:t>line</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8F08C4"/>
                </a:solidFill>
                <a:effectLst/>
                <a:latin typeface="+mn-lt"/>
                <a:ea typeface="Calibri" panose="020F0502020204030204" pitchFamily="34" charset="0"/>
                <a:cs typeface="Calibri" panose="020F0502020204030204" pitchFamily="34" charset="0"/>
              </a:rPr>
              <a:t>while</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1F377F"/>
                </a:solidFill>
                <a:effectLst/>
                <a:latin typeface="+mn-lt"/>
                <a:ea typeface="Calibri" panose="020F0502020204030204" pitchFamily="34" charset="0"/>
                <a:cs typeface="Calibri" panose="020F0502020204030204" pitchFamily="34" charset="0"/>
              </a:rPr>
              <a:t>line</a:t>
            </a:r>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err="1">
                <a:solidFill>
                  <a:srgbClr val="000000"/>
                </a:solidFill>
                <a:effectLst/>
                <a:latin typeface="+mn-lt"/>
                <a:ea typeface="Calibri" panose="020F0502020204030204" pitchFamily="34" charset="0"/>
                <a:cs typeface="Calibri" panose="020F0502020204030204" pitchFamily="34" charset="0"/>
              </a:rPr>
              <a:t>in.</a:t>
            </a:r>
            <a:r>
              <a:rPr lang="en-US" sz="1200" b="0" dirty="0" err="1">
                <a:solidFill>
                  <a:srgbClr val="74531F"/>
                </a:solidFill>
                <a:effectLst/>
                <a:latin typeface="+mn-lt"/>
                <a:ea typeface="Calibri" panose="020F0502020204030204" pitchFamily="34" charset="0"/>
                <a:cs typeface="Calibri" panose="020F0502020204030204" pitchFamily="34" charset="0"/>
              </a:rPr>
              <a:t>readLine</a:t>
            </a:r>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a:solidFill>
                  <a:srgbClr val="0000FF"/>
                </a:solidFill>
                <a:effectLst/>
                <a:latin typeface="+mn-lt"/>
                <a:ea typeface="Calibri" panose="020F0502020204030204" pitchFamily="34" charset="0"/>
                <a:cs typeface="Calibri" panose="020F0502020204030204" pitchFamily="34" charset="0"/>
              </a:rPr>
              <a:t>null</a:t>
            </a:r>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8000"/>
                </a:solidFill>
                <a:effectLst/>
                <a:latin typeface="+mn-lt"/>
                <a:ea typeface="Calibri" panose="020F0502020204030204" pitchFamily="34" charset="0"/>
                <a:cs typeface="Calibri" panose="020F0502020204030204" pitchFamily="34" charset="0"/>
              </a:rPr>
              <a:t>// Send the line to the server</a:t>
            </a:r>
            <a:endParaRPr lang="en-US" sz="1200" b="0" dirty="0">
              <a:solidFill>
                <a:srgbClr val="000000"/>
              </a:solidFill>
              <a:effectLst/>
              <a:latin typeface="+mn-lt"/>
              <a:ea typeface="Calibri" panose="020F0502020204030204" pitchFamily="34" charset="0"/>
              <a:cs typeface="Calibri" panose="020F0502020204030204" pitchFamily="34" charset="0"/>
            </a:endParaRP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000000"/>
                </a:solidFill>
                <a:effectLst/>
                <a:latin typeface="+mn-lt"/>
                <a:ea typeface="Calibri" panose="020F0502020204030204" pitchFamily="34" charset="0"/>
                <a:cs typeface="Calibri" panose="020F0502020204030204" pitchFamily="34" charset="0"/>
              </a:rPr>
              <a:t>out.</a:t>
            </a:r>
            <a:r>
              <a:rPr lang="en-US" sz="1200" b="0" dirty="0" err="1">
                <a:solidFill>
                  <a:srgbClr val="74531F"/>
                </a:solidFill>
                <a:effectLst/>
                <a:latin typeface="+mn-lt"/>
                <a:ea typeface="Calibri" panose="020F0502020204030204" pitchFamily="34" charset="0"/>
                <a:cs typeface="Calibri" panose="020F0502020204030204" pitchFamily="34" charset="0"/>
              </a:rPr>
              <a:t>println</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1F377F"/>
                </a:solidFill>
                <a:effectLst/>
                <a:latin typeface="+mn-lt"/>
                <a:ea typeface="Calibri" panose="020F0502020204030204" pitchFamily="34" charset="0"/>
                <a:cs typeface="Calibri" panose="020F0502020204030204" pitchFamily="34" charset="0"/>
              </a:rPr>
              <a:t>line</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System</a:t>
            </a:r>
            <a:r>
              <a:rPr lang="en-US" sz="1200" b="0" dirty="0" err="1">
                <a:solidFill>
                  <a:srgbClr val="000000"/>
                </a:solidFill>
                <a:effectLst/>
                <a:latin typeface="+mn-lt"/>
                <a:ea typeface="Calibri" panose="020F0502020204030204" pitchFamily="34" charset="0"/>
                <a:cs typeface="Calibri" panose="020F0502020204030204" pitchFamily="34" charset="0"/>
              </a:rPr>
              <a:t>.out.</a:t>
            </a:r>
            <a:r>
              <a:rPr lang="en-US" sz="1200" b="0" dirty="0" err="1">
                <a:solidFill>
                  <a:srgbClr val="74531F"/>
                </a:solidFill>
                <a:effectLst/>
                <a:latin typeface="+mn-lt"/>
                <a:ea typeface="Calibri" panose="020F0502020204030204" pitchFamily="34" charset="0"/>
                <a:cs typeface="Calibri" panose="020F0502020204030204" pitchFamily="34" charset="0"/>
              </a:rPr>
              <a:t>println</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A31515"/>
                </a:solidFill>
                <a:effectLst/>
                <a:latin typeface="+mn-lt"/>
                <a:ea typeface="Calibri" panose="020F0502020204030204" pitchFamily="34" charset="0"/>
                <a:cs typeface="Calibri" panose="020F0502020204030204" pitchFamily="34" charset="0"/>
              </a:rPr>
              <a:t>Message sent to server: </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a:solidFill>
                  <a:srgbClr val="1F377F"/>
                </a:solidFill>
                <a:effectLst/>
                <a:latin typeface="+mn-lt"/>
                <a:ea typeface="Calibri" panose="020F0502020204030204" pitchFamily="34" charset="0"/>
                <a:cs typeface="Calibri" panose="020F0502020204030204" pitchFamily="34" charset="0"/>
              </a:rPr>
              <a:t>line</a:t>
            </a:r>
            <a:r>
              <a:rPr lang="en-US" sz="1200" b="0" dirty="0">
                <a:solidFill>
                  <a:srgbClr val="000000"/>
                </a:solidFill>
                <a:effectLst/>
                <a:latin typeface="+mn-lt"/>
                <a:ea typeface="Calibri" panose="020F0502020204030204" pitchFamily="34" charset="0"/>
                <a:cs typeface="Calibri" panose="020F0502020204030204" pitchFamily="34" charset="0"/>
              </a:rPr>
              <a:t>);</a:t>
            </a:r>
          </a:p>
          <a:p>
            <a:br>
              <a:rPr lang="en-US" sz="1200" b="0" dirty="0">
                <a:solidFill>
                  <a:srgbClr val="000000"/>
                </a:solidFill>
                <a:effectLst/>
                <a:latin typeface="+mn-lt"/>
                <a:ea typeface="Calibri" panose="020F0502020204030204" pitchFamily="34" charset="0"/>
                <a:cs typeface="Calibri" panose="020F0502020204030204" pitchFamily="34" charset="0"/>
              </a:rPr>
            </a:b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008000"/>
                </a:solidFill>
                <a:effectLst/>
                <a:latin typeface="+mn-lt"/>
                <a:ea typeface="Calibri" panose="020F0502020204030204" pitchFamily="34" charset="0"/>
                <a:cs typeface="Calibri" panose="020F0502020204030204" pitchFamily="34" charset="0"/>
              </a:rPr>
              <a:t>// If the user enters "bye", exit the loop</a:t>
            </a:r>
            <a:endParaRPr lang="en-US" sz="1200" b="0" dirty="0">
              <a:solidFill>
                <a:srgbClr val="000000"/>
              </a:solidFill>
              <a:effectLst/>
              <a:latin typeface="+mn-lt"/>
              <a:ea typeface="Calibri" panose="020F0502020204030204" pitchFamily="34" charset="0"/>
              <a:cs typeface="Calibri" panose="020F0502020204030204" pitchFamily="34" charset="0"/>
            </a:endParaRP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8F08C4"/>
                </a:solidFill>
                <a:effectLst/>
                <a:latin typeface="+mn-lt"/>
                <a:ea typeface="Calibri" panose="020F0502020204030204" pitchFamily="34" charset="0"/>
                <a:cs typeface="Calibri" panose="020F0502020204030204" pitchFamily="34" charset="0"/>
              </a:rPr>
              <a:t>if</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1F377F"/>
                </a:solidFill>
                <a:effectLst/>
                <a:latin typeface="+mn-lt"/>
                <a:ea typeface="Calibri" panose="020F0502020204030204" pitchFamily="34" charset="0"/>
                <a:cs typeface="Calibri" panose="020F0502020204030204" pitchFamily="34" charset="0"/>
              </a:rPr>
              <a:t>line</a:t>
            </a:r>
            <a:r>
              <a:rPr lang="en-US" sz="1200" b="0" dirty="0" err="1">
                <a:solidFill>
                  <a:srgbClr val="000000"/>
                </a:solidFill>
                <a:effectLst/>
                <a:latin typeface="+mn-lt"/>
                <a:ea typeface="Calibri" panose="020F0502020204030204" pitchFamily="34" charset="0"/>
                <a:cs typeface="Calibri" panose="020F0502020204030204" pitchFamily="34" charset="0"/>
              </a:rPr>
              <a:t>.</a:t>
            </a:r>
            <a:r>
              <a:rPr lang="en-US" sz="1200" b="0" dirty="0" err="1">
                <a:solidFill>
                  <a:srgbClr val="74531F"/>
                </a:solidFill>
                <a:effectLst/>
                <a:latin typeface="+mn-lt"/>
                <a:ea typeface="Calibri" panose="020F0502020204030204" pitchFamily="34" charset="0"/>
                <a:cs typeface="Calibri" panose="020F0502020204030204" pitchFamily="34" charset="0"/>
              </a:rPr>
              <a:t>equals</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A31515"/>
                </a:solidFill>
                <a:effectLst/>
                <a:latin typeface="+mn-lt"/>
                <a:ea typeface="Calibri" panose="020F0502020204030204" pitchFamily="34" charset="0"/>
                <a:cs typeface="Calibri" panose="020F0502020204030204" pitchFamily="34" charset="0"/>
              </a:rPr>
              <a:t>bye</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8F08C4"/>
                </a:solidFill>
                <a:effectLst/>
                <a:latin typeface="+mn-lt"/>
                <a:ea typeface="Calibri" panose="020F0502020204030204" pitchFamily="34" charset="0"/>
                <a:cs typeface="Calibri" panose="020F0502020204030204" pitchFamily="34" charset="0"/>
              </a:rPr>
              <a:t>break</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a:solidFill>
                  <a:srgbClr val="8F08C4"/>
                </a:solidFill>
                <a:effectLst/>
                <a:latin typeface="+mn-lt"/>
                <a:ea typeface="Calibri" panose="020F0502020204030204" pitchFamily="34" charset="0"/>
                <a:cs typeface="Calibri" panose="020F0502020204030204" pitchFamily="34" charset="0"/>
              </a:rPr>
              <a:t>catch</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UnknownHostException</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1F377F"/>
                </a:solidFill>
                <a:effectLst/>
                <a:latin typeface="+mn-lt"/>
                <a:ea typeface="Calibri" panose="020F0502020204030204" pitchFamily="34" charset="0"/>
                <a:cs typeface="Calibri" panose="020F0502020204030204" pitchFamily="34" charset="0"/>
              </a:rPr>
              <a:t>e</a:t>
            </a:r>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System</a:t>
            </a:r>
            <a:r>
              <a:rPr lang="en-US" sz="1200" b="0" dirty="0" err="1">
                <a:solidFill>
                  <a:srgbClr val="000000"/>
                </a:solidFill>
                <a:effectLst/>
                <a:latin typeface="+mn-lt"/>
                <a:ea typeface="Calibri" panose="020F0502020204030204" pitchFamily="34" charset="0"/>
                <a:cs typeface="Calibri" panose="020F0502020204030204" pitchFamily="34" charset="0"/>
              </a:rPr>
              <a:t>.err.</a:t>
            </a:r>
            <a:r>
              <a:rPr lang="en-US" sz="1200" b="0" dirty="0" err="1">
                <a:solidFill>
                  <a:srgbClr val="74531F"/>
                </a:solidFill>
                <a:effectLst/>
                <a:latin typeface="+mn-lt"/>
                <a:ea typeface="Calibri" panose="020F0502020204030204" pitchFamily="34" charset="0"/>
                <a:cs typeface="Calibri" panose="020F0502020204030204" pitchFamily="34" charset="0"/>
              </a:rPr>
              <a:t>println</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A31515"/>
                </a:solidFill>
                <a:effectLst/>
                <a:latin typeface="+mn-lt"/>
                <a:ea typeface="Calibri" panose="020F0502020204030204" pitchFamily="34" charset="0"/>
                <a:cs typeface="Calibri" panose="020F0502020204030204" pitchFamily="34" charset="0"/>
              </a:rPr>
              <a:t>Unknown host: </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err="1">
                <a:solidFill>
                  <a:srgbClr val="1F377F"/>
                </a:solidFill>
                <a:effectLst/>
                <a:latin typeface="+mn-lt"/>
                <a:ea typeface="Calibri" panose="020F0502020204030204" pitchFamily="34" charset="0"/>
                <a:cs typeface="Calibri" panose="020F0502020204030204" pitchFamily="34" charset="0"/>
              </a:rPr>
              <a:t>serverHostname</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System</a:t>
            </a:r>
            <a:r>
              <a:rPr lang="en-US" sz="1200" b="0" dirty="0" err="1">
                <a:solidFill>
                  <a:srgbClr val="000000"/>
                </a:solidFill>
                <a:effectLst/>
                <a:latin typeface="+mn-lt"/>
                <a:ea typeface="Calibri" panose="020F0502020204030204" pitchFamily="34" charset="0"/>
                <a:cs typeface="Calibri" panose="020F0502020204030204" pitchFamily="34" charset="0"/>
              </a:rPr>
              <a:t>.</a:t>
            </a:r>
            <a:r>
              <a:rPr lang="en-US" sz="1200" b="0" dirty="0" err="1">
                <a:solidFill>
                  <a:srgbClr val="74531F"/>
                </a:solidFill>
                <a:effectLst/>
                <a:latin typeface="+mn-lt"/>
                <a:ea typeface="Calibri" panose="020F0502020204030204" pitchFamily="34" charset="0"/>
                <a:cs typeface="Calibri" panose="020F0502020204030204" pitchFamily="34" charset="0"/>
              </a:rPr>
              <a:t>exit</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098658"/>
                </a:solidFill>
                <a:effectLst/>
                <a:latin typeface="+mn-lt"/>
                <a:ea typeface="Calibri" panose="020F0502020204030204" pitchFamily="34" charset="0"/>
                <a:cs typeface="Calibri" panose="020F0502020204030204" pitchFamily="34" charset="0"/>
              </a:rPr>
              <a:t>1</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a:solidFill>
                  <a:srgbClr val="8F08C4"/>
                </a:solidFill>
                <a:effectLst/>
                <a:latin typeface="+mn-lt"/>
                <a:ea typeface="Calibri" panose="020F0502020204030204" pitchFamily="34" charset="0"/>
                <a:cs typeface="Calibri" panose="020F0502020204030204" pitchFamily="34" charset="0"/>
              </a:rPr>
              <a:t>catch</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IOException</a:t>
            </a:r>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a:solidFill>
                  <a:srgbClr val="1F377F"/>
                </a:solidFill>
                <a:effectLst/>
                <a:latin typeface="+mn-lt"/>
                <a:ea typeface="Calibri" panose="020F0502020204030204" pitchFamily="34" charset="0"/>
                <a:cs typeface="Calibri" panose="020F0502020204030204" pitchFamily="34" charset="0"/>
              </a:rPr>
              <a:t>e</a:t>
            </a:r>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System</a:t>
            </a:r>
            <a:r>
              <a:rPr lang="en-US" sz="1200" b="0" dirty="0" err="1">
                <a:solidFill>
                  <a:srgbClr val="000000"/>
                </a:solidFill>
                <a:effectLst/>
                <a:latin typeface="+mn-lt"/>
                <a:ea typeface="Calibri" panose="020F0502020204030204" pitchFamily="34" charset="0"/>
                <a:cs typeface="Calibri" panose="020F0502020204030204" pitchFamily="34" charset="0"/>
              </a:rPr>
              <a:t>.err.</a:t>
            </a:r>
            <a:r>
              <a:rPr lang="en-US" sz="1200" b="0" dirty="0" err="1">
                <a:solidFill>
                  <a:srgbClr val="74531F"/>
                </a:solidFill>
                <a:effectLst/>
                <a:latin typeface="+mn-lt"/>
                <a:ea typeface="Calibri" panose="020F0502020204030204" pitchFamily="34" charset="0"/>
                <a:cs typeface="Calibri" panose="020F0502020204030204" pitchFamily="34" charset="0"/>
              </a:rPr>
              <a:t>println</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A31515"/>
                </a:solidFill>
                <a:effectLst/>
                <a:latin typeface="+mn-lt"/>
                <a:ea typeface="Calibri" panose="020F0502020204030204" pitchFamily="34" charset="0"/>
                <a:cs typeface="Calibri" panose="020F0502020204030204" pitchFamily="34" charset="0"/>
              </a:rPr>
              <a:t>I/O error: </a:t>
            </a:r>
            <a:r>
              <a:rPr lang="en-US" sz="1200" b="0" dirty="0">
                <a:solidFill>
                  <a:srgbClr val="E21F1F"/>
                </a:solidFill>
                <a:effectLst/>
                <a:latin typeface="+mn-lt"/>
                <a:ea typeface="Calibri" panose="020F0502020204030204" pitchFamily="34" charset="0"/>
                <a:cs typeface="Calibri" panose="020F0502020204030204" pitchFamily="34" charset="0"/>
              </a:rPr>
              <a:t>"</a:t>
            </a:r>
            <a:r>
              <a:rPr lang="en-US" sz="1200" b="0" dirty="0">
                <a:solidFill>
                  <a:srgbClr val="000000"/>
                </a:solidFill>
                <a:effectLst/>
                <a:latin typeface="+mn-lt"/>
                <a:ea typeface="Calibri" panose="020F0502020204030204" pitchFamily="34" charset="0"/>
                <a:cs typeface="Calibri" panose="020F0502020204030204" pitchFamily="34" charset="0"/>
              </a:rPr>
              <a:t> + </a:t>
            </a:r>
            <a:r>
              <a:rPr lang="en-US" sz="1200" b="0" dirty="0" err="1">
                <a:solidFill>
                  <a:srgbClr val="1F377F"/>
                </a:solidFill>
                <a:effectLst/>
                <a:latin typeface="+mn-lt"/>
                <a:ea typeface="Calibri" panose="020F0502020204030204" pitchFamily="34" charset="0"/>
                <a:cs typeface="Calibri" panose="020F0502020204030204" pitchFamily="34" charset="0"/>
              </a:rPr>
              <a:t>e</a:t>
            </a:r>
            <a:r>
              <a:rPr lang="en-US" sz="1200" b="0" dirty="0" err="1">
                <a:solidFill>
                  <a:srgbClr val="000000"/>
                </a:solidFill>
                <a:effectLst/>
                <a:latin typeface="+mn-lt"/>
                <a:ea typeface="Calibri" panose="020F0502020204030204" pitchFamily="34" charset="0"/>
                <a:cs typeface="Calibri" panose="020F0502020204030204" pitchFamily="34" charset="0"/>
              </a:rPr>
              <a:t>.</a:t>
            </a:r>
            <a:r>
              <a:rPr lang="en-US" sz="1200" b="0" dirty="0" err="1">
                <a:solidFill>
                  <a:srgbClr val="74531F"/>
                </a:solidFill>
                <a:effectLst/>
                <a:latin typeface="+mn-lt"/>
                <a:ea typeface="Calibri" panose="020F0502020204030204" pitchFamily="34" charset="0"/>
                <a:cs typeface="Calibri" panose="020F0502020204030204" pitchFamily="34" charset="0"/>
              </a:rPr>
              <a:t>getMessage</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a:t>
            </a:r>
            <a:r>
              <a:rPr lang="en-US" sz="1200" b="0" dirty="0" err="1">
                <a:solidFill>
                  <a:srgbClr val="2B91AF"/>
                </a:solidFill>
                <a:effectLst/>
                <a:latin typeface="+mn-lt"/>
                <a:ea typeface="Calibri" panose="020F0502020204030204" pitchFamily="34" charset="0"/>
                <a:cs typeface="Calibri" panose="020F0502020204030204" pitchFamily="34" charset="0"/>
              </a:rPr>
              <a:t>System</a:t>
            </a:r>
            <a:r>
              <a:rPr lang="en-US" sz="1200" b="0" dirty="0" err="1">
                <a:solidFill>
                  <a:srgbClr val="000000"/>
                </a:solidFill>
                <a:effectLst/>
                <a:latin typeface="+mn-lt"/>
                <a:ea typeface="Calibri" panose="020F0502020204030204" pitchFamily="34" charset="0"/>
                <a:cs typeface="Calibri" panose="020F0502020204030204" pitchFamily="34" charset="0"/>
              </a:rPr>
              <a:t>.</a:t>
            </a:r>
            <a:r>
              <a:rPr lang="en-US" sz="1200" b="0" dirty="0" err="1">
                <a:solidFill>
                  <a:srgbClr val="74531F"/>
                </a:solidFill>
                <a:effectLst/>
                <a:latin typeface="+mn-lt"/>
                <a:ea typeface="Calibri" panose="020F0502020204030204" pitchFamily="34" charset="0"/>
                <a:cs typeface="Calibri" panose="020F0502020204030204" pitchFamily="34" charset="0"/>
              </a:rPr>
              <a:t>exit</a:t>
            </a:r>
            <a:r>
              <a:rPr lang="en-US" sz="1200" b="0" dirty="0">
                <a:solidFill>
                  <a:srgbClr val="000000"/>
                </a:solidFill>
                <a:effectLst/>
                <a:latin typeface="+mn-lt"/>
                <a:ea typeface="Calibri" panose="020F0502020204030204" pitchFamily="34" charset="0"/>
                <a:cs typeface="Calibri" panose="020F0502020204030204" pitchFamily="34" charset="0"/>
              </a:rPr>
              <a:t>(</a:t>
            </a:r>
            <a:r>
              <a:rPr lang="en-US" sz="1200" b="0" dirty="0">
                <a:solidFill>
                  <a:srgbClr val="098658"/>
                </a:solidFill>
                <a:effectLst/>
                <a:latin typeface="+mn-lt"/>
                <a:ea typeface="Calibri" panose="020F0502020204030204" pitchFamily="34" charset="0"/>
                <a:cs typeface="Calibri" panose="020F0502020204030204" pitchFamily="34" charset="0"/>
              </a:rPr>
              <a:t>1</a:t>
            </a:r>
            <a:r>
              <a:rPr lang="en-US" sz="1200" b="0" dirty="0">
                <a:solidFill>
                  <a:srgbClr val="000000"/>
                </a:solidFill>
                <a:effectLst/>
                <a:latin typeface="+mn-lt"/>
                <a:ea typeface="Calibri" panose="020F0502020204030204" pitchFamily="34" charset="0"/>
                <a:cs typeface="Calibri" panose="020F0502020204030204" pitchFamily="34" charset="0"/>
              </a:rPr>
              <a:t>);</a:t>
            </a:r>
          </a:p>
          <a:p>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    }</a:t>
            </a:r>
          </a:p>
          <a:p>
            <a:r>
              <a:rPr lang="en-US" sz="1200" b="0" dirty="0">
                <a:solidFill>
                  <a:srgbClr val="000000"/>
                </a:solidFill>
                <a:effectLst/>
                <a:latin typeface="+mn-lt"/>
                <a:ea typeface="Calibri" panose="020F0502020204030204" pitchFamily="34" charset="0"/>
                <a:cs typeface="Calibri" panose="020F0502020204030204" pitchFamily="34" charset="0"/>
              </a:rPr>
              <a:t>}</a:t>
            </a:r>
          </a:p>
          <a:p>
            <a:br>
              <a:rPr lang="en-US" sz="1200" b="0" dirty="0">
                <a:solidFill>
                  <a:srgbClr val="000000"/>
                </a:solidFill>
                <a:effectLst/>
                <a:latin typeface="+mn-lt"/>
                <a:ea typeface="Calibri" panose="020F0502020204030204" pitchFamily="34" charset="0"/>
                <a:cs typeface="Calibri" panose="020F0502020204030204" pitchFamily="34" charset="0"/>
              </a:rPr>
            </a:br>
            <a:endParaRPr lang="en-US" sz="1200" b="0" dirty="0">
              <a:solidFill>
                <a:srgbClr val="000000"/>
              </a:solidFill>
              <a:effectLst/>
              <a:latin typeface="+mn-lt"/>
              <a:ea typeface="Calibri" panose="020F0502020204030204" pitchFamily="34" charset="0"/>
              <a:cs typeface="Calibri" panose="020F0502020204030204" pitchFamily="34" charset="0"/>
            </a:endParaRPr>
          </a:p>
        </p:txBody>
      </p:sp>
      <p:sp>
        <p:nvSpPr>
          <p:cNvPr id="32" name="TextBox 31"/>
          <p:cNvSpPr txBox="1"/>
          <p:nvPr/>
        </p:nvSpPr>
        <p:spPr>
          <a:xfrm>
            <a:off x="4207035" y="798924"/>
            <a:ext cx="1018903" cy="461665"/>
          </a:xfrm>
          <a:prstGeom prst="rect">
            <a:avLst/>
          </a:prstGeom>
          <a:solidFill>
            <a:schemeClr val="bg1"/>
          </a:solidFill>
          <a:ln>
            <a:solidFill>
              <a:schemeClr val="accent1">
                <a:shade val="50000"/>
              </a:schemeClr>
            </a:solidFill>
          </a:ln>
        </p:spPr>
        <p:txBody>
          <a:bodyPr wrap="square" rtlCol="1">
            <a:sp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Client</a:t>
            </a:r>
            <a:endParaRPr lang="he-IL" sz="2400" dirty="0">
              <a:latin typeface="Calibri" panose="020F0502020204030204" pitchFamily="34" charset="0"/>
              <a:ea typeface="Calibri" panose="020F0502020204030204" pitchFamily="34" charset="0"/>
              <a:cs typeface="Calibri" panose="020F0502020204030204" pitchFamily="34" charset="0"/>
            </a:endParaRPr>
          </a:p>
        </p:txBody>
      </p:sp>
      <p:sp>
        <p:nvSpPr>
          <p:cNvPr id="12" name="Title 11">
            <a:extLst>
              <a:ext uri="{FF2B5EF4-FFF2-40B4-BE49-F238E27FC236}">
                <a16:creationId xmlns:a16="http://schemas.microsoft.com/office/drawing/2014/main" id="{C8E29D16-1225-5D71-BD53-C1F73F1E1F94}"/>
              </a:ext>
            </a:extLst>
          </p:cNvPr>
          <p:cNvSpPr>
            <a:spLocks noGrp="1"/>
          </p:cNvSpPr>
          <p:nvPr>
            <p:ph type="title"/>
          </p:nvPr>
        </p:nvSpPr>
        <p:spPr>
          <a:xfrm>
            <a:off x="640080" y="27830"/>
            <a:ext cx="10314432" cy="620093"/>
          </a:xfrm>
        </p:spPr>
        <p:txBody>
          <a:bodyPr>
            <a:normAutofit fontScale="90000"/>
          </a:bodyPr>
          <a:lstStyle/>
          <a:p>
            <a:r>
              <a:rPr lang="en-US" sz="4400" dirty="0" err="1">
                <a:solidFill>
                  <a:srgbClr val="232323"/>
                </a:solidFill>
                <a:latin typeface="Verdana" panose="020B0604030504040204" pitchFamily="34" charset="0"/>
              </a:rPr>
              <a:t>LPClient-LPServer</a:t>
            </a:r>
            <a:r>
              <a:rPr lang="en-US" sz="4400" dirty="0">
                <a:solidFill>
                  <a:srgbClr val="232323"/>
                </a:solidFill>
                <a:latin typeface="Verdana" panose="020B0604030504040204" pitchFamily="34" charset="0"/>
              </a:rPr>
              <a:t> code</a:t>
            </a:r>
            <a:endParaRPr lang="en-US" dirty="0"/>
          </a:p>
        </p:txBody>
      </p:sp>
      <p:sp>
        <p:nvSpPr>
          <p:cNvPr id="2" name="Slide Number Placeholder 1">
            <a:extLst>
              <a:ext uri="{FF2B5EF4-FFF2-40B4-BE49-F238E27FC236}">
                <a16:creationId xmlns:a16="http://schemas.microsoft.com/office/drawing/2014/main" id="{6B365327-77C5-F52B-CEC8-FFE089896E36}"/>
              </a:ext>
            </a:extLst>
          </p:cNvPr>
          <p:cNvSpPr>
            <a:spLocks noGrp="1"/>
          </p:cNvSpPr>
          <p:nvPr>
            <p:ph type="sldNum" sz="quarter" idx="12"/>
          </p:nvPr>
        </p:nvSpPr>
        <p:spPr/>
        <p:txBody>
          <a:bodyPr>
            <a:normAutofit/>
          </a:bodyPr>
          <a:lstStyle/>
          <a:p>
            <a:fld id="{2951E007-95BD-4179-9F64-0AC30A6B97F9}" type="slidenum">
              <a:rPr lang="en-US" smtClean="0"/>
              <a:pPr/>
              <a:t>23</a:t>
            </a:fld>
            <a:endParaRPr lang="en-US"/>
          </a:p>
        </p:txBody>
      </p:sp>
    </p:spTree>
    <p:extLst>
      <p:ext uri="{BB962C8B-B14F-4D97-AF65-F5344CB8AC3E}">
        <p14:creationId xmlns:p14="http://schemas.microsoft.com/office/powerpoint/2010/main" val="24450726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500"/>
                                        <p:tgtEl>
                                          <p:spTgt spid="5">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500"/>
                                        <p:tgtEl>
                                          <p:spTgt spid="5">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5">
                                            <p:txEl>
                                              <p:pRg st="7" end="7"/>
                                            </p:txEl>
                                          </p:spTgt>
                                        </p:tgtEl>
                                        <p:attrNameLst>
                                          <p:attrName>style.visibility</p:attrName>
                                        </p:attrNameLst>
                                      </p:cBhvr>
                                      <p:to>
                                        <p:strVal val="visible"/>
                                      </p:to>
                                    </p:set>
                                    <p:animEffect transition="in" filter="fade">
                                      <p:cBhvr>
                                        <p:cTn id="30" dur="500"/>
                                        <p:tgtEl>
                                          <p:spTgt spid="5">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animEffect transition="in" filter="fade">
                                      <p:cBhvr>
                                        <p:cTn id="33" dur="500"/>
                                        <p:tgtEl>
                                          <p:spTgt spid="5">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5">
                                            <p:txEl>
                                              <p:pRg st="9" end="9"/>
                                            </p:txEl>
                                          </p:spTgt>
                                        </p:tgtEl>
                                        <p:attrNameLst>
                                          <p:attrName>style.visibility</p:attrName>
                                        </p:attrNameLst>
                                      </p:cBhvr>
                                      <p:to>
                                        <p:strVal val="visible"/>
                                      </p:to>
                                    </p:set>
                                    <p:animEffect transition="in" filter="fade">
                                      <p:cBhvr>
                                        <p:cTn id="36" dur="500"/>
                                        <p:tgtEl>
                                          <p:spTgt spid="5">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
                                            <p:txEl>
                                              <p:pRg st="11" end="11"/>
                                            </p:txEl>
                                          </p:spTgt>
                                        </p:tgtEl>
                                        <p:attrNameLst>
                                          <p:attrName>style.visibility</p:attrName>
                                        </p:attrNameLst>
                                      </p:cBhvr>
                                      <p:to>
                                        <p:strVal val="visible"/>
                                      </p:to>
                                    </p:set>
                                    <p:animEffect transition="in" filter="fade">
                                      <p:cBhvr>
                                        <p:cTn id="41" dur="500"/>
                                        <p:tgtEl>
                                          <p:spTgt spid="5">
                                            <p:txEl>
                                              <p:pRg st="11" end="11"/>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5">
                                            <p:txEl>
                                              <p:pRg st="12" end="12"/>
                                            </p:txEl>
                                          </p:spTgt>
                                        </p:tgtEl>
                                        <p:attrNameLst>
                                          <p:attrName>style.visibility</p:attrName>
                                        </p:attrNameLst>
                                      </p:cBhvr>
                                      <p:to>
                                        <p:strVal val="visible"/>
                                      </p:to>
                                    </p:set>
                                    <p:animEffect transition="in" filter="fade">
                                      <p:cBhvr>
                                        <p:cTn id="44" dur="500"/>
                                        <p:tgtEl>
                                          <p:spTgt spid="5">
                                            <p:txEl>
                                              <p:pRg st="12" end="12"/>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5">
                                            <p:txEl>
                                              <p:pRg st="13" end="13"/>
                                            </p:txEl>
                                          </p:spTgt>
                                        </p:tgtEl>
                                        <p:attrNameLst>
                                          <p:attrName>style.visibility</p:attrName>
                                        </p:attrNameLst>
                                      </p:cBhvr>
                                      <p:to>
                                        <p:strVal val="visible"/>
                                      </p:to>
                                    </p:set>
                                    <p:animEffect transition="in" filter="fade">
                                      <p:cBhvr>
                                        <p:cTn id="47" dur="500"/>
                                        <p:tgtEl>
                                          <p:spTgt spid="5">
                                            <p:txEl>
                                              <p:pRg st="13" end="13"/>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5">
                                            <p:txEl>
                                              <p:pRg st="14" end="14"/>
                                            </p:txEl>
                                          </p:spTgt>
                                        </p:tgtEl>
                                        <p:attrNameLst>
                                          <p:attrName>style.visibility</p:attrName>
                                        </p:attrNameLst>
                                      </p:cBhvr>
                                      <p:to>
                                        <p:strVal val="visible"/>
                                      </p:to>
                                    </p:set>
                                    <p:animEffect transition="in" filter="fade">
                                      <p:cBhvr>
                                        <p:cTn id="50" dur="500"/>
                                        <p:tgtEl>
                                          <p:spTgt spid="5">
                                            <p:txEl>
                                              <p:pRg st="14" end="14"/>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5">
                                            <p:txEl>
                                              <p:pRg st="15" end="15"/>
                                            </p:txEl>
                                          </p:spTgt>
                                        </p:tgtEl>
                                        <p:attrNameLst>
                                          <p:attrName>style.visibility</p:attrName>
                                        </p:attrNameLst>
                                      </p:cBhvr>
                                      <p:to>
                                        <p:strVal val="visible"/>
                                      </p:to>
                                    </p:set>
                                    <p:animEffect transition="in" filter="fade">
                                      <p:cBhvr>
                                        <p:cTn id="53" dur="500"/>
                                        <p:tgtEl>
                                          <p:spTgt spid="5">
                                            <p:txEl>
                                              <p:pRg st="15" end="15"/>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5">
                                            <p:txEl>
                                              <p:pRg st="16" end="16"/>
                                            </p:txEl>
                                          </p:spTgt>
                                        </p:tgtEl>
                                        <p:attrNameLst>
                                          <p:attrName>style.visibility</p:attrName>
                                        </p:attrNameLst>
                                      </p:cBhvr>
                                      <p:to>
                                        <p:strVal val="visible"/>
                                      </p:to>
                                    </p:set>
                                    <p:animEffect transition="in" filter="fade">
                                      <p:cBhvr>
                                        <p:cTn id="56" dur="500"/>
                                        <p:tgtEl>
                                          <p:spTgt spid="5">
                                            <p:txEl>
                                              <p:pRg st="16" end="16"/>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5">
                                            <p:txEl>
                                              <p:pRg st="17" end="17"/>
                                            </p:txEl>
                                          </p:spTgt>
                                        </p:tgtEl>
                                        <p:attrNameLst>
                                          <p:attrName>style.visibility</p:attrName>
                                        </p:attrNameLst>
                                      </p:cBhvr>
                                      <p:to>
                                        <p:strVal val="visible"/>
                                      </p:to>
                                    </p:set>
                                    <p:animEffect transition="in" filter="fade">
                                      <p:cBhvr>
                                        <p:cTn id="59" dur="500"/>
                                        <p:tgtEl>
                                          <p:spTgt spid="5">
                                            <p:txEl>
                                              <p:pRg st="17" end="17"/>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5">
                                            <p:txEl>
                                              <p:pRg st="18" end="18"/>
                                            </p:txEl>
                                          </p:spTgt>
                                        </p:tgtEl>
                                        <p:attrNameLst>
                                          <p:attrName>style.visibility</p:attrName>
                                        </p:attrNameLst>
                                      </p:cBhvr>
                                      <p:to>
                                        <p:strVal val="visible"/>
                                      </p:to>
                                    </p:set>
                                    <p:animEffect transition="in" filter="fade">
                                      <p:cBhvr>
                                        <p:cTn id="62" dur="500"/>
                                        <p:tgtEl>
                                          <p:spTgt spid="5">
                                            <p:txEl>
                                              <p:pRg st="18" end="18"/>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5">
                                            <p:txEl>
                                              <p:pRg st="19" end="19"/>
                                            </p:txEl>
                                          </p:spTgt>
                                        </p:tgtEl>
                                        <p:attrNameLst>
                                          <p:attrName>style.visibility</p:attrName>
                                        </p:attrNameLst>
                                      </p:cBhvr>
                                      <p:to>
                                        <p:strVal val="visible"/>
                                      </p:to>
                                    </p:set>
                                    <p:animEffect transition="in" filter="fade">
                                      <p:cBhvr>
                                        <p:cTn id="65" dur="500"/>
                                        <p:tgtEl>
                                          <p:spTgt spid="5">
                                            <p:txEl>
                                              <p:pRg st="19" end="19"/>
                                            </p:txEl>
                                          </p:spTgt>
                                        </p:tgtEl>
                                      </p:cBhvr>
                                    </p:animEffect>
                                  </p:childTnLst>
                                </p:cTn>
                              </p:par>
                              <p:par>
                                <p:cTn id="66" presetID="10" presetClass="entr" presetSubtype="0" fill="hold" nodeType="withEffect">
                                  <p:stCondLst>
                                    <p:cond delay="0"/>
                                  </p:stCondLst>
                                  <p:childTnLst>
                                    <p:set>
                                      <p:cBhvr>
                                        <p:cTn id="67" dur="1" fill="hold">
                                          <p:stCondLst>
                                            <p:cond delay="0"/>
                                          </p:stCondLst>
                                        </p:cTn>
                                        <p:tgtEl>
                                          <p:spTgt spid="5">
                                            <p:txEl>
                                              <p:pRg st="20" end="20"/>
                                            </p:txEl>
                                          </p:spTgt>
                                        </p:tgtEl>
                                        <p:attrNameLst>
                                          <p:attrName>style.visibility</p:attrName>
                                        </p:attrNameLst>
                                      </p:cBhvr>
                                      <p:to>
                                        <p:strVal val="visible"/>
                                      </p:to>
                                    </p:set>
                                    <p:animEffect transition="in" filter="fade">
                                      <p:cBhvr>
                                        <p:cTn id="68" dur="500"/>
                                        <p:tgtEl>
                                          <p:spTgt spid="5">
                                            <p:txEl>
                                              <p:pRg st="20" end="2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5">
                                            <p:txEl>
                                              <p:pRg st="21" end="21"/>
                                            </p:txEl>
                                          </p:spTgt>
                                        </p:tgtEl>
                                        <p:attrNameLst>
                                          <p:attrName>style.visibility</p:attrName>
                                        </p:attrNameLst>
                                      </p:cBhvr>
                                      <p:to>
                                        <p:strVal val="visible"/>
                                      </p:to>
                                    </p:set>
                                    <p:animEffect transition="in" filter="fade">
                                      <p:cBhvr>
                                        <p:cTn id="73" dur="500"/>
                                        <p:tgtEl>
                                          <p:spTgt spid="5">
                                            <p:txEl>
                                              <p:pRg st="21" end="21"/>
                                            </p:txEl>
                                          </p:spTgt>
                                        </p:tgtEl>
                                      </p:cBhvr>
                                    </p:animEffect>
                                  </p:childTnLst>
                                </p:cTn>
                              </p:par>
                              <p:par>
                                <p:cTn id="74" presetID="10" presetClass="entr" presetSubtype="0" fill="hold" nodeType="withEffect">
                                  <p:stCondLst>
                                    <p:cond delay="0"/>
                                  </p:stCondLst>
                                  <p:childTnLst>
                                    <p:set>
                                      <p:cBhvr>
                                        <p:cTn id="75" dur="1" fill="hold">
                                          <p:stCondLst>
                                            <p:cond delay="0"/>
                                          </p:stCondLst>
                                        </p:cTn>
                                        <p:tgtEl>
                                          <p:spTgt spid="5">
                                            <p:txEl>
                                              <p:pRg st="22" end="22"/>
                                            </p:txEl>
                                          </p:spTgt>
                                        </p:tgtEl>
                                        <p:attrNameLst>
                                          <p:attrName>style.visibility</p:attrName>
                                        </p:attrNameLst>
                                      </p:cBhvr>
                                      <p:to>
                                        <p:strVal val="visible"/>
                                      </p:to>
                                    </p:set>
                                    <p:animEffect transition="in" filter="fade">
                                      <p:cBhvr>
                                        <p:cTn id="76" dur="500"/>
                                        <p:tgtEl>
                                          <p:spTgt spid="5">
                                            <p:txEl>
                                              <p:pRg st="22" end="22"/>
                                            </p:txEl>
                                          </p:spTgt>
                                        </p:tgtEl>
                                      </p:cBhvr>
                                    </p:animEffect>
                                  </p:childTnLst>
                                </p:cTn>
                              </p:par>
                              <p:par>
                                <p:cTn id="77" presetID="10" presetClass="entr" presetSubtype="0" fill="hold" nodeType="withEffect">
                                  <p:stCondLst>
                                    <p:cond delay="0"/>
                                  </p:stCondLst>
                                  <p:childTnLst>
                                    <p:set>
                                      <p:cBhvr>
                                        <p:cTn id="78" dur="1" fill="hold">
                                          <p:stCondLst>
                                            <p:cond delay="0"/>
                                          </p:stCondLst>
                                        </p:cTn>
                                        <p:tgtEl>
                                          <p:spTgt spid="5">
                                            <p:txEl>
                                              <p:pRg st="23" end="23"/>
                                            </p:txEl>
                                          </p:spTgt>
                                        </p:tgtEl>
                                        <p:attrNameLst>
                                          <p:attrName>style.visibility</p:attrName>
                                        </p:attrNameLst>
                                      </p:cBhvr>
                                      <p:to>
                                        <p:strVal val="visible"/>
                                      </p:to>
                                    </p:set>
                                    <p:animEffect transition="in" filter="fade">
                                      <p:cBhvr>
                                        <p:cTn id="79" dur="500"/>
                                        <p:tgtEl>
                                          <p:spTgt spid="5">
                                            <p:txEl>
                                              <p:pRg st="23" end="23"/>
                                            </p:txEl>
                                          </p:spTgt>
                                        </p:tgtEl>
                                      </p:cBhvr>
                                    </p:animEffect>
                                  </p:childTnLst>
                                </p:cTn>
                              </p:par>
                              <p:par>
                                <p:cTn id="80" presetID="10" presetClass="entr" presetSubtype="0" fill="hold" nodeType="withEffect">
                                  <p:stCondLst>
                                    <p:cond delay="0"/>
                                  </p:stCondLst>
                                  <p:childTnLst>
                                    <p:set>
                                      <p:cBhvr>
                                        <p:cTn id="81" dur="1" fill="hold">
                                          <p:stCondLst>
                                            <p:cond delay="0"/>
                                          </p:stCondLst>
                                        </p:cTn>
                                        <p:tgtEl>
                                          <p:spTgt spid="5">
                                            <p:txEl>
                                              <p:pRg st="24" end="24"/>
                                            </p:txEl>
                                          </p:spTgt>
                                        </p:tgtEl>
                                        <p:attrNameLst>
                                          <p:attrName>style.visibility</p:attrName>
                                        </p:attrNameLst>
                                      </p:cBhvr>
                                      <p:to>
                                        <p:strVal val="visible"/>
                                      </p:to>
                                    </p:set>
                                    <p:animEffect transition="in" filter="fade">
                                      <p:cBhvr>
                                        <p:cTn id="82" dur="500"/>
                                        <p:tgtEl>
                                          <p:spTgt spid="5">
                                            <p:txEl>
                                              <p:pRg st="24" end="24"/>
                                            </p:txEl>
                                          </p:spTgt>
                                        </p:tgtEl>
                                      </p:cBhvr>
                                    </p:animEffect>
                                  </p:childTnLst>
                                </p:cTn>
                              </p:par>
                              <p:par>
                                <p:cTn id="83" presetID="10" presetClass="entr" presetSubtype="0" fill="hold" nodeType="withEffect">
                                  <p:stCondLst>
                                    <p:cond delay="0"/>
                                  </p:stCondLst>
                                  <p:childTnLst>
                                    <p:set>
                                      <p:cBhvr>
                                        <p:cTn id="84" dur="1" fill="hold">
                                          <p:stCondLst>
                                            <p:cond delay="0"/>
                                          </p:stCondLst>
                                        </p:cTn>
                                        <p:tgtEl>
                                          <p:spTgt spid="5">
                                            <p:txEl>
                                              <p:pRg st="25" end="25"/>
                                            </p:txEl>
                                          </p:spTgt>
                                        </p:tgtEl>
                                        <p:attrNameLst>
                                          <p:attrName>style.visibility</p:attrName>
                                        </p:attrNameLst>
                                      </p:cBhvr>
                                      <p:to>
                                        <p:strVal val="visible"/>
                                      </p:to>
                                    </p:set>
                                    <p:animEffect transition="in" filter="fade">
                                      <p:cBhvr>
                                        <p:cTn id="85" dur="500"/>
                                        <p:tgtEl>
                                          <p:spTgt spid="5">
                                            <p:txEl>
                                              <p:pRg st="25" end="25"/>
                                            </p:txEl>
                                          </p:spTgt>
                                        </p:tgtEl>
                                      </p:cBhvr>
                                    </p:animEffect>
                                  </p:childTnLst>
                                </p:cTn>
                              </p:par>
                              <p:par>
                                <p:cTn id="86" presetID="10" presetClass="entr" presetSubtype="0" fill="hold" nodeType="withEffect">
                                  <p:stCondLst>
                                    <p:cond delay="0"/>
                                  </p:stCondLst>
                                  <p:childTnLst>
                                    <p:set>
                                      <p:cBhvr>
                                        <p:cTn id="87" dur="1" fill="hold">
                                          <p:stCondLst>
                                            <p:cond delay="0"/>
                                          </p:stCondLst>
                                        </p:cTn>
                                        <p:tgtEl>
                                          <p:spTgt spid="5">
                                            <p:txEl>
                                              <p:pRg st="26" end="26"/>
                                            </p:txEl>
                                          </p:spTgt>
                                        </p:tgtEl>
                                        <p:attrNameLst>
                                          <p:attrName>style.visibility</p:attrName>
                                        </p:attrNameLst>
                                      </p:cBhvr>
                                      <p:to>
                                        <p:strVal val="visible"/>
                                      </p:to>
                                    </p:set>
                                    <p:animEffect transition="in" filter="fade">
                                      <p:cBhvr>
                                        <p:cTn id="88" dur="500"/>
                                        <p:tgtEl>
                                          <p:spTgt spid="5">
                                            <p:txEl>
                                              <p:pRg st="26" end="26"/>
                                            </p:txEl>
                                          </p:spTgt>
                                        </p:tgtEl>
                                      </p:cBhvr>
                                    </p:animEffect>
                                  </p:childTnLst>
                                </p:cTn>
                              </p:par>
                              <p:par>
                                <p:cTn id="89" presetID="10" presetClass="entr" presetSubtype="0" fill="hold" nodeType="withEffect">
                                  <p:stCondLst>
                                    <p:cond delay="0"/>
                                  </p:stCondLst>
                                  <p:childTnLst>
                                    <p:set>
                                      <p:cBhvr>
                                        <p:cTn id="90" dur="1" fill="hold">
                                          <p:stCondLst>
                                            <p:cond delay="0"/>
                                          </p:stCondLst>
                                        </p:cTn>
                                        <p:tgtEl>
                                          <p:spTgt spid="5">
                                            <p:txEl>
                                              <p:pRg st="27" end="27"/>
                                            </p:txEl>
                                          </p:spTgt>
                                        </p:tgtEl>
                                        <p:attrNameLst>
                                          <p:attrName>style.visibility</p:attrName>
                                        </p:attrNameLst>
                                      </p:cBhvr>
                                      <p:to>
                                        <p:strVal val="visible"/>
                                      </p:to>
                                    </p:set>
                                    <p:animEffect transition="in" filter="fade">
                                      <p:cBhvr>
                                        <p:cTn id="91" dur="500"/>
                                        <p:tgtEl>
                                          <p:spTgt spid="5">
                                            <p:txEl>
                                              <p:pRg st="27" end="27"/>
                                            </p:txEl>
                                          </p:spTgt>
                                        </p:tgtEl>
                                      </p:cBhvr>
                                    </p:animEffect>
                                  </p:childTnLst>
                                </p:cTn>
                              </p:par>
                              <p:par>
                                <p:cTn id="92" presetID="10" presetClass="entr" presetSubtype="0" fill="hold" nodeType="withEffect">
                                  <p:stCondLst>
                                    <p:cond delay="0"/>
                                  </p:stCondLst>
                                  <p:childTnLst>
                                    <p:set>
                                      <p:cBhvr>
                                        <p:cTn id="93" dur="1" fill="hold">
                                          <p:stCondLst>
                                            <p:cond delay="0"/>
                                          </p:stCondLst>
                                        </p:cTn>
                                        <p:tgtEl>
                                          <p:spTgt spid="5">
                                            <p:txEl>
                                              <p:pRg st="28" end="28"/>
                                            </p:txEl>
                                          </p:spTgt>
                                        </p:tgtEl>
                                        <p:attrNameLst>
                                          <p:attrName>style.visibility</p:attrName>
                                        </p:attrNameLst>
                                      </p:cBhvr>
                                      <p:to>
                                        <p:strVal val="visible"/>
                                      </p:to>
                                    </p:set>
                                    <p:animEffect transition="in" filter="fade">
                                      <p:cBhvr>
                                        <p:cTn id="94" dur="500"/>
                                        <p:tgtEl>
                                          <p:spTgt spid="5">
                                            <p:txEl>
                                              <p:pRg st="28" end="28"/>
                                            </p:txEl>
                                          </p:spTgt>
                                        </p:tgtEl>
                                      </p:cBhvr>
                                    </p:animEffect>
                                  </p:childTnLst>
                                </p:cTn>
                              </p:par>
                              <p:par>
                                <p:cTn id="95" presetID="10" presetClass="entr" presetSubtype="0" fill="hold" nodeType="withEffect">
                                  <p:stCondLst>
                                    <p:cond delay="0"/>
                                  </p:stCondLst>
                                  <p:childTnLst>
                                    <p:set>
                                      <p:cBhvr>
                                        <p:cTn id="96" dur="1" fill="hold">
                                          <p:stCondLst>
                                            <p:cond delay="0"/>
                                          </p:stCondLst>
                                        </p:cTn>
                                        <p:tgtEl>
                                          <p:spTgt spid="5">
                                            <p:txEl>
                                              <p:pRg st="29" end="29"/>
                                            </p:txEl>
                                          </p:spTgt>
                                        </p:tgtEl>
                                        <p:attrNameLst>
                                          <p:attrName>style.visibility</p:attrName>
                                        </p:attrNameLst>
                                      </p:cBhvr>
                                      <p:to>
                                        <p:strVal val="visible"/>
                                      </p:to>
                                    </p:set>
                                    <p:animEffect transition="in" filter="fade">
                                      <p:cBhvr>
                                        <p:cTn id="97" dur="500"/>
                                        <p:tgtEl>
                                          <p:spTgt spid="5">
                                            <p:txEl>
                                              <p:pRg st="29" end="29"/>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31">
                                            <p:txEl>
                                              <p:pRg st="0" end="0"/>
                                            </p:txEl>
                                          </p:spTgt>
                                        </p:tgtEl>
                                        <p:attrNameLst>
                                          <p:attrName>style.visibility</p:attrName>
                                        </p:attrNameLst>
                                      </p:cBhvr>
                                      <p:to>
                                        <p:strVal val="visible"/>
                                      </p:to>
                                    </p:set>
                                    <p:animEffect transition="in" filter="fade">
                                      <p:cBhvr>
                                        <p:cTn id="102" dur="500"/>
                                        <p:tgtEl>
                                          <p:spTgt spid="31">
                                            <p:txEl>
                                              <p:pRg st="0" end="0"/>
                                            </p:txEl>
                                          </p:spTgt>
                                        </p:tgtEl>
                                      </p:cBhvr>
                                    </p:animEffect>
                                  </p:childTnLst>
                                </p:cTn>
                              </p:par>
                              <p:par>
                                <p:cTn id="103" presetID="10" presetClass="entr" presetSubtype="0" fill="hold" nodeType="withEffect">
                                  <p:stCondLst>
                                    <p:cond delay="0"/>
                                  </p:stCondLst>
                                  <p:childTnLst>
                                    <p:set>
                                      <p:cBhvr>
                                        <p:cTn id="104" dur="1" fill="hold">
                                          <p:stCondLst>
                                            <p:cond delay="0"/>
                                          </p:stCondLst>
                                        </p:cTn>
                                        <p:tgtEl>
                                          <p:spTgt spid="31">
                                            <p:txEl>
                                              <p:pRg st="1" end="1"/>
                                            </p:txEl>
                                          </p:spTgt>
                                        </p:tgtEl>
                                        <p:attrNameLst>
                                          <p:attrName>style.visibility</p:attrName>
                                        </p:attrNameLst>
                                      </p:cBhvr>
                                      <p:to>
                                        <p:strVal val="visible"/>
                                      </p:to>
                                    </p:set>
                                    <p:animEffect transition="in" filter="fade">
                                      <p:cBhvr>
                                        <p:cTn id="105" dur="500"/>
                                        <p:tgtEl>
                                          <p:spTgt spid="31">
                                            <p:txEl>
                                              <p:pRg st="1" end="1"/>
                                            </p:txEl>
                                          </p:spTgt>
                                        </p:tgtEl>
                                      </p:cBhvr>
                                    </p:animEffect>
                                  </p:childTnLst>
                                </p:cTn>
                              </p:par>
                              <p:par>
                                <p:cTn id="106" presetID="10" presetClass="entr" presetSubtype="0" fill="hold" nodeType="withEffect">
                                  <p:stCondLst>
                                    <p:cond delay="0"/>
                                  </p:stCondLst>
                                  <p:childTnLst>
                                    <p:set>
                                      <p:cBhvr>
                                        <p:cTn id="107" dur="1" fill="hold">
                                          <p:stCondLst>
                                            <p:cond delay="0"/>
                                          </p:stCondLst>
                                        </p:cTn>
                                        <p:tgtEl>
                                          <p:spTgt spid="31">
                                            <p:txEl>
                                              <p:pRg st="2" end="2"/>
                                            </p:txEl>
                                          </p:spTgt>
                                        </p:tgtEl>
                                        <p:attrNameLst>
                                          <p:attrName>style.visibility</p:attrName>
                                        </p:attrNameLst>
                                      </p:cBhvr>
                                      <p:to>
                                        <p:strVal val="visible"/>
                                      </p:to>
                                    </p:set>
                                    <p:animEffect transition="in" filter="fade">
                                      <p:cBhvr>
                                        <p:cTn id="108" dur="500"/>
                                        <p:tgtEl>
                                          <p:spTgt spid="31">
                                            <p:txEl>
                                              <p:pRg st="2" end="2"/>
                                            </p:txEl>
                                          </p:spTgt>
                                        </p:tgtEl>
                                      </p:cBhvr>
                                    </p:animEffect>
                                  </p:childTnLst>
                                </p:cTn>
                              </p:par>
                              <p:par>
                                <p:cTn id="109" presetID="10" presetClass="entr" presetSubtype="0" fill="hold" nodeType="withEffect">
                                  <p:stCondLst>
                                    <p:cond delay="0"/>
                                  </p:stCondLst>
                                  <p:childTnLst>
                                    <p:set>
                                      <p:cBhvr>
                                        <p:cTn id="110" dur="1" fill="hold">
                                          <p:stCondLst>
                                            <p:cond delay="0"/>
                                          </p:stCondLst>
                                        </p:cTn>
                                        <p:tgtEl>
                                          <p:spTgt spid="31">
                                            <p:txEl>
                                              <p:pRg st="3" end="3"/>
                                            </p:txEl>
                                          </p:spTgt>
                                        </p:tgtEl>
                                        <p:attrNameLst>
                                          <p:attrName>style.visibility</p:attrName>
                                        </p:attrNameLst>
                                      </p:cBhvr>
                                      <p:to>
                                        <p:strVal val="visible"/>
                                      </p:to>
                                    </p:set>
                                    <p:animEffect transition="in" filter="fade">
                                      <p:cBhvr>
                                        <p:cTn id="111" dur="500"/>
                                        <p:tgtEl>
                                          <p:spTgt spid="31">
                                            <p:txEl>
                                              <p:pRg st="3" end="3"/>
                                            </p:txEl>
                                          </p:spTgt>
                                        </p:tgtEl>
                                      </p:cBhvr>
                                    </p:animEffect>
                                  </p:childTnLst>
                                </p:cTn>
                              </p:par>
                              <p:par>
                                <p:cTn id="112" presetID="10" presetClass="entr" presetSubtype="0" fill="hold" nodeType="withEffect">
                                  <p:stCondLst>
                                    <p:cond delay="0"/>
                                  </p:stCondLst>
                                  <p:childTnLst>
                                    <p:set>
                                      <p:cBhvr>
                                        <p:cTn id="113" dur="1" fill="hold">
                                          <p:stCondLst>
                                            <p:cond delay="0"/>
                                          </p:stCondLst>
                                        </p:cTn>
                                        <p:tgtEl>
                                          <p:spTgt spid="31">
                                            <p:txEl>
                                              <p:pRg st="4" end="4"/>
                                            </p:txEl>
                                          </p:spTgt>
                                        </p:tgtEl>
                                        <p:attrNameLst>
                                          <p:attrName>style.visibility</p:attrName>
                                        </p:attrNameLst>
                                      </p:cBhvr>
                                      <p:to>
                                        <p:strVal val="visible"/>
                                      </p:to>
                                    </p:set>
                                    <p:animEffect transition="in" filter="fade">
                                      <p:cBhvr>
                                        <p:cTn id="114" dur="500"/>
                                        <p:tgtEl>
                                          <p:spTgt spid="31">
                                            <p:txEl>
                                              <p:pRg st="4" end="4"/>
                                            </p:txEl>
                                          </p:spTgt>
                                        </p:tgtEl>
                                      </p:cBhvr>
                                    </p:animEffect>
                                  </p:childTnLst>
                                </p:cTn>
                              </p:par>
                              <p:par>
                                <p:cTn id="115" presetID="10" presetClass="entr" presetSubtype="0" fill="hold" nodeType="withEffect">
                                  <p:stCondLst>
                                    <p:cond delay="0"/>
                                  </p:stCondLst>
                                  <p:childTnLst>
                                    <p:set>
                                      <p:cBhvr>
                                        <p:cTn id="116" dur="1" fill="hold">
                                          <p:stCondLst>
                                            <p:cond delay="0"/>
                                          </p:stCondLst>
                                        </p:cTn>
                                        <p:tgtEl>
                                          <p:spTgt spid="31">
                                            <p:txEl>
                                              <p:pRg st="5" end="5"/>
                                            </p:txEl>
                                          </p:spTgt>
                                        </p:tgtEl>
                                        <p:attrNameLst>
                                          <p:attrName>style.visibility</p:attrName>
                                        </p:attrNameLst>
                                      </p:cBhvr>
                                      <p:to>
                                        <p:strVal val="visible"/>
                                      </p:to>
                                    </p:set>
                                    <p:animEffect transition="in" filter="fade">
                                      <p:cBhvr>
                                        <p:cTn id="117" dur="500"/>
                                        <p:tgtEl>
                                          <p:spTgt spid="31">
                                            <p:txEl>
                                              <p:pRg st="5" end="5"/>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nodeType="clickEffect">
                                  <p:stCondLst>
                                    <p:cond delay="0"/>
                                  </p:stCondLst>
                                  <p:childTnLst>
                                    <p:set>
                                      <p:cBhvr>
                                        <p:cTn id="121" dur="1" fill="hold">
                                          <p:stCondLst>
                                            <p:cond delay="0"/>
                                          </p:stCondLst>
                                        </p:cTn>
                                        <p:tgtEl>
                                          <p:spTgt spid="31">
                                            <p:txEl>
                                              <p:pRg st="6" end="6"/>
                                            </p:txEl>
                                          </p:spTgt>
                                        </p:tgtEl>
                                        <p:attrNameLst>
                                          <p:attrName>style.visibility</p:attrName>
                                        </p:attrNameLst>
                                      </p:cBhvr>
                                      <p:to>
                                        <p:strVal val="visible"/>
                                      </p:to>
                                    </p:set>
                                    <p:animEffect transition="in" filter="fade">
                                      <p:cBhvr>
                                        <p:cTn id="122" dur="500"/>
                                        <p:tgtEl>
                                          <p:spTgt spid="31">
                                            <p:txEl>
                                              <p:pRg st="6" end="6"/>
                                            </p:txEl>
                                          </p:spTgt>
                                        </p:tgtEl>
                                      </p:cBhvr>
                                    </p:animEffect>
                                  </p:childTnLst>
                                </p:cTn>
                              </p:par>
                              <p:par>
                                <p:cTn id="123" presetID="10" presetClass="entr" presetSubtype="0" fill="hold" nodeType="withEffect">
                                  <p:stCondLst>
                                    <p:cond delay="0"/>
                                  </p:stCondLst>
                                  <p:childTnLst>
                                    <p:set>
                                      <p:cBhvr>
                                        <p:cTn id="124" dur="1" fill="hold">
                                          <p:stCondLst>
                                            <p:cond delay="0"/>
                                          </p:stCondLst>
                                        </p:cTn>
                                        <p:tgtEl>
                                          <p:spTgt spid="31">
                                            <p:txEl>
                                              <p:pRg st="7" end="7"/>
                                            </p:txEl>
                                          </p:spTgt>
                                        </p:tgtEl>
                                        <p:attrNameLst>
                                          <p:attrName>style.visibility</p:attrName>
                                        </p:attrNameLst>
                                      </p:cBhvr>
                                      <p:to>
                                        <p:strVal val="visible"/>
                                      </p:to>
                                    </p:set>
                                    <p:animEffect transition="in" filter="fade">
                                      <p:cBhvr>
                                        <p:cTn id="125" dur="500"/>
                                        <p:tgtEl>
                                          <p:spTgt spid="31">
                                            <p:txEl>
                                              <p:pRg st="7" end="7"/>
                                            </p:txEl>
                                          </p:spTgt>
                                        </p:tgtEl>
                                      </p:cBhvr>
                                    </p:animEffect>
                                  </p:childTnLst>
                                </p:cTn>
                              </p:par>
                              <p:par>
                                <p:cTn id="126" presetID="10" presetClass="entr" presetSubtype="0" fill="hold" nodeType="withEffect">
                                  <p:stCondLst>
                                    <p:cond delay="0"/>
                                  </p:stCondLst>
                                  <p:childTnLst>
                                    <p:set>
                                      <p:cBhvr>
                                        <p:cTn id="127" dur="1" fill="hold">
                                          <p:stCondLst>
                                            <p:cond delay="0"/>
                                          </p:stCondLst>
                                        </p:cTn>
                                        <p:tgtEl>
                                          <p:spTgt spid="31">
                                            <p:txEl>
                                              <p:pRg st="8" end="8"/>
                                            </p:txEl>
                                          </p:spTgt>
                                        </p:tgtEl>
                                        <p:attrNameLst>
                                          <p:attrName>style.visibility</p:attrName>
                                        </p:attrNameLst>
                                      </p:cBhvr>
                                      <p:to>
                                        <p:strVal val="visible"/>
                                      </p:to>
                                    </p:set>
                                    <p:animEffect transition="in" filter="fade">
                                      <p:cBhvr>
                                        <p:cTn id="128" dur="500"/>
                                        <p:tgtEl>
                                          <p:spTgt spid="31">
                                            <p:txEl>
                                              <p:pRg st="8" end="8"/>
                                            </p:txEl>
                                          </p:spTgt>
                                        </p:tgtEl>
                                      </p:cBhvr>
                                    </p:animEffect>
                                  </p:childTnLst>
                                </p:cTn>
                              </p:par>
                              <p:par>
                                <p:cTn id="129" presetID="10" presetClass="entr" presetSubtype="0" fill="hold" nodeType="withEffect">
                                  <p:stCondLst>
                                    <p:cond delay="0"/>
                                  </p:stCondLst>
                                  <p:childTnLst>
                                    <p:set>
                                      <p:cBhvr>
                                        <p:cTn id="130" dur="1" fill="hold">
                                          <p:stCondLst>
                                            <p:cond delay="0"/>
                                          </p:stCondLst>
                                        </p:cTn>
                                        <p:tgtEl>
                                          <p:spTgt spid="31">
                                            <p:txEl>
                                              <p:pRg st="9" end="9"/>
                                            </p:txEl>
                                          </p:spTgt>
                                        </p:tgtEl>
                                        <p:attrNameLst>
                                          <p:attrName>style.visibility</p:attrName>
                                        </p:attrNameLst>
                                      </p:cBhvr>
                                      <p:to>
                                        <p:strVal val="visible"/>
                                      </p:to>
                                    </p:set>
                                    <p:animEffect transition="in" filter="fade">
                                      <p:cBhvr>
                                        <p:cTn id="131" dur="500"/>
                                        <p:tgtEl>
                                          <p:spTgt spid="31">
                                            <p:txEl>
                                              <p:pRg st="9" end="9"/>
                                            </p:txEl>
                                          </p:spTgt>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nodeType="clickEffect">
                                  <p:stCondLst>
                                    <p:cond delay="0"/>
                                  </p:stCondLst>
                                  <p:childTnLst>
                                    <p:set>
                                      <p:cBhvr>
                                        <p:cTn id="135" dur="1" fill="hold">
                                          <p:stCondLst>
                                            <p:cond delay="0"/>
                                          </p:stCondLst>
                                        </p:cTn>
                                        <p:tgtEl>
                                          <p:spTgt spid="31">
                                            <p:txEl>
                                              <p:pRg st="10" end="10"/>
                                            </p:txEl>
                                          </p:spTgt>
                                        </p:tgtEl>
                                        <p:attrNameLst>
                                          <p:attrName>style.visibility</p:attrName>
                                        </p:attrNameLst>
                                      </p:cBhvr>
                                      <p:to>
                                        <p:strVal val="visible"/>
                                      </p:to>
                                    </p:set>
                                    <p:animEffect transition="in" filter="fade">
                                      <p:cBhvr>
                                        <p:cTn id="136" dur="500"/>
                                        <p:tgtEl>
                                          <p:spTgt spid="31">
                                            <p:txEl>
                                              <p:pRg st="10" end="10"/>
                                            </p:txEl>
                                          </p:spTgt>
                                        </p:tgtEl>
                                      </p:cBhvr>
                                    </p:animEffect>
                                  </p:childTnLst>
                                </p:cTn>
                              </p:par>
                              <p:par>
                                <p:cTn id="137" presetID="10" presetClass="entr" presetSubtype="0" fill="hold" nodeType="withEffect">
                                  <p:stCondLst>
                                    <p:cond delay="0"/>
                                  </p:stCondLst>
                                  <p:childTnLst>
                                    <p:set>
                                      <p:cBhvr>
                                        <p:cTn id="138" dur="1" fill="hold">
                                          <p:stCondLst>
                                            <p:cond delay="0"/>
                                          </p:stCondLst>
                                        </p:cTn>
                                        <p:tgtEl>
                                          <p:spTgt spid="31">
                                            <p:txEl>
                                              <p:pRg st="11" end="11"/>
                                            </p:txEl>
                                          </p:spTgt>
                                        </p:tgtEl>
                                        <p:attrNameLst>
                                          <p:attrName>style.visibility</p:attrName>
                                        </p:attrNameLst>
                                      </p:cBhvr>
                                      <p:to>
                                        <p:strVal val="visible"/>
                                      </p:to>
                                    </p:set>
                                    <p:animEffect transition="in" filter="fade">
                                      <p:cBhvr>
                                        <p:cTn id="139" dur="500"/>
                                        <p:tgtEl>
                                          <p:spTgt spid="31">
                                            <p:txEl>
                                              <p:pRg st="11" end="11"/>
                                            </p:txEl>
                                          </p:spTgt>
                                        </p:tgtEl>
                                      </p:cBhvr>
                                    </p:animEffect>
                                  </p:childTnLst>
                                </p:cTn>
                              </p:par>
                              <p:par>
                                <p:cTn id="140" presetID="10" presetClass="entr" presetSubtype="0" fill="hold" nodeType="withEffect">
                                  <p:stCondLst>
                                    <p:cond delay="0"/>
                                  </p:stCondLst>
                                  <p:childTnLst>
                                    <p:set>
                                      <p:cBhvr>
                                        <p:cTn id="141" dur="1" fill="hold">
                                          <p:stCondLst>
                                            <p:cond delay="0"/>
                                          </p:stCondLst>
                                        </p:cTn>
                                        <p:tgtEl>
                                          <p:spTgt spid="31">
                                            <p:txEl>
                                              <p:pRg st="12" end="12"/>
                                            </p:txEl>
                                          </p:spTgt>
                                        </p:tgtEl>
                                        <p:attrNameLst>
                                          <p:attrName>style.visibility</p:attrName>
                                        </p:attrNameLst>
                                      </p:cBhvr>
                                      <p:to>
                                        <p:strVal val="visible"/>
                                      </p:to>
                                    </p:set>
                                    <p:animEffect transition="in" filter="fade">
                                      <p:cBhvr>
                                        <p:cTn id="142" dur="500"/>
                                        <p:tgtEl>
                                          <p:spTgt spid="31">
                                            <p:txEl>
                                              <p:pRg st="12" end="12"/>
                                            </p:txEl>
                                          </p:spTgt>
                                        </p:tgtEl>
                                      </p:cBhvr>
                                    </p:animEffect>
                                  </p:childTnLst>
                                </p:cTn>
                              </p:par>
                              <p:par>
                                <p:cTn id="143" presetID="10" presetClass="entr" presetSubtype="0" fill="hold" nodeType="withEffect">
                                  <p:stCondLst>
                                    <p:cond delay="0"/>
                                  </p:stCondLst>
                                  <p:childTnLst>
                                    <p:set>
                                      <p:cBhvr>
                                        <p:cTn id="144" dur="1" fill="hold">
                                          <p:stCondLst>
                                            <p:cond delay="0"/>
                                          </p:stCondLst>
                                        </p:cTn>
                                        <p:tgtEl>
                                          <p:spTgt spid="31">
                                            <p:txEl>
                                              <p:pRg st="13" end="13"/>
                                            </p:txEl>
                                          </p:spTgt>
                                        </p:tgtEl>
                                        <p:attrNameLst>
                                          <p:attrName>style.visibility</p:attrName>
                                        </p:attrNameLst>
                                      </p:cBhvr>
                                      <p:to>
                                        <p:strVal val="visible"/>
                                      </p:to>
                                    </p:set>
                                    <p:animEffect transition="in" filter="fade">
                                      <p:cBhvr>
                                        <p:cTn id="145" dur="500"/>
                                        <p:tgtEl>
                                          <p:spTgt spid="31">
                                            <p:txEl>
                                              <p:pRg st="13" end="13"/>
                                            </p:txEl>
                                          </p:spTgt>
                                        </p:tgtEl>
                                      </p:cBhvr>
                                    </p:animEffect>
                                  </p:childTnLst>
                                </p:cTn>
                              </p:par>
                              <p:par>
                                <p:cTn id="146" presetID="10" presetClass="entr" presetSubtype="0" fill="hold" nodeType="withEffect">
                                  <p:stCondLst>
                                    <p:cond delay="0"/>
                                  </p:stCondLst>
                                  <p:childTnLst>
                                    <p:set>
                                      <p:cBhvr>
                                        <p:cTn id="147" dur="1" fill="hold">
                                          <p:stCondLst>
                                            <p:cond delay="0"/>
                                          </p:stCondLst>
                                        </p:cTn>
                                        <p:tgtEl>
                                          <p:spTgt spid="31">
                                            <p:txEl>
                                              <p:pRg st="14" end="14"/>
                                            </p:txEl>
                                          </p:spTgt>
                                        </p:tgtEl>
                                        <p:attrNameLst>
                                          <p:attrName>style.visibility</p:attrName>
                                        </p:attrNameLst>
                                      </p:cBhvr>
                                      <p:to>
                                        <p:strVal val="visible"/>
                                      </p:to>
                                    </p:set>
                                    <p:animEffect transition="in" filter="fade">
                                      <p:cBhvr>
                                        <p:cTn id="148" dur="500"/>
                                        <p:tgtEl>
                                          <p:spTgt spid="31">
                                            <p:txEl>
                                              <p:pRg st="14" end="14"/>
                                            </p:txEl>
                                          </p:spTgt>
                                        </p:tgtEl>
                                      </p:cBhvr>
                                    </p:animEffect>
                                  </p:childTnLst>
                                </p:cTn>
                              </p:par>
                              <p:par>
                                <p:cTn id="149" presetID="10" presetClass="entr" presetSubtype="0" fill="hold" nodeType="withEffect">
                                  <p:stCondLst>
                                    <p:cond delay="0"/>
                                  </p:stCondLst>
                                  <p:childTnLst>
                                    <p:set>
                                      <p:cBhvr>
                                        <p:cTn id="150" dur="1" fill="hold">
                                          <p:stCondLst>
                                            <p:cond delay="0"/>
                                          </p:stCondLst>
                                        </p:cTn>
                                        <p:tgtEl>
                                          <p:spTgt spid="31">
                                            <p:txEl>
                                              <p:pRg st="15" end="15"/>
                                            </p:txEl>
                                          </p:spTgt>
                                        </p:tgtEl>
                                        <p:attrNameLst>
                                          <p:attrName>style.visibility</p:attrName>
                                        </p:attrNameLst>
                                      </p:cBhvr>
                                      <p:to>
                                        <p:strVal val="visible"/>
                                      </p:to>
                                    </p:set>
                                    <p:animEffect transition="in" filter="fade">
                                      <p:cBhvr>
                                        <p:cTn id="151" dur="500"/>
                                        <p:tgtEl>
                                          <p:spTgt spid="31">
                                            <p:txEl>
                                              <p:pRg st="15" end="15"/>
                                            </p:txEl>
                                          </p:spTgt>
                                        </p:tgtEl>
                                      </p:cBhvr>
                                    </p:animEffect>
                                  </p:childTnLst>
                                </p:cTn>
                              </p:par>
                              <p:par>
                                <p:cTn id="152" presetID="10" presetClass="entr" presetSubtype="0" fill="hold" nodeType="withEffect">
                                  <p:stCondLst>
                                    <p:cond delay="0"/>
                                  </p:stCondLst>
                                  <p:childTnLst>
                                    <p:set>
                                      <p:cBhvr>
                                        <p:cTn id="153" dur="1" fill="hold">
                                          <p:stCondLst>
                                            <p:cond delay="0"/>
                                          </p:stCondLst>
                                        </p:cTn>
                                        <p:tgtEl>
                                          <p:spTgt spid="31">
                                            <p:txEl>
                                              <p:pRg st="16" end="16"/>
                                            </p:txEl>
                                          </p:spTgt>
                                        </p:tgtEl>
                                        <p:attrNameLst>
                                          <p:attrName>style.visibility</p:attrName>
                                        </p:attrNameLst>
                                      </p:cBhvr>
                                      <p:to>
                                        <p:strVal val="visible"/>
                                      </p:to>
                                    </p:set>
                                    <p:animEffect transition="in" filter="fade">
                                      <p:cBhvr>
                                        <p:cTn id="154" dur="500"/>
                                        <p:tgtEl>
                                          <p:spTgt spid="31">
                                            <p:txEl>
                                              <p:pRg st="16" end="16"/>
                                            </p:txEl>
                                          </p:spTgt>
                                        </p:tgtEl>
                                      </p:cBhvr>
                                    </p:animEffect>
                                  </p:childTnLst>
                                </p:cTn>
                              </p:par>
                              <p:par>
                                <p:cTn id="155" presetID="10" presetClass="entr" presetSubtype="0" fill="hold" nodeType="withEffect">
                                  <p:stCondLst>
                                    <p:cond delay="0"/>
                                  </p:stCondLst>
                                  <p:childTnLst>
                                    <p:set>
                                      <p:cBhvr>
                                        <p:cTn id="156" dur="1" fill="hold">
                                          <p:stCondLst>
                                            <p:cond delay="0"/>
                                          </p:stCondLst>
                                        </p:cTn>
                                        <p:tgtEl>
                                          <p:spTgt spid="31">
                                            <p:txEl>
                                              <p:pRg st="17" end="17"/>
                                            </p:txEl>
                                          </p:spTgt>
                                        </p:tgtEl>
                                        <p:attrNameLst>
                                          <p:attrName>style.visibility</p:attrName>
                                        </p:attrNameLst>
                                      </p:cBhvr>
                                      <p:to>
                                        <p:strVal val="visible"/>
                                      </p:to>
                                    </p:set>
                                    <p:animEffect transition="in" filter="fade">
                                      <p:cBhvr>
                                        <p:cTn id="157" dur="500"/>
                                        <p:tgtEl>
                                          <p:spTgt spid="31">
                                            <p:txEl>
                                              <p:pRg st="17" end="17"/>
                                            </p:txEl>
                                          </p:spTgt>
                                        </p:tgtEl>
                                      </p:cBhvr>
                                    </p:animEffect>
                                  </p:childTnLst>
                                </p:cTn>
                              </p:par>
                              <p:par>
                                <p:cTn id="158" presetID="10" presetClass="entr" presetSubtype="0" fill="hold" nodeType="withEffect">
                                  <p:stCondLst>
                                    <p:cond delay="0"/>
                                  </p:stCondLst>
                                  <p:childTnLst>
                                    <p:set>
                                      <p:cBhvr>
                                        <p:cTn id="159" dur="1" fill="hold">
                                          <p:stCondLst>
                                            <p:cond delay="0"/>
                                          </p:stCondLst>
                                        </p:cTn>
                                        <p:tgtEl>
                                          <p:spTgt spid="31">
                                            <p:txEl>
                                              <p:pRg st="18" end="18"/>
                                            </p:txEl>
                                          </p:spTgt>
                                        </p:tgtEl>
                                        <p:attrNameLst>
                                          <p:attrName>style.visibility</p:attrName>
                                        </p:attrNameLst>
                                      </p:cBhvr>
                                      <p:to>
                                        <p:strVal val="visible"/>
                                      </p:to>
                                    </p:set>
                                    <p:animEffect transition="in" filter="fade">
                                      <p:cBhvr>
                                        <p:cTn id="160" dur="500"/>
                                        <p:tgtEl>
                                          <p:spTgt spid="31">
                                            <p:txEl>
                                              <p:pRg st="18" end="18"/>
                                            </p:txEl>
                                          </p:spTgt>
                                        </p:tgtEl>
                                      </p:cBhvr>
                                    </p:animEffect>
                                  </p:childTnLst>
                                </p:cTn>
                              </p:par>
                              <p:par>
                                <p:cTn id="161" presetID="10" presetClass="entr" presetSubtype="0" fill="hold" nodeType="withEffect">
                                  <p:stCondLst>
                                    <p:cond delay="0"/>
                                  </p:stCondLst>
                                  <p:childTnLst>
                                    <p:set>
                                      <p:cBhvr>
                                        <p:cTn id="162" dur="1" fill="hold">
                                          <p:stCondLst>
                                            <p:cond delay="0"/>
                                          </p:stCondLst>
                                        </p:cTn>
                                        <p:tgtEl>
                                          <p:spTgt spid="31">
                                            <p:txEl>
                                              <p:pRg st="19" end="19"/>
                                            </p:txEl>
                                          </p:spTgt>
                                        </p:tgtEl>
                                        <p:attrNameLst>
                                          <p:attrName>style.visibility</p:attrName>
                                        </p:attrNameLst>
                                      </p:cBhvr>
                                      <p:to>
                                        <p:strVal val="visible"/>
                                      </p:to>
                                    </p:set>
                                    <p:animEffect transition="in" filter="fade">
                                      <p:cBhvr>
                                        <p:cTn id="163" dur="500"/>
                                        <p:tgtEl>
                                          <p:spTgt spid="31">
                                            <p:txEl>
                                              <p:pRg st="19" end="19"/>
                                            </p:txEl>
                                          </p:spTgt>
                                        </p:tgtEl>
                                      </p:cBhvr>
                                    </p:animEffect>
                                  </p:childTnLst>
                                </p:cTn>
                              </p:par>
                              <p:par>
                                <p:cTn id="164" presetID="10" presetClass="entr" presetSubtype="0" fill="hold" nodeType="withEffect">
                                  <p:stCondLst>
                                    <p:cond delay="0"/>
                                  </p:stCondLst>
                                  <p:childTnLst>
                                    <p:set>
                                      <p:cBhvr>
                                        <p:cTn id="165" dur="1" fill="hold">
                                          <p:stCondLst>
                                            <p:cond delay="0"/>
                                          </p:stCondLst>
                                        </p:cTn>
                                        <p:tgtEl>
                                          <p:spTgt spid="31">
                                            <p:txEl>
                                              <p:pRg st="20" end="20"/>
                                            </p:txEl>
                                          </p:spTgt>
                                        </p:tgtEl>
                                        <p:attrNameLst>
                                          <p:attrName>style.visibility</p:attrName>
                                        </p:attrNameLst>
                                      </p:cBhvr>
                                      <p:to>
                                        <p:strVal val="visible"/>
                                      </p:to>
                                    </p:set>
                                    <p:animEffect transition="in" filter="fade">
                                      <p:cBhvr>
                                        <p:cTn id="166" dur="500"/>
                                        <p:tgtEl>
                                          <p:spTgt spid="31">
                                            <p:txEl>
                                              <p:pRg st="20" end="20"/>
                                            </p:txEl>
                                          </p:spTgt>
                                        </p:tgtEl>
                                      </p:cBhvr>
                                    </p:animEffect>
                                  </p:childTnLst>
                                </p:cTn>
                              </p:par>
                              <p:par>
                                <p:cTn id="167" presetID="10" presetClass="entr" presetSubtype="0" fill="hold" nodeType="withEffect">
                                  <p:stCondLst>
                                    <p:cond delay="0"/>
                                  </p:stCondLst>
                                  <p:childTnLst>
                                    <p:set>
                                      <p:cBhvr>
                                        <p:cTn id="168" dur="1" fill="hold">
                                          <p:stCondLst>
                                            <p:cond delay="0"/>
                                          </p:stCondLst>
                                        </p:cTn>
                                        <p:tgtEl>
                                          <p:spTgt spid="31">
                                            <p:txEl>
                                              <p:pRg st="21" end="21"/>
                                            </p:txEl>
                                          </p:spTgt>
                                        </p:tgtEl>
                                        <p:attrNameLst>
                                          <p:attrName>style.visibility</p:attrName>
                                        </p:attrNameLst>
                                      </p:cBhvr>
                                      <p:to>
                                        <p:strVal val="visible"/>
                                      </p:to>
                                    </p:set>
                                    <p:animEffect transition="in" filter="fade">
                                      <p:cBhvr>
                                        <p:cTn id="169" dur="500"/>
                                        <p:tgtEl>
                                          <p:spTgt spid="31">
                                            <p:txEl>
                                              <p:pRg st="21" end="21"/>
                                            </p:txEl>
                                          </p:spTgt>
                                        </p:tgtEl>
                                      </p:cBhvr>
                                    </p:animEffect>
                                  </p:childTnLst>
                                </p:cTn>
                              </p:par>
                              <p:par>
                                <p:cTn id="170" presetID="10" presetClass="entr" presetSubtype="0" fill="hold" nodeType="withEffect">
                                  <p:stCondLst>
                                    <p:cond delay="0"/>
                                  </p:stCondLst>
                                  <p:childTnLst>
                                    <p:set>
                                      <p:cBhvr>
                                        <p:cTn id="171" dur="1" fill="hold">
                                          <p:stCondLst>
                                            <p:cond delay="0"/>
                                          </p:stCondLst>
                                        </p:cTn>
                                        <p:tgtEl>
                                          <p:spTgt spid="31">
                                            <p:txEl>
                                              <p:pRg st="22" end="22"/>
                                            </p:txEl>
                                          </p:spTgt>
                                        </p:tgtEl>
                                        <p:attrNameLst>
                                          <p:attrName>style.visibility</p:attrName>
                                        </p:attrNameLst>
                                      </p:cBhvr>
                                      <p:to>
                                        <p:strVal val="visible"/>
                                      </p:to>
                                    </p:set>
                                    <p:animEffect transition="in" filter="fade">
                                      <p:cBhvr>
                                        <p:cTn id="172" dur="500"/>
                                        <p:tgtEl>
                                          <p:spTgt spid="31">
                                            <p:txEl>
                                              <p:pRg st="22" end="22"/>
                                            </p:txEl>
                                          </p:spTgt>
                                        </p:tgtEl>
                                      </p:cBhvr>
                                    </p:animEffect>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nodeType="clickEffect">
                                  <p:stCondLst>
                                    <p:cond delay="0"/>
                                  </p:stCondLst>
                                  <p:childTnLst>
                                    <p:set>
                                      <p:cBhvr>
                                        <p:cTn id="176" dur="1" fill="hold">
                                          <p:stCondLst>
                                            <p:cond delay="0"/>
                                          </p:stCondLst>
                                        </p:cTn>
                                        <p:tgtEl>
                                          <p:spTgt spid="31">
                                            <p:txEl>
                                              <p:pRg st="23" end="23"/>
                                            </p:txEl>
                                          </p:spTgt>
                                        </p:tgtEl>
                                        <p:attrNameLst>
                                          <p:attrName>style.visibility</p:attrName>
                                        </p:attrNameLst>
                                      </p:cBhvr>
                                      <p:to>
                                        <p:strVal val="visible"/>
                                      </p:to>
                                    </p:set>
                                    <p:animEffect transition="in" filter="fade">
                                      <p:cBhvr>
                                        <p:cTn id="177" dur="500"/>
                                        <p:tgtEl>
                                          <p:spTgt spid="31">
                                            <p:txEl>
                                              <p:pRg st="23" end="23"/>
                                            </p:txEl>
                                          </p:spTgt>
                                        </p:tgtEl>
                                      </p:cBhvr>
                                    </p:animEffect>
                                  </p:childTnLst>
                                </p:cTn>
                              </p:par>
                              <p:par>
                                <p:cTn id="178" presetID="10" presetClass="entr" presetSubtype="0" fill="hold" nodeType="withEffect">
                                  <p:stCondLst>
                                    <p:cond delay="0"/>
                                  </p:stCondLst>
                                  <p:childTnLst>
                                    <p:set>
                                      <p:cBhvr>
                                        <p:cTn id="179" dur="1" fill="hold">
                                          <p:stCondLst>
                                            <p:cond delay="0"/>
                                          </p:stCondLst>
                                        </p:cTn>
                                        <p:tgtEl>
                                          <p:spTgt spid="31">
                                            <p:txEl>
                                              <p:pRg st="24" end="24"/>
                                            </p:txEl>
                                          </p:spTgt>
                                        </p:tgtEl>
                                        <p:attrNameLst>
                                          <p:attrName>style.visibility</p:attrName>
                                        </p:attrNameLst>
                                      </p:cBhvr>
                                      <p:to>
                                        <p:strVal val="visible"/>
                                      </p:to>
                                    </p:set>
                                    <p:animEffect transition="in" filter="fade">
                                      <p:cBhvr>
                                        <p:cTn id="180" dur="500"/>
                                        <p:tgtEl>
                                          <p:spTgt spid="31">
                                            <p:txEl>
                                              <p:pRg st="24" end="24"/>
                                            </p:txEl>
                                          </p:spTgt>
                                        </p:tgtEl>
                                      </p:cBhvr>
                                    </p:animEffect>
                                  </p:childTnLst>
                                </p:cTn>
                              </p:par>
                              <p:par>
                                <p:cTn id="181" presetID="10" presetClass="entr" presetSubtype="0" fill="hold" nodeType="withEffect">
                                  <p:stCondLst>
                                    <p:cond delay="0"/>
                                  </p:stCondLst>
                                  <p:childTnLst>
                                    <p:set>
                                      <p:cBhvr>
                                        <p:cTn id="182" dur="1" fill="hold">
                                          <p:stCondLst>
                                            <p:cond delay="0"/>
                                          </p:stCondLst>
                                        </p:cTn>
                                        <p:tgtEl>
                                          <p:spTgt spid="31">
                                            <p:txEl>
                                              <p:pRg st="25" end="25"/>
                                            </p:txEl>
                                          </p:spTgt>
                                        </p:tgtEl>
                                        <p:attrNameLst>
                                          <p:attrName>style.visibility</p:attrName>
                                        </p:attrNameLst>
                                      </p:cBhvr>
                                      <p:to>
                                        <p:strVal val="visible"/>
                                      </p:to>
                                    </p:set>
                                    <p:animEffect transition="in" filter="fade">
                                      <p:cBhvr>
                                        <p:cTn id="183" dur="500"/>
                                        <p:tgtEl>
                                          <p:spTgt spid="31">
                                            <p:txEl>
                                              <p:pRg st="25" end="25"/>
                                            </p:txEl>
                                          </p:spTgt>
                                        </p:tgtEl>
                                      </p:cBhvr>
                                    </p:animEffect>
                                  </p:childTnLst>
                                </p:cTn>
                              </p:par>
                              <p:par>
                                <p:cTn id="184" presetID="10" presetClass="entr" presetSubtype="0" fill="hold" nodeType="withEffect">
                                  <p:stCondLst>
                                    <p:cond delay="0"/>
                                  </p:stCondLst>
                                  <p:childTnLst>
                                    <p:set>
                                      <p:cBhvr>
                                        <p:cTn id="185" dur="1" fill="hold">
                                          <p:stCondLst>
                                            <p:cond delay="0"/>
                                          </p:stCondLst>
                                        </p:cTn>
                                        <p:tgtEl>
                                          <p:spTgt spid="31">
                                            <p:txEl>
                                              <p:pRg st="26" end="26"/>
                                            </p:txEl>
                                          </p:spTgt>
                                        </p:tgtEl>
                                        <p:attrNameLst>
                                          <p:attrName>style.visibility</p:attrName>
                                        </p:attrNameLst>
                                      </p:cBhvr>
                                      <p:to>
                                        <p:strVal val="visible"/>
                                      </p:to>
                                    </p:set>
                                    <p:animEffect transition="in" filter="fade">
                                      <p:cBhvr>
                                        <p:cTn id="186" dur="500"/>
                                        <p:tgtEl>
                                          <p:spTgt spid="31">
                                            <p:txEl>
                                              <p:pRg st="26" end="26"/>
                                            </p:txEl>
                                          </p:spTgt>
                                        </p:tgtEl>
                                      </p:cBhvr>
                                    </p:animEffect>
                                  </p:childTnLst>
                                </p:cTn>
                              </p:par>
                              <p:par>
                                <p:cTn id="187" presetID="10" presetClass="entr" presetSubtype="0" fill="hold" nodeType="withEffect">
                                  <p:stCondLst>
                                    <p:cond delay="0"/>
                                  </p:stCondLst>
                                  <p:childTnLst>
                                    <p:set>
                                      <p:cBhvr>
                                        <p:cTn id="188" dur="1" fill="hold">
                                          <p:stCondLst>
                                            <p:cond delay="0"/>
                                          </p:stCondLst>
                                        </p:cTn>
                                        <p:tgtEl>
                                          <p:spTgt spid="31">
                                            <p:txEl>
                                              <p:pRg st="27" end="27"/>
                                            </p:txEl>
                                          </p:spTgt>
                                        </p:tgtEl>
                                        <p:attrNameLst>
                                          <p:attrName>style.visibility</p:attrName>
                                        </p:attrNameLst>
                                      </p:cBhvr>
                                      <p:to>
                                        <p:strVal val="visible"/>
                                      </p:to>
                                    </p:set>
                                    <p:animEffect transition="in" filter="fade">
                                      <p:cBhvr>
                                        <p:cTn id="189" dur="500"/>
                                        <p:tgtEl>
                                          <p:spTgt spid="31">
                                            <p:txEl>
                                              <p:pRg st="27" end="27"/>
                                            </p:txEl>
                                          </p:spTgt>
                                        </p:tgtEl>
                                      </p:cBhvr>
                                    </p:animEffect>
                                  </p:childTnLst>
                                </p:cTn>
                              </p:par>
                              <p:par>
                                <p:cTn id="190" presetID="10" presetClass="entr" presetSubtype="0" fill="hold" nodeType="withEffect">
                                  <p:stCondLst>
                                    <p:cond delay="0"/>
                                  </p:stCondLst>
                                  <p:childTnLst>
                                    <p:set>
                                      <p:cBhvr>
                                        <p:cTn id="191" dur="1" fill="hold">
                                          <p:stCondLst>
                                            <p:cond delay="0"/>
                                          </p:stCondLst>
                                        </p:cTn>
                                        <p:tgtEl>
                                          <p:spTgt spid="31">
                                            <p:txEl>
                                              <p:pRg st="28" end="28"/>
                                            </p:txEl>
                                          </p:spTgt>
                                        </p:tgtEl>
                                        <p:attrNameLst>
                                          <p:attrName>style.visibility</p:attrName>
                                        </p:attrNameLst>
                                      </p:cBhvr>
                                      <p:to>
                                        <p:strVal val="visible"/>
                                      </p:to>
                                    </p:set>
                                    <p:animEffect transition="in" filter="fade">
                                      <p:cBhvr>
                                        <p:cTn id="192" dur="500"/>
                                        <p:tgtEl>
                                          <p:spTgt spid="31">
                                            <p:txEl>
                                              <p:pRg st="28" end="2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18A25D-FEFD-8B24-378A-3496140BFC6E}"/>
            </a:ext>
          </a:extLst>
        </p:cNvPr>
        <p:cNvGrpSpPr/>
        <p:nvPr/>
      </p:nvGrpSpPr>
      <p:grpSpPr>
        <a:xfrm>
          <a:off x="0" y="0"/>
          <a:ext cx="0" cy="0"/>
          <a:chOff x="0" y="0"/>
          <a:chExt cx="0" cy="0"/>
        </a:xfrm>
      </p:grpSpPr>
      <p:sp useBgFill="1">
        <p:nvSpPr>
          <p:cNvPr id="109" name="Rectangle 108">
            <a:extLst>
              <a:ext uri="{FF2B5EF4-FFF2-40B4-BE49-F238E27FC236}">
                <a16:creationId xmlns:a16="http://schemas.microsoft.com/office/drawing/2014/main" id="{D0049607-9CBC-CA6D-191D-294C4D178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itle 1">
            <a:extLst>
              <a:ext uri="{FF2B5EF4-FFF2-40B4-BE49-F238E27FC236}">
                <a16:creationId xmlns:a16="http://schemas.microsoft.com/office/drawing/2014/main" id="{5666BF58-EFC0-105F-E3F0-8F2FA1D7C413}"/>
              </a:ext>
            </a:extLst>
          </p:cNvPr>
          <p:cNvSpPr>
            <a:spLocks noGrp="1"/>
          </p:cNvSpPr>
          <p:nvPr>
            <p:ph type="title"/>
          </p:nvPr>
        </p:nvSpPr>
        <p:spPr>
          <a:xfrm>
            <a:off x="793662" y="386930"/>
            <a:ext cx="10066122" cy="1298448"/>
          </a:xfrm>
        </p:spPr>
        <p:txBody>
          <a:bodyPr anchor="b">
            <a:normAutofit/>
          </a:bodyPr>
          <a:lstStyle/>
          <a:p>
            <a:r>
              <a:rPr lang="en-US" dirty="0"/>
              <a:t>Client-Server example</a:t>
            </a:r>
            <a:br>
              <a:rPr lang="en-US" dirty="0"/>
            </a:br>
            <a:r>
              <a:rPr lang="en-US" sz="4000" dirty="0"/>
              <a:t>Echo Application</a:t>
            </a:r>
            <a:endParaRPr lang="en-US" dirty="0"/>
          </a:p>
        </p:txBody>
      </p:sp>
      <p:sp>
        <p:nvSpPr>
          <p:cNvPr id="111" name="Rectangle 110">
            <a:extLst>
              <a:ext uri="{FF2B5EF4-FFF2-40B4-BE49-F238E27FC236}">
                <a16:creationId xmlns:a16="http://schemas.microsoft.com/office/drawing/2014/main" id="{A4F29615-6BA8-1E3B-5E70-751BC9439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31689B36-3E7D-2944-D83A-49F97C7ED6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9917DBA7-4492-C5B9-4513-E414987F4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59072A38-F935-1B41-CCF7-50DB89A2CD9B}"/>
              </a:ext>
            </a:extLst>
          </p:cNvPr>
          <p:cNvSpPr>
            <a:spLocks noGrp="1"/>
          </p:cNvSpPr>
          <p:nvPr>
            <p:ph type="sldNum" sz="quarter" idx="12"/>
          </p:nvPr>
        </p:nvSpPr>
        <p:spPr>
          <a:xfrm>
            <a:off x="8610600" y="6492240"/>
            <a:ext cx="2743200" cy="365125"/>
          </a:xfrm>
        </p:spPr>
        <p:txBody>
          <a:bodyPr>
            <a:normAutofit/>
          </a:bodyPr>
          <a:lstStyle/>
          <a:p>
            <a:pPr>
              <a:spcAft>
                <a:spcPts val="600"/>
              </a:spcAft>
            </a:pPr>
            <a:fld id="{2951E007-95BD-4179-9F64-0AC30A6B97F9}" type="slidenum">
              <a:rPr lang="en-US" smtClean="0"/>
              <a:pPr>
                <a:spcAft>
                  <a:spcPts val="600"/>
                </a:spcAft>
              </a:pPr>
              <a:t>24</a:t>
            </a:fld>
            <a:endParaRPr lang="en-US"/>
          </a:p>
        </p:txBody>
      </p:sp>
      <p:sp>
        <p:nvSpPr>
          <p:cNvPr id="2" name="Action Button: Help 1">
            <a:hlinkClick r:id="" action="ppaction://noaction" highlightClick="1"/>
            <a:extLst>
              <a:ext uri="{FF2B5EF4-FFF2-40B4-BE49-F238E27FC236}">
                <a16:creationId xmlns:a16="http://schemas.microsoft.com/office/drawing/2014/main" id="{77A3F33F-061F-EFF1-BE93-82D0DD434C1D}"/>
              </a:ext>
            </a:extLst>
          </p:cNvPr>
          <p:cNvSpPr/>
          <p:nvPr/>
        </p:nvSpPr>
        <p:spPr>
          <a:xfrm>
            <a:off x="11274567" y="6349340"/>
            <a:ext cx="440441" cy="401780"/>
          </a:xfrm>
          <a:prstGeom prst="actionButtonHelp">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cs typeface="Calibri" panose="020F0502020204030204" pitchFamily="34" charset="0"/>
            </a:endParaRPr>
          </a:p>
        </p:txBody>
      </p:sp>
      <p:sp>
        <p:nvSpPr>
          <p:cNvPr id="7" name="Slide Number Placeholder 6">
            <a:extLst>
              <a:ext uri="{FF2B5EF4-FFF2-40B4-BE49-F238E27FC236}">
                <a16:creationId xmlns:a16="http://schemas.microsoft.com/office/drawing/2014/main" id="{31F40D7D-410F-B9AF-D8CA-7A2DF541FFE8}"/>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tx1">
                    <a:tint val="75000"/>
                  </a:schemeClr>
                </a:solidFill>
                <a:latin typeface="Calibri" panose="020F0502020204030204" pitchFamily="34" charset="0"/>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2951E007-95BD-4179-9F64-0AC30A6B97F9}" type="slidenum">
              <a:rPr lang="en-US" smtClean="0"/>
              <a:pPr/>
              <a:t>24</a:t>
            </a:fld>
            <a:endParaRPr lang="en-US"/>
          </a:p>
        </p:txBody>
      </p:sp>
      <p:grpSp>
        <p:nvGrpSpPr>
          <p:cNvPr id="8" name="Group 7"/>
          <p:cNvGrpSpPr/>
          <p:nvPr/>
        </p:nvGrpSpPr>
        <p:grpSpPr>
          <a:xfrm>
            <a:off x="207793" y="2374335"/>
            <a:ext cx="10991222" cy="3660705"/>
            <a:chOff x="619753" y="1401536"/>
            <a:chExt cx="10991222" cy="3660705"/>
          </a:xfrm>
        </p:grpSpPr>
        <p:grpSp>
          <p:nvGrpSpPr>
            <p:cNvPr id="9" name="Group 8"/>
            <p:cNvGrpSpPr/>
            <p:nvPr/>
          </p:nvGrpSpPr>
          <p:grpSpPr>
            <a:xfrm>
              <a:off x="619753" y="1401536"/>
              <a:ext cx="4632291" cy="3526971"/>
              <a:chOff x="619753" y="1401536"/>
              <a:chExt cx="4632291" cy="3526971"/>
            </a:xfrm>
          </p:grpSpPr>
          <p:grpSp>
            <p:nvGrpSpPr>
              <p:cNvPr id="32" name="Group 31"/>
              <p:cNvGrpSpPr/>
              <p:nvPr/>
            </p:nvGrpSpPr>
            <p:grpSpPr>
              <a:xfrm>
                <a:off x="619753" y="1401536"/>
                <a:ext cx="4632291" cy="3526971"/>
                <a:chOff x="743578" y="1306286"/>
                <a:chExt cx="4632291" cy="3526971"/>
              </a:xfrm>
            </p:grpSpPr>
            <p:sp>
              <p:nvSpPr>
                <p:cNvPr id="35" name="Flowchart: Alternate Process 34"/>
                <p:cNvSpPr/>
                <p:nvPr/>
              </p:nvSpPr>
              <p:spPr>
                <a:xfrm>
                  <a:off x="743578" y="1306286"/>
                  <a:ext cx="4632291" cy="3526971"/>
                </a:xfrm>
                <a:prstGeom prst="flowChartAlternateProcess">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cs typeface="Calibri" panose="020F0502020204030204" pitchFamily="34" charset="0"/>
                  </a:endParaRPr>
                </a:p>
              </p:txBody>
            </p:sp>
            <p:grpSp>
              <p:nvGrpSpPr>
                <p:cNvPr id="39" name="Group 38"/>
                <p:cNvGrpSpPr/>
                <p:nvPr/>
              </p:nvGrpSpPr>
              <p:grpSpPr>
                <a:xfrm>
                  <a:off x="3059723" y="2461844"/>
                  <a:ext cx="2170445" cy="2166728"/>
                  <a:chOff x="3059723" y="2461844"/>
                  <a:chExt cx="2170445" cy="2166728"/>
                </a:xfrm>
              </p:grpSpPr>
              <p:sp>
                <p:nvSpPr>
                  <p:cNvPr id="45" name="Rectangle 44"/>
                  <p:cNvSpPr/>
                  <p:nvPr/>
                </p:nvSpPr>
                <p:spPr>
                  <a:xfrm>
                    <a:off x="3059723" y="2461844"/>
                    <a:ext cx="2170445" cy="2059913"/>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cs typeface="Calibri" panose="020F0502020204030204" pitchFamily="34" charset="0"/>
                    </a:endParaRPr>
                  </a:p>
                </p:txBody>
              </p:sp>
              <p:sp>
                <p:nvSpPr>
                  <p:cNvPr id="47" name="TextBox 46"/>
                  <p:cNvSpPr txBox="1"/>
                  <p:nvPr/>
                </p:nvSpPr>
                <p:spPr>
                  <a:xfrm>
                    <a:off x="3109963" y="4320795"/>
                    <a:ext cx="2034793" cy="307777"/>
                  </a:xfrm>
                  <a:prstGeom prst="rect">
                    <a:avLst/>
                  </a:prstGeom>
                  <a:noFill/>
                </p:spPr>
                <p:txBody>
                  <a:bodyPr wrap="square" rtlCol="1">
                    <a:spAutoFit/>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EchoServer</a:t>
                    </a:r>
                    <a:endParaRPr lang="he-IL" dirty="0">
                      <a:latin typeface="Calibri" panose="020F0502020204030204" pitchFamily="34" charset="0"/>
                      <a:ea typeface="Calibri" panose="020F0502020204030204" pitchFamily="34" charset="0"/>
                      <a:cs typeface="Calibri" panose="020F0502020204030204" pitchFamily="34" charset="0"/>
                    </a:endParaRPr>
                  </a:p>
                </p:txBody>
              </p:sp>
            </p:grpSp>
            <p:grpSp>
              <p:nvGrpSpPr>
                <p:cNvPr id="40" name="Group 39"/>
                <p:cNvGrpSpPr/>
                <p:nvPr/>
              </p:nvGrpSpPr>
              <p:grpSpPr>
                <a:xfrm>
                  <a:off x="949569" y="1352386"/>
                  <a:ext cx="2326194" cy="1745960"/>
                  <a:chOff x="949569" y="1419271"/>
                  <a:chExt cx="2110154" cy="1514847"/>
                </a:xfrm>
              </p:grpSpPr>
              <p:sp>
                <p:nvSpPr>
                  <p:cNvPr id="43" name="Rectangle 42"/>
                  <p:cNvSpPr/>
                  <p:nvPr/>
                </p:nvSpPr>
                <p:spPr>
                  <a:xfrm>
                    <a:off x="949569" y="1718267"/>
                    <a:ext cx="2110154" cy="1215851"/>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cs typeface="Calibri" panose="020F0502020204030204" pitchFamily="34" charset="0"/>
                    </a:endParaRPr>
                  </a:p>
                </p:txBody>
              </p:sp>
              <p:sp>
                <p:nvSpPr>
                  <p:cNvPr id="44" name="TextBox 43"/>
                  <p:cNvSpPr txBox="1"/>
                  <p:nvPr/>
                </p:nvSpPr>
                <p:spPr>
                  <a:xfrm>
                    <a:off x="949569" y="1419271"/>
                    <a:ext cx="2110154" cy="267037"/>
                  </a:xfrm>
                  <a:prstGeom prst="rect">
                    <a:avLst/>
                  </a:prstGeom>
                  <a:noFill/>
                </p:spPr>
                <p:txBody>
                  <a:bodyPr wrap="square" rtlCol="1">
                    <a:sp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rPr>
                      <a:t>Server’s monitor</a:t>
                    </a:r>
                    <a:endParaRPr lang="he-IL" dirty="0">
                      <a:latin typeface="Calibri" panose="020F0502020204030204" pitchFamily="34" charset="0"/>
                      <a:ea typeface="Calibri" panose="020F0502020204030204" pitchFamily="34" charset="0"/>
                      <a:cs typeface="Calibri" panose="020F0502020204030204" pitchFamily="34" charset="0"/>
                    </a:endParaRPr>
                  </a:p>
                </p:txBody>
              </p:sp>
            </p:grpSp>
            <p:cxnSp>
              <p:nvCxnSpPr>
                <p:cNvPr id="41" name="Elbow Connector 33"/>
                <p:cNvCxnSpPr/>
                <p:nvPr/>
              </p:nvCxnSpPr>
              <p:spPr>
                <a:xfrm rot="10800000">
                  <a:off x="1857150" y="3069771"/>
                  <a:ext cx="1436917" cy="411984"/>
                </a:xfrm>
                <a:prstGeom prst="bentConnector3">
                  <a:avLst>
                    <a:gd name="adj1" fmla="val 99960"/>
                  </a:avLst>
                </a:prstGeom>
                <a:ln w="25400">
                  <a:solidFill>
                    <a:srgbClr val="428BCE"/>
                  </a:solidFill>
                  <a:tailEnd type="arrow"/>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2083754" y="3198836"/>
                  <a:ext cx="1145535" cy="307777"/>
                </a:xfrm>
                <a:prstGeom prst="rect">
                  <a:avLst/>
                </a:prstGeom>
                <a:noFill/>
              </p:spPr>
              <p:txBody>
                <a:bodyPr wrap="square" rtlCol="1">
                  <a:spAutoFit/>
                </a:bodyPr>
                <a:lstStyle/>
                <a:p>
                  <a:pPr algn="ctr"/>
                  <a:r>
                    <a:rPr lang="en-US" sz="1400" b="1" dirty="0">
                      <a:latin typeface="Calibri" panose="020F0502020204030204" pitchFamily="34" charset="0"/>
                      <a:ea typeface="Calibri" panose="020F0502020204030204" pitchFamily="34" charset="0"/>
                      <a:cs typeface="Calibri" panose="020F0502020204030204" pitchFamily="34" charset="0"/>
                    </a:rPr>
                    <a:t>System out</a:t>
                  </a:r>
                  <a:endParaRPr lang="he-IL" sz="1400" b="1" dirty="0">
                    <a:latin typeface="Calibri" panose="020F0502020204030204" pitchFamily="34" charset="0"/>
                    <a:ea typeface="Calibri" panose="020F0502020204030204" pitchFamily="34" charset="0"/>
                    <a:cs typeface="Calibri" panose="020F0502020204030204" pitchFamily="34" charset="0"/>
                  </a:endParaRPr>
                </a:p>
              </p:txBody>
            </p:sp>
          </p:grpSp>
          <p:sp>
            <p:nvSpPr>
              <p:cNvPr id="33" name="TextBox 32"/>
              <p:cNvSpPr txBox="1"/>
              <p:nvPr/>
            </p:nvSpPr>
            <p:spPr>
              <a:xfrm>
                <a:off x="3381375" y="1622776"/>
                <a:ext cx="1866900" cy="461665"/>
              </a:xfrm>
              <a:prstGeom prst="rect">
                <a:avLst/>
              </a:prstGeom>
              <a:noFill/>
            </p:spPr>
            <p:txBody>
              <a:bodyPr wrap="square" rtlCol="1">
                <a:spAutoFit/>
              </a:bodyPr>
              <a:lstStyle/>
              <a:p>
                <a:pPr algn="ctr"/>
                <a:r>
                  <a:rPr lang="en-US" sz="2400" b="1" dirty="0">
                    <a:latin typeface="Calibri" panose="020F0502020204030204" pitchFamily="34" charset="0"/>
                    <a:ea typeface="Calibri" panose="020F0502020204030204" pitchFamily="34" charset="0"/>
                    <a:cs typeface="Calibri" panose="020F0502020204030204" pitchFamily="34" charset="0"/>
                  </a:rPr>
                  <a:t>Server side</a:t>
                </a:r>
                <a:endParaRPr lang="he-IL" sz="2400" b="1" dirty="0">
                  <a:latin typeface="Calibri" panose="020F0502020204030204" pitchFamily="34" charset="0"/>
                  <a:ea typeface="Calibri" panose="020F0502020204030204" pitchFamily="34" charset="0"/>
                  <a:cs typeface="Calibri" panose="020F0502020204030204" pitchFamily="34" charset="0"/>
                </a:endParaRPr>
              </a:p>
            </p:txBody>
          </p:sp>
        </p:grpSp>
        <p:grpSp>
          <p:nvGrpSpPr>
            <p:cNvPr id="14" name="Group 13"/>
            <p:cNvGrpSpPr/>
            <p:nvPr/>
          </p:nvGrpSpPr>
          <p:grpSpPr>
            <a:xfrm>
              <a:off x="6925303" y="1401536"/>
              <a:ext cx="4685672" cy="3526971"/>
              <a:chOff x="6925303" y="1401536"/>
              <a:chExt cx="4685672" cy="3526971"/>
            </a:xfrm>
          </p:grpSpPr>
          <p:grpSp>
            <p:nvGrpSpPr>
              <p:cNvPr id="16" name="Group 15"/>
              <p:cNvGrpSpPr/>
              <p:nvPr/>
            </p:nvGrpSpPr>
            <p:grpSpPr>
              <a:xfrm>
                <a:off x="6925303" y="1401536"/>
                <a:ext cx="4685672" cy="3526971"/>
                <a:chOff x="7049128" y="1306286"/>
                <a:chExt cx="4685672" cy="3526971"/>
              </a:xfrm>
            </p:grpSpPr>
            <p:sp>
              <p:nvSpPr>
                <p:cNvPr id="18" name="TextBox 17"/>
                <p:cNvSpPr txBox="1"/>
                <p:nvPr/>
              </p:nvSpPr>
              <p:spPr>
                <a:xfrm>
                  <a:off x="10772775" y="3181928"/>
                  <a:ext cx="962025" cy="523220"/>
                </a:xfrm>
                <a:prstGeom prst="rect">
                  <a:avLst/>
                </a:prstGeom>
                <a:noFill/>
              </p:spPr>
              <p:txBody>
                <a:bodyPr wrap="square" rtlCol="1">
                  <a:spAutoFit/>
                </a:bodyPr>
                <a:lstStyle/>
                <a:p>
                  <a:pPr algn="ctr"/>
                  <a:r>
                    <a:rPr lang="en-US" sz="14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Keyboard echo</a:t>
                  </a:r>
                </a:p>
              </p:txBody>
            </p:sp>
            <p:grpSp>
              <p:nvGrpSpPr>
                <p:cNvPr id="19" name="Group 18"/>
                <p:cNvGrpSpPr/>
                <p:nvPr/>
              </p:nvGrpSpPr>
              <p:grpSpPr>
                <a:xfrm>
                  <a:off x="7203098" y="2461844"/>
                  <a:ext cx="2170445" cy="2166728"/>
                  <a:chOff x="3059723" y="2461844"/>
                  <a:chExt cx="2170445" cy="2166728"/>
                </a:xfrm>
              </p:grpSpPr>
              <p:sp>
                <p:nvSpPr>
                  <p:cNvPr id="30" name="Rectangle 29"/>
                  <p:cNvSpPr/>
                  <p:nvPr/>
                </p:nvSpPr>
                <p:spPr>
                  <a:xfrm>
                    <a:off x="3059723" y="2461844"/>
                    <a:ext cx="2170445" cy="2059913"/>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cs typeface="Calibri" panose="020F0502020204030204" pitchFamily="34" charset="0"/>
                    </a:endParaRPr>
                  </a:p>
                </p:txBody>
              </p:sp>
              <p:sp>
                <p:nvSpPr>
                  <p:cNvPr id="31" name="TextBox 30"/>
                  <p:cNvSpPr txBox="1"/>
                  <p:nvPr/>
                </p:nvSpPr>
                <p:spPr>
                  <a:xfrm>
                    <a:off x="3109963" y="4320795"/>
                    <a:ext cx="2034793" cy="307777"/>
                  </a:xfrm>
                  <a:prstGeom prst="rect">
                    <a:avLst/>
                  </a:prstGeom>
                  <a:noFill/>
                </p:spPr>
                <p:txBody>
                  <a:bodyPr wrap="square" rtlCol="1">
                    <a:spAutoFit/>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EchoClient</a:t>
                    </a:r>
                    <a:endParaRPr lang="he-IL" dirty="0">
                      <a:latin typeface="Calibri" panose="020F0502020204030204" pitchFamily="34" charset="0"/>
                      <a:ea typeface="Calibri" panose="020F0502020204030204" pitchFamily="34" charset="0"/>
                      <a:cs typeface="Calibri" panose="020F0502020204030204" pitchFamily="34" charset="0"/>
                    </a:endParaRPr>
                  </a:p>
                </p:txBody>
              </p:sp>
            </p:grpSp>
            <p:sp>
              <p:nvSpPr>
                <p:cNvPr id="20" name="Flowchart: Alternate Process 19"/>
                <p:cNvSpPr/>
                <p:nvPr/>
              </p:nvSpPr>
              <p:spPr>
                <a:xfrm>
                  <a:off x="7049128" y="1306286"/>
                  <a:ext cx="4632291" cy="3526971"/>
                </a:xfrm>
                <a:prstGeom prst="flowChartAlternateProcess">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cs typeface="Calibri" panose="020F0502020204030204" pitchFamily="34" charset="0"/>
                  </a:endParaRPr>
                </a:p>
              </p:txBody>
            </p:sp>
            <p:grpSp>
              <p:nvGrpSpPr>
                <p:cNvPr id="21" name="Group 20"/>
                <p:cNvGrpSpPr/>
                <p:nvPr/>
              </p:nvGrpSpPr>
              <p:grpSpPr>
                <a:xfrm>
                  <a:off x="8976408" y="1352386"/>
                  <a:ext cx="2528955" cy="1717385"/>
                  <a:chOff x="817479" y="1444063"/>
                  <a:chExt cx="2294084" cy="1490055"/>
                </a:xfrm>
              </p:grpSpPr>
              <p:sp>
                <p:nvSpPr>
                  <p:cNvPr id="28" name="Rectangle 27"/>
                  <p:cNvSpPr/>
                  <p:nvPr/>
                </p:nvSpPr>
                <p:spPr>
                  <a:xfrm>
                    <a:off x="949569" y="1718267"/>
                    <a:ext cx="2110154" cy="1215851"/>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cs typeface="Calibri" panose="020F0502020204030204" pitchFamily="34" charset="0"/>
                    </a:endParaRPr>
                  </a:p>
                </p:txBody>
              </p:sp>
              <p:sp>
                <p:nvSpPr>
                  <p:cNvPr id="29" name="TextBox 28"/>
                  <p:cNvSpPr txBox="1"/>
                  <p:nvPr/>
                </p:nvSpPr>
                <p:spPr>
                  <a:xfrm>
                    <a:off x="817479" y="1444063"/>
                    <a:ext cx="2294084" cy="267037"/>
                  </a:xfrm>
                  <a:prstGeom prst="rect">
                    <a:avLst/>
                  </a:prstGeom>
                  <a:noFill/>
                </p:spPr>
                <p:txBody>
                  <a:bodyPr wrap="square" lIns="0" rIns="0" rtlCol="1">
                    <a:sp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rPr>
                      <a:t>Client’s monitor</a:t>
                    </a:r>
                    <a:endParaRPr lang="he-IL" dirty="0">
                      <a:latin typeface="Calibri" panose="020F0502020204030204" pitchFamily="34" charset="0"/>
                      <a:ea typeface="Calibri" panose="020F0502020204030204" pitchFamily="34" charset="0"/>
                      <a:cs typeface="Calibri" panose="020F0502020204030204" pitchFamily="34" charset="0"/>
                    </a:endParaRPr>
                  </a:p>
                </p:txBody>
              </p:sp>
            </p:grpSp>
            <p:cxnSp>
              <p:nvCxnSpPr>
                <p:cNvPr id="22" name="Elbow Connector 53"/>
                <p:cNvCxnSpPr/>
                <p:nvPr/>
              </p:nvCxnSpPr>
              <p:spPr>
                <a:xfrm flipV="1">
                  <a:off x="9126206" y="3069771"/>
                  <a:ext cx="1408444" cy="378281"/>
                </a:xfrm>
                <a:prstGeom prst="bentConnector3">
                  <a:avLst>
                    <a:gd name="adj1" fmla="val 100045"/>
                  </a:avLst>
                </a:prstGeom>
                <a:ln w="25400">
                  <a:solidFill>
                    <a:srgbClr val="428BCE"/>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9131547" y="3179786"/>
                  <a:ext cx="1403103" cy="523220"/>
                </a:xfrm>
                <a:prstGeom prst="rect">
                  <a:avLst/>
                </a:prstGeom>
                <a:noFill/>
              </p:spPr>
              <p:txBody>
                <a:bodyPr wrap="square" rtlCol="1">
                  <a:spAutoFit/>
                </a:bodyPr>
                <a:lstStyle/>
                <a:p>
                  <a:pPr algn="ctr"/>
                  <a:r>
                    <a:rPr lang="en-US" sz="1400" b="1" dirty="0">
                      <a:latin typeface="Calibri" panose="020F0502020204030204" pitchFamily="34" charset="0"/>
                      <a:ea typeface="Calibri" panose="020F0502020204030204" pitchFamily="34" charset="0"/>
                      <a:cs typeface="Calibri" panose="020F0502020204030204" pitchFamily="34" charset="0"/>
                    </a:rPr>
                    <a:t>System</a:t>
                  </a:r>
                </a:p>
                <a:p>
                  <a:pPr algn="ctr"/>
                  <a:r>
                    <a:rPr lang="en-US" sz="1400" b="1" dirty="0">
                      <a:latin typeface="Calibri" panose="020F0502020204030204" pitchFamily="34" charset="0"/>
                      <a:ea typeface="Calibri" panose="020F0502020204030204" pitchFamily="34" charset="0"/>
                      <a:cs typeface="Calibri" panose="020F0502020204030204" pitchFamily="34" charset="0"/>
                    </a:rPr>
                    <a:t>out</a:t>
                  </a:r>
                  <a:endParaRPr lang="he-IL" sz="1400" b="1" dirty="0">
                    <a:latin typeface="Calibri" panose="020F0502020204030204" pitchFamily="34" charset="0"/>
                    <a:ea typeface="Calibri" panose="020F0502020204030204" pitchFamily="34" charset="0"/>
                    <a:cs typeface="Calibri" panose="020F0502020204030204" pitchFamily="34" charset="0"/>
                  </a:endParaRPr>
                </a:p>
              </p:txBody>
            </p:sp>
            <p:sp>
              <p:nvSpPr>
                <p:cNvPr id="24" name="Rectangle 23"/>
                <p:cNvSpPr/>
                <p:nvPr/>
              </p:nvSpPr>
              <p:spPr>
                <a:xfrm>
                  <a:off x="9897103" y="3698966"/>
                  <a:ext cx="1704347" cy="670391"/>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cs typeface="Calibri" panose="020F0502020204030204" pitchFamily="34" charset="0"/>
                  </a:endParaRPr>
                </a:p>
              </p:txBody>
            </p:sp>
            <p:cxnSp>
              <p:nvCxnSpPr>
                <p:cNvPr id="25" name="Straight Arrow Connector 24"/>
                <p:cNvCxnSpPr>
                  <a:stCxn id="24" idx="1"/>
                </p:cNvCxnSpPr>
                <p:nvPr/>
              </p:nvCxnSpPr>
              <p:spPr>
                <a:xfrm flipH="1">
                  <a:off x="9288133" y="4034162"/>
                  <a:ext cx="60897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9202708" y="3772551"/>
                  <a:ext cx="842044" cy="523220"/>
                </a:xfrm>
                <a:prstGeom prst="rect">
                  <a:avLst/>
                </a:prstGeom>
                <a:noFill/>
              </p:spPr>
              <p:txBody>
                <a:bodyPr wrap="square" rtlCol="1">
                  <a:spAutoFit/>
                </a:bodyPr>
                <a:lstStyle/>
                <a:p>
                  <a:pPr algn="ctr"/>
                  <a:r>
                    <a:rPr lang="en-US" sz="1400" b="1" dirty="0">
                      <a:latin typeface="Calibri" panose="020F0502020204030204" pitchFamily="34" charset="0"/>
                      <a:ea typeface="Calibri" panose="020F0502020204030204" pitchFamily="34" charset="0"/>
                      <a:cs typeface="Calibri" panose="020F0502020204030204" pitchFamily="34" charset="0"/>
                    </a:rPr>
                    <a:t>System</a:t>
                  </a:r>
                </a:p>
                <a:p>
                  <a:pPr algn="ctr"/>
                  <a:r>
                    <a:rPr lang="en-US" sz="1400" b="1" dirty="0">
                      <a:latin typeface="Calibri" panose="020F0502020204030204" pitchFamily="34" charset="0"/>
                      <a:ea typeface="Calibri" panose="020F0502020204030204" pitchFamily="34" charset="0"/>
                      <a:cs typeface="Calibri" panose="020F0502020204030204" pitchFamily="34" charset="0"/>
                    </a:rPr>
                    <a:t>in</a:t>
                  </a:r>
                  <a:endParaRPr lang="he-IL" sz="1400" b="1" dirty="0">
                    <a:latin typeface="Calibri" panose="020F0502020204030204" pitchFamily="34" charset="0"/>
                    <a:ea typeface="Calibri" panose="020F0502020204030204" pitchFamily="34" charset="0"/>
                    <a:cs typeface="Calibri" panose="020F0502020204030204" pitchFamily="34" charset="0"/>
                  </a:endParaRPr>
                </a:p>
              </p:txBody>
            </p:sp>
            <p:cxnSp>
              <p:nvCxnSpPr>
                <p:cNvPr id="27" name="Straight Arrow Connector 26"/>
                <p:cNvCxnSpPr/>
                <p:nvPr/>
              </p:nvCxnSpPr>
              <p:spPr>
                <a:xfrm flipH="1" flipV="1">
                  <a:off x="10868025" y="3079296"/>
                  <a:ext cx="9525" cy="633235"/>
                </a:xfrm>
                <a:prstGeom prst="straightConnector1">
                  <a:avLst/>
                </a:prstGeom>
                <a:ln w="22225">
                  <a:solidFill>
                    <a:schemeClr val="bg1">
                      <a:lumMod val="50000"/>
                    </a:schemeClr>
                  </a:solidFill>
                  <a:prstDash val="sysDash"/>
                  <a:tailEnd type="arrow"/>
                </a:ln>
              </p:spPr>
              <p:style>
                <a:lnRef idx="1">
                  <a:schemeClr val="accent1"/>
                </a:lnRef>
                <a:fillRef idx="0">
                  <a:schemeClr val="accent1"/>
                </a:fillRef>
                <a:effectRef idx="0">
                  <a:schemeClr val="accent1"/>
                </a:effectRef>
                <a:fontRef idx="minor">
                  <a:schemeClr val="tx1"/>
                </a:fontRef>
              </p:style>
            </p:cxnSp>
          </p:grpSp>
          <p:sp>
            <p:nvSpPr>
              <p:cNvPr id="17" name="TextBox 16"/>
              <p:cNvSpPr txBox="1"/>
              <p:nvPr/>
            </p:nvSpPr>
            <p:spPr>
              <a:xfrm>
                <a:off x="6943725" y="1622776"/>
                <a:ext cx="1866900" cy="461665"/>
              </a:xfrm>
              <a:prstGeom prst="rect">
                <a:avLst/>
              </a:prstGeom>
              <a:noFill/>
            </p:spPr>
            <p:txBody>
              <a:bodyPr wrap="square" rtlCol="1">
                <a:spAutoFit/>
              </a:bodyPr>
              <a:lstStyle/>
              <a:p>
                <a:pPr algn="ctr"/>
                <a:r>
                  <a:rPr lang="en-US" sz="2400" b="1" dirty="0">
                    <a:latin typeface="Calibri" panose="020F0502020204030204" pitchFamily="34" charset="0"/>
                    <a:ea typeface="Calibri" panose="020F0502020204030204" pitchFamily="34" charset="0"/>
                    <a:cs typeface="Calibri" panose="020F0502020204030204" pitchFamily="34" charset="0"/>
                  </a:rPr>
                  <a:t>Client side</a:t>
                </a:r>
                <a:endParaRPr lang="he-IL" sz="2400" b="1" dirty="0">
                  <a:latin typeface="Calibri" panose="020F0502020204030204" pitchFamily="34" charset="0"/>
                  <a:ea typeface="Calibri" panose="020F0502020204030204" pitchFamily="34" charset="0"/>
                  <a:cs typeface="Calibri" panose="020F0502020204030204" pitchFamily="34" charset="0"/>
                </a:endParaRPr>
              </a:p>
            </p:txBody>
          </p:sp>
        </p:grpSp>
        <p:grpSp>
          <p:nvGrpSpPr>
            <p:cNvPr id="15" name="Group 14"/>
            <p:cNvGrpSpPr/>
            <p:nvPr/>
          </p:nvGrpSpPr>
          <p:grpSpPr>
            <a:xfrm>
              <a:off x="5020931" y="2872633"/>
              <a:ext cx="2080008" cy="2189608"/>
              <a:chOff x="5020931" y="2872633"/>
              <a:chExt cx="2080008" cy="2189608"/>
            </a:xfrm>
          </p:grpSpPr>
          <p:sp>
            <p:nvSpPr>
              <p:cNvPr id="84" name="TextBox 83"/>
              <p:cNvSpPr txBox="1"/>
              <p:nvPr/>
            </p:nvSpPr>
            <p:spPr>
              <a:xfrm>
                <a:off x="5190129" y="2872633"/>
                <a:ext cx="1770082" cy="584775"/>
              </a:xfrm>
              <a:prstGeom prst="rect">
                <a:avLst/>
              </a:prstGeom>
              <a:noFill/>
            </p:spPr>
            <p:txBody>
              <a:bodyPr wrap="square" rtlCol="1">
                <a:spAutoFit/>
              </a:bodyPr>
              <a:lstStyle/>
              <a:p>
                <a:pPr algn="ctr"/>
                <a:r>
                  <a:rPr lang="en-US" sz="16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Socket communication</a:t>
                </a:r>
              </a:p>
            </p:txBody>
          </p:sp>
          <p:cxnSp>
            <p:nvCxnSpPr>
              <p:cNvPr id="80" name="Straight Arrow Connector 79"/>
              <p:cNvCxnSpPr/>
              <p:nvPr/>
            </p:nvCxnSpPr>
            <p:spPr>
              <a:xfrm flipH="1">
                <a:off x="5020931" y="4368100"/>
                <a:ext cx="2080008" cy="0"/>
              </a:xfrm>
              <a:prstGeom prst="straightConnector1">
                <a:avLst/>
              </a:prstGeom>
              <a:ln w="41275">
                <a:solidFill>
                  <a:srgbClr val="C00000"/>
                </a:solidFill>
                <a:prstDash val="sysDot"/>
                <a:headEnd type="arrow"/>
                <a:tailEnd type="non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H="1">
                <a:off x="5020931" y="4177600"/>
                <a:ext cx="2080008" cy="0"/>
              </a:xfrm>
              <a:prstGeom prst="straightConnector1">
                <a:avLst/>
              </a:prstGeom>
              <a:ln w="41275">
                <a:solidFill>
                  <a:schemeClr val="accent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5159552" y="3904477"/>
                <a:ext cx="1866900" cy="307777"/>
              </a:xfrm>
              <a:prstGeom prst="rect">
                <a:avLst/>
              </a:prstGeom>
              <a:noFill/>
            </p:spPr>
            <p:txBody>
              <a:bodyPr wrap="square" lIns="0" rIns="0" rtlCol="1">
                <a:spAutoFit/>
              </a:bodyPr>
              <a:lstStyle/>
              <a:p>
                <a:pPr algn="ctr"/>
                <a:r>
                  <a:rPr lang="en-US" sz="1400" b="1" dirty="0">
                    <a:latin typeface="Calibri" panose="020F0502020204030204" pitchFamily="34" charset="0"/>
                    <a:ea typeface="Calibri" panose="020F0502020204030204" pitchFamily="34" charset="0"/>
                    <a:cs typeface="Calibri" panose="020F0502020204030204" pitchFamily="34" charset="0"/>
                  </a:rPr>
                  <a:t>Send the user’s msg</a:t>
                </a:r>
                <a:endParaRPr lang="he-IL" sz="1400" b="1" dirty="0">
                  <a:latin typeface="Calibri" panose="020F0502020204030204" pitchFamily="34" charset="0"/>
                  <a:ea typeface="Calibri" panose="020F0502020204030204" pitchFamily="34" charset="0"/>
                  <a:cs typeface="Calibri" panose="020F0502020204030204" pitchFamily="34" charset="0"/>
                </a:endParaRPr>
              </a:p>
            </p:txBody>
          </p:sp>
          <p:sp>
            <p:nvSpPr>
              <p:cNvPr id="38" name="TextBox 37"/>
              <p:cNvSpPr txBox="1"/>
              <p:nvPr/>
            </p:nvSpPr>
            <p:spPr>
              <a:xfrm>
                <a:off x="5261569" y="4323577"/>
                <a:ext cx="1673259" cy="738664"/>
              </a:xfrm>
              <a:prstGeom prst="rect">
                <a:avLst/>
              </a:prstGeom>
              <a:noFill/>
            </p:spPr>
            <p:txBody>
              <a:bodyPr wrap="square" lIns="0" rIns="0" rtlCol="1">
                <a:spAutoFit/>
              </a:bodyPr>
              <a:lstStyle/>
              <a:p>
                <a:pPr algn="ctr"/>
                <a:r>
                  <a:rPr lang="en-US" sz="1400" b="1" dirty="0">
                    <a:latin typeface="Calibri" panose="020F0502020204030204" pitchFamily="34" charset="0"/>
                    <a:ea typeface="Calibri" panose="020F0502020204030204" pitchFamily="34" charset="0"/>
                    <a:cs typeface="Calibri" panose="020F0502020204030204" pitchFamily="34" charset="0"/>
                  </a:rPr>
                  <a:t>Echo the user’s msg and add</a:t>
                </a:r>
              </a:p>
              <a:p>
                <a:pPr algn="ctr"/>
                <a:r>
                  <a:rPr lang="en-US" sz="1400" b="1" dirty="0">
                    <a:latin typeface="Calibri" panose="020F0502020204030204" pitchFamily="34" charset="0"/>
                    <a:ea typeface="Calibri" panose="020F0502020204030204" pitchFamily="34" charset="0"/>
                    <a:cs typeface="Calibri" panose="020F0502020204030204" pitchFamily="34" charset="0"/>
                  </a:rPr>
                  <a:t>“lol”</a:t>
                </a:r>
                <a:endParaRPr lang="he-IL" sz="1400" b="1" dirty="0">
                  <a:latin typeface="Calibri" panose="020F0502020204030204" pitchFamily="34" charset="0"/>
                  <a:ea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78565784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936" y="17824"/>
            <a:ext cx="10314432" cy="777306"/>
          </a:xfrm>
        </p:spPr>
        <p:txBody>
          <a:bodyPr/>
          <a:lstStyle/>
          <a:p>
            <a:r>
              <a:rPr lang="en-US" dirty="0" err="1"/>
              <a:t>EchoClient</a:t>
            </a:r>
            <a:r>
              <a:rPr lang="en-US" dirty="0"/>
              <a:t> code</a:t>
            </a:r>
          </a:p>
        </p:txBody>
      </p:sp>
      <p:sp>
        <p:nvSpPr>
          <p:cNvPr id="8" name="Slide Number Placeholder 7">
            <a:extLst>
              <a:ext uri="{FF2B5EF4-FFF2-40B4-BE49-F238E27FC236}">
                <a16:creationId xmlns:a16="http://schemas.microsoft.com/office/drawing/2014/main" id="{032A80DD-3843-AE73-1AE9-0F4B7BABC752}"/>
              </a:ext>
            </a:extLst>
          </p:cNvPr>
          <p:cNvSpPr>
            <a:spLocks noGrp="1"/>
          </p:cNvSpPr>
          <p:nvPr>
            <p:ph type="sldNum" sz="quarter" idx="12"/>
          </p:nvPr>
        </p:nvSpPr>
        <p:spPr/>
        <p:txBody>
          <a:bodyPr>
            <a:normAutofit/>
          </a:bodyPr>
          <a:lstStyle/>
          <a:p>
            <a:fld id="{2951E007-95BD-4179-9F64-0AC30A6B97F9}" type="slidenum">
              <a:rPr lang="en-US" smtClean="0"/>
              <a:pPr/>
              <a:t>25</a:t>
            </a:fld>
            <a:endParaRPr lang="en-US"/>
          </a:p>
        </p:txBody>
      </p:sp>
      <p:sp>
        <p:nvSpPr>
          <p:cNvPr id="5" name="TextBox 4"/>
          <p:cNvSpPr txBox="1"/>
          <p:nvPr/>
        </p:nvSpPr>
        <p:spPr>
          <a:xfrm>
            <a:off x="1970297" y="998009"/>
            <a:ext cx="7300291" cy="5859991"/>
          </a:xfrm>
          <a:prstGeom prst="rect">
            <a:avLst/>
          </a:prstGeom>
          <a:solidFill>
            <a:schemeClr val="accent6">
              <a:lumMod val="20000"/>
              <a:lumOff val="80000"/>
            </a:schemeClr>
          </a:solidFill>
          <a:ln>
            <a:solidFill>
              <a:schemeClr val="accent1"/>
            </a:solidFill>
          </a:ln>
        </p:spPr>
        <p:txBody>
          <a:bodyPr wrap="square" lIns="91440" tIns="0" rIns="0" bIns="0" rtlCol="1">
            <a:noAutofit/>
          </a:bodyPr>
          <a:lstStyle/>
          <a:p>
            <a:r>
              <a:rPr lang="en-US" sz="12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public</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class</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EchoClient</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public</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static</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void</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74531F"/>
                </a:solidFill>
                <a:effectLst/>
                <a:latin typeface="Calibri" panose="020F0502020204030204" pitchFamily="34" charset="0"/>
                <a:ea typeface="Calibri" panose="020F0502020204030204" pitchFamily="34" charset="0"/>
                <a:cs typeface="Calibri" panose="020F0502020204030204" pitchFamily="34" charset="0"/>
              </a:rPr>
              <a:t>main</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String</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808080"/>
                </a:solidFill>
                <a:effectLst/>
                <a:latin typeface="Calibri" panose="020F0502020204030204" pitchFamily="34" charset="0"/>
                <a:ea typeface="Calibri" panose="020F0502020204030204" pitchFamily="34" charset="0"/>
                <a:cs typeface="Calibri" panose="020F0502020204030204" pitchFamily="34" charset="0"/>
              </a:rPr>
              <a:t>args</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 Check the number of command-line arguments</a:t>
            </a:r>
            <a:endPar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if</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808080"/>
                </a:solidFill>
                <a:effectLst/>
                <a:latin typeface="Calibri" panose="020F0502020204030204" pitchFamily="34" charset="0"/>
                <a:ea typeface="Calibri" panose="020F0502020204030204" pitchFamily="34" charset="0"/>
                <a:cs typeface="Calibri" panose="020F0502020204030204" pitchFamily="34" charset="0"/>
              </a:rPr>
              <a:t>args</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.length</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200" b="0" dirty="0">
                <a:solidFill>
                  <a:srgbClr val="098658"/>
                </a:solidFill>
                <a:effectLst/>
                <a:latin typeface="Calibri" panose="020F0502020204030204" pitchFamily="34" charset="0"/>
                <a:ea typeface="Calibri" panose="020F0502020204030204" pitchFamily="34" charset="0"/>
                <a:cs typeface="Calibri" panose="020F0502020204030204" pitchFamily="34" charset="0"/>
              </a:rPr>
              <a:t>2</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.err.</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Usage: java </a:t>
            </a:r>
            <a:r>
              <a:rPr lang="en-US" sz="1200" b="0" dirty="0" err="1">
                <a:solidFill>
                  <a:srgbClr val="A31515"/>
                </a:solidFill>
                <a:effectLst/>
                <a:latin typeface="Calibri" panose="020F0502020204030204" pitchFamily="34" charset="0"/>
                <a:ea typeface="Calibri" panose="020F0502020204030204" pitchFamily="34" charset="0"/>
                <a:cs typeface="Calibri" panose="020F0502020204030204" pitchFamily="34" charset="0"/>
              </a:rPr>
              <a:t>EchoClient</a:t>
            </a:r>
            <a:r>
              <a:rPr lang="en-US" sz="12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 hostname </a:t>
            </a:r>
            <a:r>
              <a:rPr lang="en-US" sz="1200" b="0" dirty="0" err="1">
                <a:solidFill>
                  <a:srgbClr val="A31515"/>
                </a:solidFill>
                <a:effectLst/>
                <a:latin typeface="Calibri" panose="020F0502020204030204" pitchFamily="34" charset="0"/>
                <a:ea typeface="Calibri" panose="020F0502020204030204" pitchFamily="34" charset="0"/>
                <a:cs typeface="Calibri" panose="020F0502020204030204" pitchFamily="34" charset="0"/>
              </a:rPr>
              <a:t>port_number</a:t>
            </a:r>
            <a:r>
              <a:rPr lang="en-US" sz="12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exit</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098658"/>
                </a:solidFill>
                <a:effectLst/>
                <a:latin typeface="Calibri" panose="020F0502020204030204" pitchFamily="34" charset="0"/>
                <a:ea typeface="Calibri" panose="020F0502020204030204" pitchFamily="34" charset="0"/>
                <a:cs typeface="Calibri" panose="020F0502020204030204" pitchFamily="34" charset="0"/>
              </a:rPr>
              <a:t>1</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b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String</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1F377F"/>
                </a:solidFill>
                <a:effectLst/>
                <a:latin typeface="Calibri" panose="020F0502020204030204" pitchFamily="34" charset="0"/>
                <a:ea typeface="Calibri" panose="020F0502020204030204" pitchFamily="34" charset="0"/>
                <a:cs typeface="Calibri" panose="020F0502020204030204" pitchFamily="34" charset="0"/>
              </a:rPr>
              <a:t>serverHostname</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200" b="0" dirty="0" err="1">
                <a:solidFill>
                  <a:srgbClr val="808080"/>
                </a:solidFill>
                <a:effectLst/>
                <a:latin typeface="Calibri" panose="020F0502020204030204" pitchFamily="34" charset="0"/>
                <a:ea typeface="Calibri" panose="020F0502020204030204" pitchFamily="34" charset="0"/>
                <a:cs typeface="Calibri" panose="020F0502020204030204" pitchFamily="34" charset="0"/>
              </a:rPr>
              <a:t>args</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098658"/>
                </a:solidFill>
                <a:effectLst/>
                <a:latin typeface="Calibri" panose="020F0502020204030204" pitchFamily="34" charset="0"/>
                <a:ea typeface="Calibri" panose="020F0502020204030204" pitchFamily="34" charset="0"/>
                <a:cs typeface="Calibri" panose="020F0502020204030204" pitchFamily="34" charset="0"/>
              </a:rPr>
              <a:t>0</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 Server hostname</a:t>
            </a:r>
            <a:endPar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int</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1F377F"/>
                </a:solidFill>
                <a:effectLst/>
                <a:latin typeface="Calibri" panose="020F0502020204030204" pitchFamily="34" charset="0"/>
                <a:ea typeface="Calibri" panose="020F0502020204030204" pitchFamily="34" charset="0"/>
                <a:cs typeface="Calibri" panose="020F0502020204030204" pitchFamily="34" charset="0"/>
              </a:rPr>
              <a:t>portNumber</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2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Integer</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parseInt</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err="1">
                <a:solidFill>
                  <a:srgbClr val="808080"/>
                </a:solidFill>
                <a:effectLst/>
                <a:latin typeface="Calibri" panose="020F0502020204030204" pitchFamily="34" charset="0"/>
                <a:ea typeface="Calibri" panose="020F0502020204030204" pitchFamily="34" charset="0"/>
                <a:cs typeface="Calibri" panose="020F0502020204030204" pitchFamily="34" charset="0"/>
              </a:rPr>
              <a:t>args</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098658"/>
                </a:solidFill>
                <a:effectLst/>
                <a:latin typeface="Calibri" panose="020F0502020204030204" pitchFamily="34" charset="0"/>
                <a:ea typeface="Calibri" panose="020F0502020204030204" pitchFamily="34" charset="0"/>
                <a:cs typeface="Calibri" panose="020F0502020204030204" pitchFamily="34" charset="0"/>
              </a:rPr>
              <a:t>1</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 Server port number</a:t>
            </a:r>
            <a:endPar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b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 Create a socket to connect to the server using try-with-resources</a:t>
            </a:r>
            <a:endPar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try</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Socket</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socket</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2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74531F"/>
                </a:solidFill>
                <a:effectLst/>
                <a:latin typeface="Calibri" panose="020F0502020204030204" pitchFamily="34" charset="0"/>
                <a:ea typeface="Calibri" panose="020F0502020204030204" pitchFamily="34" charset="0"/>
                <a:cs typeface="Calibri" panose="020F0502020204030204" pitchFamily="34" charset="0"/>
              </a:rPr>
              <a:t>Socket</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err="1">
                <a:solidFill>
                  <a:srgbClr val="1F377F"/>
                </a:solidFill>
                <a:effectLst/>
                <a:latin typeface="Calibri" panose="020F0502020204030204" pitchFamily="34" charset="0"/>
                <a:ea typeface="Calibri" panose="020F0502020204030204" pitchFamily="34" charset="0"/>
                <a:cs typeface="Calibri" panose="020F0502020204030204" pitchFamily="34" charset="0"/>
              </a:rPr>
              <a:t>serverHostname</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1F377F"/>
                </a:solidFill>
                <a:effectLst/>
                <a:latin typeface="Calibri" panose="020F0502020204030204" pitchFamily="34" charset="0"/>
                <a:ea typeface="Calibri" panose="020F0502020204030204" pitchFamily="34" charset="0"/>
                <a:cs typeface="Calibri" panose="020F0502020204030204" pitchFamily="34" charset="0"/>
              </a:rPr>
              <a:t>portNumber</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PrintWriter</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out = </a:t>
            </a:r>
            <a:r>
              <a:rPr lang="en-US" sz="12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PrintWriter</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OutputStreamWriter</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socket.</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getOutputStream</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UTF-8</a:t>
            </a:r>
            <a:r>
              <a:rPr lang="en-US" sz="12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true</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BufferedReader</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in = </a:t>
            </a:r>
            <a:r>
              <a:rPr lang="en-US" sz="12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BufferedReader</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InputStreamReader</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socket.</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getInputStream</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BufferedReader</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userIn</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2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BufferedReader</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InputStreamReader</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 {</a:t>
            </a:r>
          </a:p>
          <a:p>
            <a:b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String</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line</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while</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line</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userIn.</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readLine</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2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null</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line</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in.</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readLine</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2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catch</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UnknownHostException</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e</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.err.</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Unknown host: </a:t>
            </a:r>
            <a:r>
              <a:rPr lang="en-US" sz="12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200" b="0" dirty="0" err="1">
                <a:solidFill>
                  <a:srgbClr val="1F377F"/>
                </a:solidFill>
                <a:effectLst/>
                <a:latin typeface="Calibri" panose="020F0502020204030204" pitchFamily="34" charset="0"/>
                <a:ea typeface="Calibri" panose="020F0502020204030204" pitchFamily="34" charset="0"/>
                <a:cs typeface="Calibri" panose="020F0502020204030204" pitchFamily="34" charset="0"/>
              </a:rPr>
              <a:t>serverHostname</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exit</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098658"/>
                </a:solidFill>
                <a:effectLst/>
                <a:latin typeface="Calibri" panose="020F0502020204030204" pitchFamily="34" charset="0"/>
                <a:ea typeface="Calibri" panose="020F0502020204030204" pitchFamily="34" charset="0"/>
                <a:cs typeface="Calibri" panose="020F0502020204030204" pitchFamily="34" charset="0"/>
              </a:rPr>
              <a:t>1</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2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catch</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IOException</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e</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.err.</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I/O error: </a:t>
            </a:r>
            <a:r>
              <a:rPr lang="en-US" sz="12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200" b="0" dirty="0" err="1">
                <a:solidFill>
                  <a:srgbClr val="1F377F"/>
                </a:solidFill>
                <a:effectLst/>
                <a:latin typeface="Calibri" panose="020F0502020204030204" pitchFamily="34" charset="0"/>
                <a:ea typeface="Calibri" panose="020F0502020204030204" pitchFamily="34" charset="0"/>
                <a:cs typeface="Calibri" panose="020F0502020204030204" pitchFamily="34" charset="0"/>
              </a:rPr>
              <a:t>e</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getMessage</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2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exit</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200" b="0" dirty="0">
                <a:solidFill>
                  <a:srgbClr val="098658"/>
                </a:solidFill>
                <a:effectLst/>
                <a:latin typeface="Calibri" panose="020F0502020204030204" pitchFamily="34" charset="0"/>
                <a:ea typeface="Calibri" panose="020F0502020204030204" pitchFamily="34" charset="0"/>
                <a:cs typeface="Calibri" panose="020F0502020204030204" pitchFamily="34" charset="0"/>
              </a:rPr>
              <a:t>1</a:t>
            </a: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b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2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4647698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500"/>
                                        <p:tgtEl>
                                          <p:spTgt spid="5">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fade">
                                      <p:cBhvr>
                                        <p:cTn id="25" dur="500"/>
                                        <p:tgtEl>
                                          <p:spTgt spid="5">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7" end="7"/>
                                            </p:txEl>
                                          </p:spTgt>
                                        </p:tgtEl>
                                        <p:attrNameLst>
                                          <p:attrName>style.visibility</p:attrName>
                                        </p:attrNameLst>
                                      </p:cBhvr>
                                      <p:to>
                                        <p:strVal val="visible"/>
                                      </p:to>
                                    </p:set>
                                    <p:animEffect transition="in" filter="fade">
                                      <p:cBhvr>
                                        <p:cTn id="30" dur="500"/>
                                        <p:tgtEl>
                                          <p:spTgt spid="5">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animEffect transition="in" filter="fade">
                                      <p:cBhvr>
                                        <p:cTn id="33" dur="500"/>
                                        <p:tgtEl>
                                          <p:spTgt spid="5">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5">
                                            <p:txEl>
                                              <p:pRg st="9" end="9"/>
                                            </p:txEl>
                                          </p:spTgt>
                                        </p:tgtEl>
                                        <p:attrNameLst>
                                          <p:attrName>style.visibility</p:attrName>
                                        </p:attrNameLst>
                                      </p:cBhvr>
                                      <p:to>
                                        <p:strVal val="visible"/>
                                      </p:to>
                                    </p:set>
                                    <p:animEffect transition="in" filter="fade">
                                      <p:cBhvr>
                                        <p:cTn id="36" dur="500"/>
                                        <p:tgtEl>
                                          <p:spTgt spid="5">
                                            <p:txEl>
                                              <p:pRg st="9" end="9"/>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animEffect transition="in" filter="fade">
                                      <p:cBhvr>
                                        <p:cTn id="39" dur="500"/>
                                        <p:tgtEl>
                                          <p:spTgt spid="5">
                                            <p:txEl>
                                              <p:pRg st="10" end="10"/>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5">
                                            <p:txEl>
                                              <p:pRg st="11" end="11"/>
                                            </p:txEl>
                                          </p:spTgt>
                                        </p:tgtEl>
                                        <p:attrNameLst>
                                          <p:attrName>style.visibility</p:attrName>
                                        </p:attrNameLst>
                                      </p:cBhvr>
                                      <p:to>
                                        <p:strVal val="visible"/>
                                      </p:to>
                                    </p:set>
                                    <p:animEffect transition="in" filter="fade">
                                      <p:cBhvr>
                                        <p:cTn id="42" dur="500"/>
                                        <p:tgtEl>
                                          <p:spTgt spid="5">
                                            <p:txEl>
                                              <p:pRg st="11" end="11"/>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5">
                                            <p:txEl>
                                              <p:pRg st="12" end="12"/>
                                            </p:txEl>
                                          </p:spTgt>
                                        </p:tgtEl>
                                        <p:attrNameLst>
                                          <p:attrName>style.visibility</p:attrName>
                                        </p:attrNameLst>
                                      </p:cBhvr>
                                      <p:to>
                                        <p:strVal val="visible"/>
                                      </p:to>
                                    </p:set>
                                    <p:animEffect transition="in" filter="fade">
                                      <p:cBhvr>
                                        <p:cTn id="45" dur="500"/>
                                        <p:tgtEl>
                                          <p:spTgt spid="5">
                                            <p:txEl>
                                              <p:pRg st="12" end="12"/>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5">
                                            <p:txEl>
                                              <p:pRg st="13" end="13"/>
                                            </p:txEl>
                                          </p:spTgt>
                                        </p:tgtEl>
                                        <p:attrNameLst>
                                          <p:attrName>style.visibility</p:attrName>
                                        </p:attrNameLst>
                                      </p:cBhvr>
                                      <p:to>
                                        <p:strVal val="visible"/>
                                      </p:to>
                                    </p:set>
                                    <p:animEffect transition="in" filter="fade">
                                      <p:cBhvr>
                                        <p:cTn id="48" dur="500"/>
                                        <p:tgtEl>
                                          <p:spTgt spid="5">
                                            <p:txEl>
                                              <p:pRg st="13" end="1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5">
                                            <p:txEl>
                                              <p:pRg st="14" end="14"/>
                                            </p:txEl>
                                          </p:spTgt>
                                        </p:tgtEl>
                                        <p:attrNameLst>
                                          <p:attrName>style.visibility</p:attrName>
                                        </p:attrNameLst>
                                      </p:cBhvr>
                                      <p:to>
                                        <p:strVal val="visible"/>
                                      </p:to>
                                    </p:set>
                                    <p:animEffect transition="in" filter="fade">
                                      <p:cBhvr>
                                        <p:cTn id="53" dur="500"/>
                                        <p:tgtEl>
                                          <p:spTgt spid="5">
                                            <p:txEl>
                                              <p:pRg st="14" end="14"/>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5">
                                            <p:txEl>
                                              <p:pRg st="15" end="15"/>
                                            </p:txEl>
                                          </p:spTgt>
                                        </p:tgtEl>
                                        <p:attrNameLst>
                                          <p:attrName>style.visibility</p:attrName>
                                        </p:attrNameLst>
                                      </p:cBhvr>
                                      <p:to>
                                        <p:strVal val="visible"/>
                                      </p:to>
                                    </p:set>
                                    <p:animEffect transition="in" filter="fade">
                                      <p:cBhvr>
                                        <p:cTn id="56" dur="500"/>
                                        <p:tgtEl>
                                          <p:spTgt spid="5">
                                            <p:txEl>
                                              <p:pRg st="15" end="15"/>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5">
                                            <p:txEl>
                                              <p:pRg st="16" end="16"/>
                                            </p:txEl>
                                          </p:spTgt>
                                        </p:tgtEl>
                                        <p:attrNameLst>
                                          <p:attrName>style.visibility</p:attrName>
                                        </p:attrNameLst>
                                      </p:cBhvr>
                                      <p:to>
                                        <p:strVal val="visible"/>
                                      </p:to>
                                    </p:set>
                                    <p:animEffect transition="in" filter="fade">
                                      <p:cBhvr>
                                        <p:cTn id="59" dur="500"/>
                                        <p:tgtEl>
                                          <p:spTgt spid="5">
                                            <p:txEl>
                                              <p:pRg st="16" end="16"/>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5">
                                            <p:txEl>
                                              <p:pRg st="17" end="17"/>
                                            </p:txEl>
                                          </p:spTgt>
                                        </p:tgtEl>
                                        <p:attrNameLst>
                                          <p:attrName>style.visibility</p:attrName>
                                        </p:attrNameLst>
                                      </p:cBhvr>
                                      <p:to>
                                        <p:strVal val="visible"/>
                                      </p:to>
                                    </p:set>
                                    <p:animEffect transition="in" filter="fade">
                                      <p:cBhvr>
                                        <p:cTn id="62" dur="500"/>
                                        <p:tgtEl>
                                          <p:spTgt spid="5">
                                            <p:txEl>
                                              <p:pRg st="17" end="17"/>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5">
                                            <p:txEl>
                                              <p:pRg st="18" end="18"/>
                                            </p:txEl>
                                          </p:spTgt>
                                        </p:tgtEl>
                                        <p:attrNameLst>
                                          <p:attrName>style.visibility</p:attrName>
                                        </p:attrNameLst>
                                      </p:cBhvr>
                                      <p:to>
                                        <p:strVal val="visible"/>
                                      </p:to>
                                    </p:set>
                                    <p:animEffect transition="in" filter="fade">
                                      <p:cBhvr>
                                        <p:cTn id="65" dur="500"/>
                                        <p:tgtEl>
                                          <p:spTgt spid="5">
                                            <p:txEl>
                                              <p:pRg st="18" end="18"/>
                                            </p:txEl>
                                          </p:spTgt>
                                        </p:tgtEl>
                                      </p:cBhvr>
                                    </p:animEffect>
                                  </p:childTnLst>
                                </p:cTn>
                              </p:par>
                              <p:par>
                                <p:cTn id="66" presetID="10" presetClass="entr" presetSubtype="0" fill="hold" nodeType="withEffect">
                                  <p:stCondLst>
                                    <p:cond delay="0"/>
                                  </p:stCondLst>
                                  <p:childTnLst>
                                    <p:set>
                                      <p:cBhvr>
                                        <p:cTn id="67" dur="1" fill="hold">
                                          <p:stCondLst>
                                            <p:cond delay="0"/>
                                          </p:stCondLst>
                                        </p:cTn>
                                        <p:tgtEl>
                                          <p:spTgt spid="5">
                                            <p:txEl>
                                              <p:pRg st="19" end="19"/>
                                            </p:txEl>
                                          </p:spTgt>
                                        </p:tgtEl>
                                        <p:attrNameLst>
                                          <p:attrName>style.visibility</p:attrName>
                                        </p:attrNameLst>
                                      </p:cBhvr>
                                      <p:to>
                                        <p:strVal val="visible"/>
                                      </p:to>
                                    </p:set>
                                    <p:animEffect transition="in" filter="fade">
                                      <p:cBhvr>
                                        <p:cTn id="68" dur="500"/>
                                        <p:tgtEl>
                                          <p:spTgt spid="5">
                                            <p:txEl>
                                              <p:pRg st="19" end="19"/>
                                            </p:txEl>
                                          </p:spTgt>
                                        </p:tgtEl>
                                      </p:cBhvr>
                                    </p:animEffect>
                                  </p:childTnLst>
                                </p:cTn>
                              </p:par>
                              <p:par>
                                <p:cTn id="69" presetID="10" presetClass="entr" presetSubtype="0" fill="hold" nodeType="withEffect">
                                  <p:stCondLst>
                                    <p:cond delay="0"/>
                                  </p:stCondLst>
                                  <p:childTnLst>
                                    <p:set>
                                      <p:cBhvr>
                                        <p:cTn id="70" dur="1" fill="hold">
                                          <p:stCondLst>
                                            <p:cond delay="0"/>
                                          </p:stCondLst>
                                        </p:cTn>
                                        <p:tgtEl>
                                          <p:spTgt spid="5">
                                            <p:txEl>
                                              <p:pRg st="20" end="20"/>
                                            </p:txEl>
                                          </p:spTgt>
                                        </p:tgtEl>
                                        <p:attrNameLst>
                                          <p:attrName>style.visibility</p:attrName>
                                        </p:attrNameLst>
                                      </p:cBhvr>
                                      <p:to>
                                        <p:strVal val="visible"/>
                                      </p:to>
                                    </p:set>
                                    <p:animEffect transition="in" filter="fade">
                                      <p:cBhvr>
                                        <p:cTn id="71" dur="500"/>
                                        <p:tgtEl>
                                          <p:spTgt spid="5">
                                            <p:txEl>
                                              <p:pRg st="20" end="20"/>
                                            </p:txEl>
                                          </p:spTgt>
                                        </p:tgtEl>
                                      </p:cBhvr>
                                    </p:animEffect>
                                  </p:childTnLst>
                                </p:cTn>
                              </p:par>
                              <p:par>
                                <p:cTn id="72" presetID="10" presetClass="entr" presetSubtype="0" fill="hold" nodeType="withEffect">
                                  <p:stCondLst>
                                    <p:cond delay="0"/>
                                  </p:stCondLst>
                                  <p:childTnLst>
                                    <p:set>
                                      <p:cBhvr>
                                        <p:cTn id="73" dur="1" fill="hold">
                                          <p:stCondLst>
                                            <p:cond delay="0"/>
                                          </p:stCondLst>
                                        </p:cTn>
                                        <p:tgtEl>
                                          <p:spTgt spid="5">
                                            <p:txEl>
                                              <p:pRg st="21" end="21"/>
                                            </p:txEl>
                                          </p:spTgt>
                                        </p:tgtEl>
                                        <p:attrNameLst>
                                          <p:attrName>style.visibility</p:attrName>
                                        </p:attrNameLst>
                                      </p:cBhvr>
                                      <p:to>
                                        <p:strVal val="visible"/>
                                      </p:to>
                                    </p:set>
                                    <p:animEffect transition="in" filter="fade">
                                      <p:cBhvr>
                                        <p:cTn id="74" dur="500"/>
                                        <p:tgtEl>
                                          <p:spTgt spid="5">
                                            <p:txEl>
                                              <p:pRg st="21" end="21"/>
                                            </p:txEl>
                                          </p:spTgt>
                                        </p:tgtEl>
                                      </p:cBhvr>
                                    </p:animEffect>
                                  </p:childTnLst>
                                </p:cTn>
                              </p:par>
                              <p:par>
                                <p:cTn id="75" presetID="10" presetClass="entr" presetSubtype="0" fill="hold" nodeType="withEffect">
                                  <p:stCondLst>
                                    <p:cond delay="0"/>
                                  </p:stCondLst>
                                  <p:childTnLst>
                                    <p:set>
                                      <p:cBhvr>
                                        <p:cTn id="76" dur="1" fill="hold">
                                          <p:stCondLst>
                                            <p:cond delay="0"/>
                                          </p:stCondLst>
                                        </p:cTn>
                                        <p:tgtEl>
                                          <p:spTgt spid="5">
                                            <p:txEl>
                                              <p:pRg st="22" end="22"/>
                                            </p:txEl>
                                          </p:spTgt>
                                        </p:tgtEl>
                                        <p:attrNameLst>
                                          <p:attrName>style.visibility</p:attrName>
                                        </p:attrNameLst>
                                      </p:cBhvr>
                                      <p:to>
                                        <p:strVal val="visible"/>
                                      </p:to>
                                    </p:set>
                                    <p:animEffect transition="in" filter="fade">
                                      <p:cBhvr>
                                        <p:cTn id="77" dur="500"/>
                                        <p:tgtEl>
                                          <p:spTgt spid="5">
                                            <p:txEl>
                                              <p:pRg st="22" end="22"/>
                                            </p:txEl>
                                          </p:spTgt>
                                        </p:tgtEl>
                                      </p:cBhvr>
                                    </p:animEffect>
                                  </p:childTnLst>
                                </p:cTn>
                              </p:par>
                              <p:par>
                                <p:cTn id="78" presetID="10" presetClass="entr" presetSubtype="0" fill="hold" nodeType="withEffect">
                                  <p:stCondLst>
                                    <p:cond delay="0"/>
                                  </p:stCondLst>
                                  <p:childTnLst>
                                    <p:set>
                                      <p:cBhvr>
                                        <p:cTn id="79" dur="1" fill="hold">
                                          <p:stCondLst>
                                            <p:cond delay="0"/>
                                          </p:stCondLst>
                                        </p:cTn>
                                        <p:tgtEl>
                                          <p:spTgt spid="5">
                                            <p:txEl>
                                              <p:pRg st="23" end="23"/>
                                            </p:txEl>
                                          </p:spTgt>
                                        </p:tgtEl>
                                        <p:attrNameLst>
                                          <p:attrName>style.visibility</p:attrName>
                                        </p:attrNameLst>
                                      </p:cBhvr>
                                      <p:to>
                                        <p:strVal val="visible"/>
                                      </p:to>
                                    </p:set>
                                    <p:animEffect transition="in" filter="fade">
                                      <p:cBhvr>
                                        <p:cTn id="80" dur="500"/>
                                        <p:tgtEl>
                                          <p:spTgt spid="5">
                                            <p:txEl>
                                              <p:pRg st="23" end="23"/>
                                            </p:txEl>
                                          </p:spTgt>
                                        </p:tgtEl>
                                      </p:cBhvr>
                                    </p:animEffect>
                                  </p:childTnLst>
                                </p:cTn>
                              </p:par>
                              <p:par>
                                <p:cTn id="81" presetID="10" presetClass="entr" presetSubtype="0" fill="hold" nodeType="withEffect">
                                  <p:stCondLst>
                                    <p:cond delay="0"/>
                                  </p:stCondLst>
                                  <p:childTnLst>
                                    <p:set>
                                      <p:cBhvr>
                                        <p:cTn id="82" dur="1" fill="hold">
                                          <p:stCondLst>
                                            <p:cond delay="0"/>
                                          </p:stCondLst>
                                        </p:cTn>
                                        <p:tgtEl>
                                          <p:spTgt spid="5">
                                            <p:txEl>
                                              <p:pRg st="24" end="24"/>
                                            </p:txEl>
                                          </p:spTgt>
                                        </p:tgtEl>
                                        <p:attrNameLst>
                                          <p:attrName>style.visibility</p:attrName>
                                        </p:attrNameLst>
                                      </p:cBhvr>
                                      <p:to>
                                        <p:strVal val="visible"/>
                                      </p:to>
                                    </p:set>
                                    <p:animEffect transition="in" filter="fade">
                                      <p:cBhvr>
                                        <p:cTn id="83" dur="500"/>
                                        <p:tgtEl>
                                          <p:spTgt spid="5">
                                            <p:txEl>
                                              <p:pRg st="24" end="24"/>
                                            </p:txEl>
                                          </p:spTgt>
                                        </p:tgtEl>
                                      </p:cBhvr>
                                    </p:animEffect>
                                  </p:childTnLst>
                                </p:cTn>
                              </p:par>
                              <p:par>
                                <p:cTn id="84" presetID="10" presetClass="entr" presetSubtype="0" fill="hold" nodeType="withEffect">
                                  <p:stCondLst>
                                    <p:cond delay="0"/>
                                  </p:stCondLst>
                                  <p:childTnLst>
                                    <p:set>
                                      <p:cBhvr>
                                        <p:cTn id="85" dur="1" fill="hold">
                                          <p:stCondLst>
                                            <p:cond delay="0"/>
                                          </p:stCondLst>
                                        </p:cTn>
                                        <p:tgtEl>
                                          <p:spTgt spid="5">
                                            <p:txEl>
                                              <p:pRg st="25" end="25"/>
                                            </p:txEl>
                                          </p:spTgt>
                                        </p:tgtEl>
                                        <p:attrNameLst>
                                          <p:attrName>style.visibility</p:attrName>
                                        </p:attrNameLst>
                                      </p:cBhvr>
                                      <p:to>
                                        <p:strVal val="visible"/>
                                      </p:to>
                                    </p:set>
                                    <p:animEffect transition="in" filter="fade">
                                      <p:cBhvr>
                                        <p:cTn id="86" dur="500"/>
                                        <p:tgtEl>
                                          <p:spTgt spid="5">
                                            <p:txEl>
                                              <p:pRg st="25" end="25"/>
                                            </p:txEl>
                                          </p:spTgt>
                                        </p:tgtEl>
                                      </p:cBhvr>
                                    </p:animEffect>
                                  </p:childTnLst>
                                </p:cTn>
                              </p:par>
                              <p:par>
                                <p:cTn id="87" presetID="10" presetClass="entr" presetSubtype="0" fill="hold" nodeType="withEffect">
                                  <p:stCondLst>
                                    <p:cond delay="0"/>
                                  </p:stCondLst>
                                  <p:childTnLst>
                                    <p:set>
                                      <p:cBhvr>
                                        <p:cTn id="88" dur="1" fill="hold">
                                          <p:stCondLst>
                                            <p:cond delay="0"/>
                                          </p:stCondLst>
                                        </p:cTn>
                                        <p:tgtEl>
                                          <p:spTgt spid="5">
                                            <p:txEl>
                                              <p:pRg st="26" end="26"/>
                                            </p:txEl>
                                          </p:spTgt>
                                        </p:tgtEl>
                                        <p:attrNameLst>
                                          <p:attrName>style.visibility</p:attrName>
                                        </p:attrNameLst>
                                      </p:cBhvr>
                                      <p:to>
                                        <p:strVal val="visible"/>
                                      </p:to>
                                    </p:set>
                                    <p:animEffect transition="in" filter="fade">
                                      <p:cBhvr>
                                        <p:cTn id="89" dur="500"/>
                                        <p:tgtEl>
                                          <p:spTgt spid="5">
                                            <p:txEl>
                                              <p:pRg st="26" end="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936" y="17824"/>
            <a:ext cx="10314432" cy="777306"/>
          </a:xfrm>
        </p:spPr>
        <p:txBody>
          <a:bodyPr/>
          <a:lstStyle/>
          <a:p>
            <a:r>
              <a:rPr lang="en-US" dirty="0" err="1"/>
              <a:t>EchoServer</a:t>
            </a:r>
            <a:r>
              <a:rPr lang="en-US" dirty="0"/>
              <a:t> code</a:t>
            </a:r>
          </a:p>
        </p:txBody>
      </p:sp>
      <p:sp>
        <p:nvSpPr>
          <p:cNvPr id="11" name="Content Placeholder 10">
            <a:extLst>
              <a:ext uri="{FF2B5EF4-FFF2-40B4-BE49-F238E27FC236}">
                <a16:creationId xmlns:a16="http://schemas.microsoft.com/office/drawing/2014/main" id="{B52B4AB4-76AB-ADA2-9222-475C4F27BEDA}"/>
              </a:ext>
            </a:extLst>
          </p:cNvPr>
          <p:cNvSpPr>
            <a:spLocks noGrp="1"/>
          </p:cNvSpPr>
          <p:nvPr>
            <p:ph idx="1"/>
          </p:nvPr>
        </p:nvSpPr>
        <p:spPr/>
        <p:txBody>
          <a:bodyPr/>
          <a:lstStyle/>
          <a:p>
            <a:endParaRPr lang="en-US"/>
          </a:p>
        </p:txBody>
      </p:sp>
      <p:sp>
        <p:nvSpPr>
          <p:cNvPr id="8" name="Slide Number Placeholder 7">
            <a:extLst>
              <a:ext uri="{FF2B5EF4-FFF2-40B4-BE49-F238E27FC236}">
                <a16:creationId xmlns:a16="http://schemas.microsoft.com/office/drawing/2014/main" id="{032A80DD-3843-AE73-1AE9-0F4B7BABC752}"/>
              </a:ext>
            </a:extLst>
          </p:cNvPr>
          <p:cNvSpPr>
            <a:spLocks noGrp="1"/>
          </p:cNvSpPr>
          <p:nvPr>
            <p:ph type="sldNum" sz="quarter" idx="12"/>
          </p:nvPr>
        </p:nvSpPr>
        <p:spPr/>
        <p:txBody>
          <a:bodyPr>
            <a:normAutofit/>
          </a:bodyPr>
          <a:lstStyle/>
          <a:p>
            <a:fld id="{2951E007-95BD-4179-9F64-0AC30A6B97F9}" type="slidenum">
              <a:rPr lang="en-US" smtClean="0"/>
              <a:pPr/>
              <a:t>26</a:t>
            </a:fld>
            <a:endParaRPr lang="en-US"/>
          </a:p>
        </p:txBody>
      </p:sp>
      <p:sp>
        <p:nvSpPr>
          <p:cNvPr id="31" name="TextBox 30"/>
          <p:cNvSpPr txBox="1"/>
          <p:nvPr/>
        </p:nvSpPr>
        <p:spPr>
          <a:xfrm>
            <a:off x="0" y="992328"/>
            <a:ext cx="5544766" cy="5865672"/>
          </a:xfrm>
          <a:prstGeom prst="rect">
            <a:avLst/>
          </a:prstGeom>
          <a:solidFill>
            <a:schemeClr val="accent6">
              <a:lumMod val="20000"/>
              <a:lumOff val="80000"/>
            </a:schemeClr>
          </a:solidFill>
          <a:ln>
            <a:solidFill>
              <a:schemeClr val="accent1"/>
            </a:solidFill>
          </a:ln>
        </p:spPr>
        <p:txBody>
          <a:bodyPr wrap="square" lIns="91440" tIns="0" rIns="0" bIns="0" rtlCol="1">
            <a:noAutofit/>
          </a:bodyPr>
          <a:lstStyle/>
          <a:p>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class</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EchoServer</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b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private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BufferedReader</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in;</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private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PrintWriter</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out;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ServerSocket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echoServerSocket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Socket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clientSocket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int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listenPort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b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public</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EchoServer</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int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808080"/>
                </a:solidFill>
                <a:effectLst/>
                <a:latin typeface="Calibri" panose="020F0502020204030204" pitchFamily="34" charset="0"/>
                <a:ea typeface="Calibri" panose="020F0502020204030204" pitchFamily="34" charset="0"/>
                <a:cs typeface="Calibri" panose="020F0502020204030204" pitchFamily="34" charset="0"/>
              </a:rPr>
              <a:t>port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in =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null</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out =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null</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echoServerSocket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null</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clientSocket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null</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listenPort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a:solidFill>
                  <a:srgbClr val="808080"/>
                </a:solidFill>
                <a:effectLst/>
                <a:latin typeface="Calibri" panose="020F0502020204030204" pitchFamily="34" charset="0"/>
                <a:ea typeface="Calibri" panose="020F0502020204030204" pitchFamily="34" charset="0"/>
                <a:cs typeface="Calibri" panose="020F0502020204030204" pitchFamily="34" charset="0"/>
              </a:rPr>
              <a:t>port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b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 Starts listening</a:t>
            </a:r>
            <a:endPar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public</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void</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74531F"/>
                </a:solidFill>
                <a:effectLst/>
                <a:latin typeface="Calibri" panose="020F0502020204030204" pitchFamily="34" charset="0"/>
                <a:ea typeface="Calibri" panose="020F0502020204030204" pitchFamily="34" charset="0"/>
                <a:cs typeface="Calibri" panose="020F0502020204030204" pitchFamily="34" charset="0"/>
              </a:rPr>
              <a:t>initialize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throws</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IOException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 Listen</a:t>
            </a:r>
            <a:endPar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echoServerSocket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ServerSocket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listenPort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Listening...</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b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 Accept connection</a:t>
            </a:r>
            <a:endPar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clientSocket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echoServerSocket.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accept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Accepted connection from client!</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“C</a:t>
            </a:r>
            <a:r>
              <a:rPr lang="en-US" sz="10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lient address</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clientSocket.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getInetAddress</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clientSocket.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getPort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b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 Initialize I/O</a:t>
            </a:r>
            <a:endPar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in = </a:t>
            </a:r>
            <a:r>
              <a:rPr lang="en-US" sz="10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BufferedReader</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InputStreamReader</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clientSocket.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getInputStream</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UTF-8</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out = </a:t>
            </a:r>
            <a:r>
              <a:rPr lang="en-US" sz="10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PrintWriter</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OutputStreamWriter</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clientSocket.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getOutputStream</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UTF-8</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true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I/O initialized</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00" dirty="0">
                <a:latin typeface="Calibri" panose="020F0502020204030204" pitchFamily="34" charset="0"/>
                <a:ea typeface="Calibri" panose="020F0502020204030204" pitchFamily="34" charset="0"/>
                <a:cs typeface="Calibri" panose="020F0502020204030204" pitchFamily="34" charset="0"/>
              </a:rPr>
              <a:t>    …</a:t>
            </a:r>
            <a:b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p:txBody>
      </p:sp>
      <p:sp>
        <p:nvSpPr>
          <p:cNvPr id="6" name="TextBox 5">
            <a:extLst>
              <a:ext uri="{FF2B5EF4-FFF2-40B4-BE49-F238E27FC236}">
                <a16:creationId xmlns:a16="http://schemas.microsoft.com/office/drawing/2014/main" id="{64CE2B87-A124-C16F-1697-231372B4CF93}"/>
              </a:ext>
            </a:extLst>
          </p:cNvPr>
          <p:cNvSpPr txBox="1"/>
          <p:nvPr/>
        </p:nvSpPr>
        <p:spPr>
          <a:xfrm>
            <a:off x="5748074" y="178904"/>
            <a:ext cx="5544766" cy="6679096"/>
          </a:xfrm>
          <a:prstGeom prst="rect">
            <a:avLst/>
          </a:prstGeom>
          <a:solidFill>
            <a:schemeClr val="accent6">
              <a:lumMod val="20000"/>
              <a:lumOff val="80000"/>
            </a:schemeClr>
          </a:solidFill>
          <a:ln>
            <a:solidFill>
              <a:schemeClr val="accent1"/>
            </a:solidFill>
          </a:ln>
        </p:spPr>
        <p:txBody>
          <a:bodyPr wrap="square" lIns="91440" tIns="0" rIns="0" bIns="0" rtlCol="1">
            <a:noAutofit/>
          </a:bodyPr>
          <a:lstStyle/>
          <a:p>
            <a:r>
              <a:rPr lang="en-US" sz="1000" dirty="0">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b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public</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void</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74531F"/>
                </a:solidFill>
                <a:effectLst/>
                <a:latin typeface="Calibri" panose="020F0502020204030204" pitchFamily="34" charset="0"/>
                <a:ea typeface="Calibri" panose="020F0502020204030204" pitchFamily="34" charset="0"/>
                <a:cs typeface="Calibri" panose="020F0502020204030204" pitchFamily="34" charset="0"/>
              </a:rPr>
              <a:t>process</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throws</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IOException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String</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msg</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b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while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msg</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in.</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readLine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null</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Received </a:t>
            </a:r>
            <a:r>
              <a:rPr lang="en-US" sz="1000" b="0" dirty="0">
                <a:solidFill>
                  <a:srgbClr val="B776FB"/>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msg</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B776FB"/>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 from client</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msg</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b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 Closes the connection</a:t>
            </a:r>
            <a:b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public</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void</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74531F"/>
                </a:solidFill>
                <a:effectLst/>
                <a:latin typeface="Calibri" panose="020F0502020204030204" pitchFamily="34" charset="0"/>
                <a:ea typeface="Calibri" panose="020F0502020204030204" pitchFamily="34" charset="0"/>
                <a:cs typeface="Calibri" panose="020F0502020204030204" pitchFamily="34" charset="0"/>
              </a:rPr>
              <a:t>close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throws</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IOException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in.</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close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close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clientSocket.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close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echoServerSocket.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close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b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public</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static</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void</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74531F"/>
                </a:solidFill>
                <a:effectLst/>
                <a:latin typeface="Calibri" panose="020F0502020204030204" pitchFamily="34" charset="0"/>
                <a:ea typeface="Calibri" panose="020F0502020204030204" pitchFamily="34" charset="0"/>
                <a:cs typeface="Calibri" panose="020F0502020204030204" pitchFamily="34" charset="0"/>
              </a:rPr>
              <a:t>main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String</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808080"/>
                </a:solidFill>
                <a:effectLst/>
                <a:latin typeface="Calibri" panose="020F0502020204030204" pitchFamily="34" charset="0"/>
                <a:ea typeface="Calibri" panose="020F0502020204030204" pitchFamily="34" charset="0"/>
                <a:cs typeface="Calibri" panose="020F0502020204030204" pitchFamily="34" charset="0"/>
              </a:rPr>
              <a:t>args</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throws</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IOException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 Get port int</a:t>
            </a:r>
            <a:b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int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port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Integer</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decode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err="1">
                <a:solidFill>
                  <a:srgbClr val="808080"/>
                </a:solidFill>
                <a:effectLst/>
                <a:latin typeface="Calibri" panose="020F0502020204030204" pitchFamily="34" charset="0"/>
                <a:ea typeface="Calibri" panose="020F0502020204030204" pitchFamily="34" charset="0"/>
                <a:cs typeface="Calibri" panose="020F0502020204030204" pitchFamily="34" charset="0"/>
              </a:rPr>
              <a:t>args</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098658"/>
                </a:solidFill>
                <a:effectLst/>
                <a:latin typeface="Calibri" panose="020F0502020204030204" pitchFamily="34" charset="0"/>
                <a:ea typeface="Calibri" panose="020F0502020204030204" pitchFamily="34" charset="0"/>
                <a:cs typeface="Calibri" panose="020F0502020204030204" pitchFamily="34" charset="0"/>
              </a:rPr>
              <a:t>0</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intValue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EchoServer</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1F377F"/>
                </a:solidFill>
                <a:effectLst/>
                <a:latin typeface="Calibri" panose="020F0502020204030204" pitchFamily="34" charset="0"/>
                <a:ea typeface="Calibri" panose="020F0502020204030204" pitchFamily="34" charset="0"/>
                <a:cs typeface="Calibri" panose="020F0502020204030204" pitchFamily="34" charset="0"/>
              </a:rPr>
              <a:t>echoServer</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EchoServer</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port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b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 Listen on port</a:t>
            </a:r>
            <a:endPar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try</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1F377F"/>
                </a:solidFill>
                <a:effectLst/>
                <a:latin typeface="Calibri" panose="020F0502020204030204" pitchFamily="34" charset="0"/>
                <a:ea typeface="Calibri" panose="020F0502020204030204" pitchFamily="34" charset="0"/>
                <a:cs typeface="Calibri" panose="020F0502020204030204" pitchFamily="34" charset="0"/>
              </a:rPr>
              <a:t>echoServer</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initialize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catch</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IOException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Failed to initialize on port </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port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exit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098658"/>
                </a:solidFill>
                <a:effectLst/>
                <a:latin typeface="Calibri" panose="020F0502020204030204" pitchFamily="34" charset="0"/>
                <a:ea typeface="Calibri" panose="020F0502020204030204" pitchFamily="34" charset="0"/>
                <a:cs typeface="Calibri" panose="020F0502020204030204" pitchFamily="34" charset="0"/>
              </a:rPr>
              <a:t>1</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b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 Process messages from client</a:t>
            </a:r>
            <a:endPar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try</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1F377F"/>
                </a:solidFill>
                <a:effectLst/>
                <a:latin typeface="Calibri" panose="020F0502020204030204" pitchFamily="34" charset="0"/>
                <a:ea typeface="Calibri" panose="020F0502020204030204" pitchFamily="34" charset="0"/>
                <a:cs typeface="Calibri" panose="020F0502020204030204" pitchFamily="34" charset="0"/>
              </a:rPr>
              <a:t>echoServer</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process</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catch</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IOException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Exception in processing</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1F377F"/>
                </a:solidFill>
                <a:effectLst/>
                <a:latin typeface="Calibri" panose="020F0502020204030204" pitchFamily="34" charset="0"/>
                <a:ea typeface="Calibri" panose="020F0502020204030204" pitchFamily="34" charset="0"/>
                <a:cs typeface="Calibri" panose="020F0502020204030204" pitchFamily="34" charset="0"/>
              </a:rPr>
              <a:t>echoServer</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close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exit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098658"/>
                </a:solidFill>
                <a:effectLst/>
                <a:latin typeface="Calibri" panose="020F0502020204030204" pitchFamily="34" charset="0"/>
                <a:ea typeface="Calibri" panose="020F0502020204030204" pitchFamily="34" charset="0"/>
                <a:cs typeface="Calibri" panose="020F0502020204030204" pitchFamily="34" charset="0"/>
              </a:rPr>
              <a:t>1</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b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Client disconnected - bye bye...</a:t>
            </a:r>
            <a:r>
              <a:rPr lang="en-US" sz="10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00" b="0" dirty="0" err="1">
                <a:solidFill>
                  <a:srgbClr val="1F377F"/>
                </a:solidFill>
                <a:effectLst/>
                <a:latin typeface="Calibri" panose="020F0502020204030204" pitchFamily="34" charset="0"/>
                <a:ea typeface="Calibri" panose="020F0502020204030204" pitchFamily="34" charset="0"/>
                <a:cs typeface="Calibri" panose="020F0502020204030204" pitchFamily="34" charset="0"/>
              </a:rPr>
              <a:t>echoServer</a:t>
            </a:r>
            <a:r>
              <a:rPr lang="en-US" sz="10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close</a:t>
            </a:r>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4326713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animEffect transition="in" filter="fade">
                                      <p:cBhvr>
                                        <p:cTn id="7" dur="500"/>
                                        <p:tgtEl>
                                          <p:spTgt spid="3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1">
                                            <p:txEl>
                                              <p:pRg st="1" end="1"/>
                                            </p:txEl>
                                          </p:spTgt>
                                        </p:tgtEl>
                                        <p:attrNameLst>
                                          <p:attrName>style.visibility</p:attrName>
                                        </p:attrNameLst>
                                      </p:cBhvr>
                                      <p:to>
                                        <p:strVal val="visible"/>
                                      </p:to>
                                    </p:set>
                                    <p:animEffect transition="in" filter="fade">
                                      <p:cBhvr>
                                        <p:cTn id="10" dur="500"/>
                                        <p:tgtEl>
                                          <p:spTgt spid="31">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1">
                                            <p:txEl>
                                              <p:pRg st="2" end="2"/>
                                            </p:txEl>
                                          </p:spTgt>
                                        </p:tgtEl>
                                        <p:attrNameLst>
                                          <p:attrName>style.visibility</p:attrName>
                                        </p:attrNameLst>
                                      </p:cBhvr>
                                      <p:to>
                                        <p:strVal val="visible"/>
                                      </p:to>
                                    </p:set>
                                    <p:animEffect transition="in" filter="fade">
                                      <p:cBhvr>
                                        <p:cTn id="13" dur="500"/>
                                        <p:tgtEl>
                                          <p:spTgt spid="31">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1">
                                            <p:txEl>
                                              <p:pRg st="3" end="3"/>
                                            </p:txEl>
                                          </p:spTgt>
                                        </p:tgtEl>
                                        <p:attrNameLst>
                                          <p:attrName>style.visibility</p:attrName>
                                        </p:attrNameLst>
                                      </p:cBhvr>
                                      <p:to>
                                        <p:strVal val="visible"/>
                                      </p:to>
                                    </p:set>
                                    <p:animEffect transition="in" filter="fade">
                                      <p:cBhvr>
                                        <p:cTn id="16" dur="500"/>
                                        <p:tgtEl>
                                          <p:spTgt spid="31">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1">
                                            <p:txEl>
                                              <p:pRg st="4" end="4"/>
                                            </p:txEl>
                                          </p:spTgt>
                                        </p:tgtEl>
                                        <p:attrNameLst>
                                          <p:attrName>style.visibility</p:attrName>
                                        </p:attrNameLst>
                                      </p:cBhvr>
                                      <p:to>
                                        <p:strVal val="visible"/>
                                      </p:to>
                                    </p:set>
                                    <p:animEffect transition="in" filter="fade">
                                      <p:cBhvr>
                                        <p:cTn id="19" dur="500"/>
                                        <p:tgtEl>
                                          <p:spTgt spid="31">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1">
                                            <p:txEl>
                                              <p:pRg st="5" end="5"/>
                                            </p:txEl>
                                          </p:spTgt>
                                        </p:tgtEl>
                                        <p:attrNameLst>
                                          <p:attrName>style.visibility</p:attrName>
                                        </p:attrNameLst>
                                      </p:cBhvr>
                                      <p:to>
                                        <p:strVal val="visible"/>
                                      </p:to>
                                    </p:set>
                                    <p:animEffect transition="in" filter="fade">
                                      <p:cBhvr>
                                        <p:cTn id="22" dur="500"/>
                                        <p:tgtEl>
                                          <p:spTgt spid="31">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1">
                                            <p:txEl>
                                              <p:pRg st="6" end="6"/>
                                            </p:txEl>
                                          </p:spTgt>
                                        </p:tgtEl>
                                        <p:attrNameLst>
                                          <p:attrName>style.visibility</p:attrName>
                                        </p:attrNameLst>
                                      </p:cBhvr>
                                      <p:to>
                                        <p:strVal val="visible"/>
                                      </p:to>
                                    </p:set>
                                    <p:animEffect transition="in" filter="fade">
                                      <p:cBhvr>
                                        <p:cTn id="25" dur="500"/>
                                        <p:tgtEl>
                                          <p:spTgt spid="31">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1">
                                            <p:txEl>
                                              <p:pRg st="7" end="7"/>
                                            </p:txEl>
                                          </p:spTgt>
                                        </p:tgtEl>
                                        <p:attrNameLst>
                                          <p:attrName>style.visibility</p:attrName>
                                        </p:attrNameLst>
                                      </p:cBhvr>
                                      <p:to>
                                        <p:strVal val="visible"/>
                                      </p:to>
                                    </p:set>
                                    <p:animEffect transition="in" filter="fade">
                                      <p:cBhvr>
                                        <p:cTn id="28" dur="500"/>
                                        <p:tgtEl>
                                          <p:spTgt spid="31">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1">
                                            <p:txEl>
                                              <p:pRg st="8" end="8"/>
                                            </p:txEl>
                                          </p:spTgt>
                                        </p:tgtEl>
                                        <p:attrNameLst>
                                          <p:attrName>style.visibility</p:attrName>
                                        </p:attrNameLst>
                                      </p:cBhvr>
                                      <p:to>
                                        <p:strVal val="visible"/>
                                      </p:to>
                                    </p:set>
                                    <p:animEffect transition="in" filter="fade">
                                      <p:cBhvr>
                                        <p:cTn id="31" dur="500"/>
                                        <p:tgtEl>
                                          <p:spTgt spid="31">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1">
                                            <p:txEl>
                                              <p:pRg st="9" end="9"/>
                                            </p:txEl>
                                          </p:spTgt>
                                        </p:tgtEl>
                                        <p:attrNameLst>
                                          <p:attrName>style.visibility</p:attrName>
                                        </p:attrNameLst>
                                      </p:cBhvr>
                                      <p:to>
                                        <p:strVal val="visible"/>
                                      </p:to>
                                    </p:set>
                                    <p:animEffect transition="in" filter="fade">
                                      <p:cBhvr>
                                        <p:cTn id="34" dur="500"/>
                                        <p:tgtEl>
                                          <p:spTgt spid="31">
                                            <p:txEl>
                                              <p:pRg st="9" end="9"/>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1">
                                            <p:txEl>
                                              <p:pRg st="10" end="10"/>
                                            </p:txEl>
                                          </p:spTgt>
                                        </p:tgtEl>
                                        <p:attrNameLst>
                                          <p:attrName>style.visibility</p:attrName>
                                        </p:attrNameLst>
                                      </p:cBhvr>
                                      <p:to>
                                        <p:strVal val="visible"/>
                                      </p:to>
                                    </p:set>
                                    <p:animEffect transition="in" filter="fade">
                                      <p:cBhvr>
                                        <p:cTn id="37" dur="500"/>
                                        <p:tgtEl>
                                          <p:spTgt spid="31">
                                            <p:txEl>
                                              <p:pRg st="10" end="10"/>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1">
                                            <p:txEl>
                                              <p:pRg st="11" end="11"/>
                                            </p:txEl>
                                          </p:spTgt>
                                        </p:tgtEl>
                                        <p:attrNameLst>
                                          <p:attrName>style.visibility</p:attrName>
                                        </p:attrNameLst>
                                      </p:cBhvr>
                                      <p:to>
                                        <p:strVal val="visible"/>
                                      </p:to>
                                    </p:set>
                                    <p:animEffect transition="in" filter="fade">
                                      <p:cBhvr>
                                        <p:cTn id="40" dur="500"/>
                                        <p:tgtEl>
                                          <p:spTgt spid="31">
                                            <p:txEl>
                                              <p:pRg st="11" end="11"/>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1">
                                            <p:txEl>
                                              <p:pRg st="12" end="12"/>
                                            </p:txEl>
                                          </p:spTgt>
                                        </p:tgtEl>
                                        <p:attrNameLst>
                                          <p:attrName>style.visibility</p:attrName>
                                        </p:attrNameLst>
                                      </p:cBhvr>
                                      <p:to>
                                        <p:strVal val="visible"/>
                                      </p:to>
                                    </p:set>
                                    <p:animEffect transition="in" filter="fade">
                                      <p:cBhvr>
                                        <p:cTn id="43" dur="500"/>
                                        <p:tgtEl>
                                          <p:spTgt spid="31">
                                            <p:txEl>
                                              <p:pRg st="12" end="1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1">
                                            <p:txEl>
                                              <p:pRg st="13" end="13"/>
                                            </p:txEl>
                                          </p:spTgt>
                                        </p:tgtEl>
                                        <p:attrNameLst>
                                          <p:attrName>style.visibility</p:attrName>
                                        </p:attrNameLst>
                                      </p:cBhvr>
                                      <p:to>
                                        <p:strVal val="visible"/>
                                      </p:to>
                                    </p:set>
                                    <p:animEffect transition="in" filter="fade">
                                      <p:cBhvr>
                                        <p:cTn id="48" dur="500"/>
                                        <p:tgtEl>
                                          <p:spTgt spid="31">
                                            <p:txEl>
                                              <p:pRg st="13" end="13"/>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31">
                                            <p:txEl>
                                              <p:pRg st="14" end="14"/>
                                            </p:txEl>
                                          </p:spTgt>
                                        </p:tgtEl>
                                        <p:attrNameLst>
                                          <p:attrName>style.visibility</p:attrName>
                                        </p:attrNameLst>
                                      </p:cBhvr>
                                      <p:to>
                                        <p:strVal val="visible"/>
                                      </p:to>
                                    </p:set>
                                    <p:animEffect transition="in" filter="fade">
                                      <p:cBhvr>
                                        <p:cTn id="51" dur="500"/>
                                        <p:tgtEl>
                                          <p:spTgt spid="31">
                                            <p:txEl>
                                              <p:pRg st="14" end="14"/>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31">
                                            <p:txEl>
                                              <p:pRg st="15" end="15"/>
                                            </p:txEl>
                                          </p:spTgt>
                                        </p:tgtEl>
                                        <p:attrNameLst>
                                          <p:attrName>style.visibility</p:attrName>
                                        </p:attrNameLst>
                                      </p:cBhvr>
                                      <p:to>
                                        <p:strVal val="visible"/>
                                      </p:to>
                                    </p:set>
                                    <p:animEffect transition="in" filter="fade">
                                      <p:cBhvr>
                                        <p:cTn id="54" dur="500"/>
                                        <p:tgtEl>
                                          <p:spTgt spid="31">
                                            <p:txEl>
                                              <p:pRg st="15" end="15"/>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31">
                                            <p:txEl>
                                              <p:pRg st="16" end="16"/>
                                            </p:txEl>
                                          </p:spTgt>
                                        </p:tgtEl>
                                        <p:attrNameLst>
                                          <p:attrName>style.visibility</p:attrName>
                                        </p:attrNameLst>
                                      </p:cBhvr>
                                      <p:to>
                                        <p:strVal val="visible"/>
                                      </p:to>
                                    </p:set>
                                    <p:animEffect transition="in" filter="fade">
                                      <p:cBhvr>
                                        <p:cTn id="57" dur="500"/>
                                        <p:tgtEl>
                                          <p:spTgt spid="31">
                                            <p:txEl>
                                              <p:pRg st="16" end="16"/>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31">
                                            <p:txEl>
                                              <p:pRg st="17" end="17"/>
                                            </p:txEl>
                                          </p:spTgt>
                                        </p:tgtEl>
                                        <p:attrNameLst>
                                          <p:attrName>style.visibility</p:attrName>
                                        </p:attrNameLst>
                                      </p:cBhvr>
                                      <p:to>
                                        <p:strVal val="visible"/>
                                      </p:to>
                                    </p:set>
                                    <p:animEffect transition="in" filter="fade">
                                      <p:cBhvr>
                                        <p:cTn id="60" dur="500"/>
                                        <p:tgtEl>
                                          <p:spTgt spid="31">
                                            <p:txEl>
                                              <p:pRg st="17" end="17"/>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31">
                                            <p:txEl>
                                              <p:pRg st="18" end="18"/>
                                            </p:txEl>
                                          </p:spTgt>
                                        </p:tgtEl>
                                        <p:attrNameLst>
                                          <p:attrName>style.visibility</p:attrName>
                                        </p:attrNameLst>
                                      </p:cBhvr>
                                      <p:to>
                                        <p:strVal val="visible"/>
                                      </p:to>
                                    </p:set>
                                    <p:animEffect transition="in" filter="fade">
                                      <p:cBhvr>
                                        <p:cTn id="63" dur="500"/>
                                        <p:tgtEl>
                                          <p:spTgt spid="31">
                                            <p:txEl>
                                              <p:pRg st="18" end="18"/>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31">
                                            <p:txEl>
                                              <p:pRg st="19" end="19"/>
                                            </p:txEl>
                                          </p:spTgt>
                                        </p:tgtEl>
                                        <p:attrNameLst>
                                          <p:attrName>style.visibility</p:attrName>
                                        </p:attrNameLst>
                                      </p:cBhvr>
                                      <p:to>
                                        <p:strVal val="visible"/>
                                      </p:to>
                                    </p:set>
                                    <p:animEffect transition="in" filter="fade">
                                      <p:cBhvr>
                                        <p:cTn id="66" dur="500"/>
                                        <p:tgtEl>
                                          <p:spTgt spid="31">
                                            <p:txEl>
                                              <p:pRg st="19" end="19"/>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31">
                                            <p:txEl>
                                              <p:pRg st="20" end="20"/>
                                            </p:txEl>
                                          </p:spTgt>
                                        </p:tgtEl>
                                        <p:attrNameLst>
                                          <p:attrName>style.visibility</p:attrName>
                                        </p:attrNameLst>
                                      </p:cBhvr>
                                      <p:to>
                                        <p:strVal val="visible"/>
                                      </p:to>
                                    </p:set>
                                    <p:animEffect transition="in" filter="fade">
                                      <p:cBhvr>
                                        <p:cTn id="69" dur="500"/>
                                        <p:tgtEl>
                                          <p:spTgt spid="31">
                                            <p:txEl>
                                              <p:pRg st="20" end="20"/>
                                            </p:txEl>
                                          </p:spTgt>
                                        </p:tgtEl>
                                      </p:cBhvr>
                                    </p:animEffect>
                                  </p:childTnLst>
                                </p:cTn>
                              </p:par>
                              <p:par>
                                <p:cTn id="70" presetID="10" presetClass="entr" presetSubtype="0" fill="hold" nodeType="withEffect">
                                  <p:stCondLst>
                                    <p:cond delay="0"/>
                                  </p:stCondLst>
                                  <p:childTnLst>
                                    <p:set>
                                      <p:cBhvr>
                                        <p:cTn id="71" dur="1" fill="hold">
                                          <p:stCondLst>
                                            <p:cond delay="0"/>
                                          </p:stCondLst>
                                        </p:cTn>
                                        <p:tgtEl>
                                          <p:spTgt spid="31">
                                            <p:txEl>
                                              <p:pRg st="21" end="21"/>
                                            </p:txEl>
                                          </p:spTgt>
                                        </p:tgtEl>
                                        <p:attrNameLst>
                                          <p:attrName>style.visibility</p:attrName>
                                        </p:attrNameLst>
                                      </p:cBhvr>
                                      <p:to>
                                        <p:strVal val="visible"/>
                                      </p:to>
                                    </p:set>
                                    <p:animEffect transition="in" filter="fade">
                                      <p:cBhvr>
                                        <p:cTn id="72" dur="500"/>
                                        <p:tgtEl>
                                          <p:spTgt spid="31">
                                            <p:txEl>
                                              <p:pRg st="21" end="21"/>
                                            </p:txEl>
                                          </p:spTgt>
                                        </p:tgtEl>
                                      </p:cBhvr>
                                    </p:animEffect>
                                  </p:childTnLst>
                                </p:cTn>
                              </p:par>
                              <p:par>
                                <p:cTn id="73" presetID="10" presetClass="entr" presetSubtype="0" fill="hold" nodeType="withEffect">
                                  <p:stCondLst>
                                    <p:cond delay="0"/>
                                  </p:stCondLst>
                                  <p:childTnLst>
                                    <p:set>
                                      <p:cBhvr>
                                        <p:cTn id="74" dur="1" fill="hold">
                                          <p:stCondLst>
                                            <p:cond delay="0"/>
                                          </p:stCondLst>
                                        </p:cTn>
                                        <p:tgtEl>
                                          <p:spTgt spid="31">
                                            <p:txEl>
                                              <p:pRg st="22" end="22"/>
                                            </p:txEl>
                                          </p:spTgt>
                                        </p:tgtEl>
                                        <p:attrNameLst>
                                          <p:attrName>style.visibility</p:attrName>
                                        </p:attrNameLst>
                                      </p:cBhvr>
                                      <p:to>
                                        <p:strVal val="visible"/>
                                      </p:to>
                                    </p:set>
                                    <p:animEffect transition="in" filter="fade">
                                      <p:cBhvr>
                                        <p:cTn id="75" dur="500"/>
                                        <p:tgtEl>
                                          <p:spTgt spid="31">
                                            <p:txEl>
                                              <p:pRg st="22" end="22"/>
                                            </p:txEl>
                                          </p:spTgt>
                                        </p:tgtEl>
                                      </p:cBhvr>
                                    </p:animEffect>
                                  </p:childTnLst>
                                </p:cTn>
                              </p:par>
                              <p:par>
                                <p:cTn id="76" presetID="10" presetClass="entr" presetSubtype="0" fill="hold" nodeType="withEffect">
                                  <p:stCondLst>
                                    <p:cond delay="0"/>
                                  </p:stCondLst>
                                  <p:childTnLst>
                                    <p:set>
                                      <p:cBhvr>
                                        <p:cTn id="77" dur="1" fill="hold">
                                          <p:stCondLst>
                                            <p:cond delay="0"/>
                                          </p:stCondLst>
                                        </p:cTn>
                                        <p:tgtEl>
                                          <p:spTgt spid="31">
                                            <p:txEl>
                                              <p:pRg st="23" end="23"/>
                                            </p:txEl>
                                          </p:spTgt>
                                        </p:tgtEl>
                                        <p:attrNameLst>
                                          <p:attrName>style.visibility</p:attrName>
                                        </p:attrNameLst>
                                      </p:cBhvr>
                                      <p:to>
                                        <p:strVal val="visible"/>
                                      </p:to>
                                    </p:set>
                                    <p:animEffect transition="in" filter="fade">
                                      <p:cBhvr>
                                        <p:cTn id="78" dur="500"/>
                                        <p:tgtEl>
                                          <p:spTgt spid="31">
                                            <p:txEl>
                                              <p:pRg st="23" end="23"/>
                                            </p:txEl>
                                          </p:spTgt>
                                        </p:tgtEl>
                                      </p:cBhvr>
                                    </p:animEffect>
                                  </p:childTnLst>
                                </p:cTn>
                              </p:par>
                              <p:par>
                                <p:cTn id="79" presetID="10" presetClass="entr" presetSubtype="0" fill="hold" nodeType="withEffect">
                                  <p:stCondLst>
                                    <p:cond delay="0"/>
                                  </p:stCondLst>
                                  <p:childTnLst>
                                    <p:set>
                                      <p:cBhvr>
                                        <p:cTn id="80" dur="1" fill="hold">
                                          <p:stCondLst>
                                            <p:cond delay="0"/>
                                          </p:stCondLst>
                                        </p:cTn>
                                        <p:tgtEl>
                                          <p:spTgt spid="31">
                                            <p:txEl>
                                              <p:pRg st="24" end="24"/>
                                            </p:txEl>
                                          </p:spTgt>
                                        </p:tgtEl>
                                        <p:attrNameLst>
                                          <p:attrName>style.visibility</p:attrName>
                                        </p:attrNameLst>
                                      </p:cBhvr>
                                      <p:to>
                                        <p:strVal val="visible"/>
                                      </p:to>
                                    </p:set>
                                    <p:animEffect transition="in" filter="fade">
                                      <p:cBhvr>
                                        <p:cTn id="81" dur="500"/>
                                        <p:tgtEl>
                                          <p:spTgt spid="31">
                                            <p:txEl>
                                              <p:pRg st="24" end="24"/>
                                            </p:txEl>
                                          </p:spTgt>
                                        </p:tgtEl>
                                      </p:cBhvr>
                                    </p:animEffect>
                                  </p:childTnLst>
                                </p:cTn>
                              </p:par>
                              <p:par>
                                <p:cTn id="82" presetID="10" presetClass="entr" presetSubtype="0" fill="hold" nodeType="withEffect">
                                  <p:stCondLst>
                                    <p:cond delay="0"/>
                                  </p:stCondLst>
                                  <p:childTnLst>
                                    <p:set>
                                      <p:cBhvr>
                                        <p:cTn id="83" dur="1" fill="hold">
                                          <p:stCondLst>
                                            <p:cond delay="0"/>
                                          </p:stCondLst>
                                        </p:cTn>
                                        <p:tgtEl>
                                          <p:spTgt spid="31">
                                            <p:txEl>
                                              <p:pRg st="25" end="25"/>
                                            </p:txEl>
                                          </p:spTgt>
                                        </p:tgtEl>
                                        <p:attrNameLst>
                                          <p:attrName>style.visibility</p:attrName>
                                        </p:attrNameLst>
                                      </p:cBhvr>
                                      <p:to>
                                        <p:strVal val="visible"/>
                                      </p:to>
                                    </p:set>
                                    <p:animEffect transition="in" filter="fade">
                                      <p:cBhvr>
                                        <p:cTn id="84" dur="500"/>
                                        <p:tgtEl>
                                          <p:spTgt spid="31">
                                            <p:txEl>
                                              <p:pRg st="25" end="25"/>
                                            </p:txEl>
                                          </p:spTgt>
                                        </p:tgtEl>
                                      </p:cBhvr>
                                    </p:animEffect>
                                  </p:childTnLst>
                                </p:cTn>
                              </p:par>
                              <p:par>
                                <p:cTn id="85" presetID="10" presetClass="entr" presetSubtype="0" fill="hold" nodeType="withEffect">
                                  <p:stCondLst>
                                    <p:cond delay="0"/>
                                  </p:stCondLst>
                                  <p:childTnLst>
                                    <p:set>
                                      <p:cBhvr>
                                        <p:cTn id="86" dur="1" fill="hold">
                                          <p:stCondLst>
                                            <p:cond delay="0"/>
                                          </p:stCondLst>
                                        </p:cTn>
                                        <p:tgtEl>
                                          <p:spTgt spid="31">
                                            <p:txEl>
                                              <p:pRg st="26" end="26"/>
                                            </p:txEl>
                                          </p:spTgt>
                                        </p:tgtEl>
                                        <p:attrNameLst>
                                          <p:attrName>style.visibility</p:attrName>
                                        </p:attrNameLst>
                                      </p:cBhvr>
                                      <p:to>
                                        <p:strVal val="visible"/>
                                      </p:to>
                                    </p:set>
                                    <p:animEffect transition="in" filter="fade">
                                      <p:cBhvr>
                                        <p:cTn id="87" dur="500"/>
                                        <p:tgtEl>
                                          <p:spTgt spid="31">
                                            <p:txEl>
                                              <p:pRg st="26" end="26"/>
                                            </p:txEl>
                                          </p:spTgt>
                                        </p:tgtEl>
                                      </p:cBhvr>
                                    </p:animEffect>
                                  </p:childTnLst>
                                </p:cTn>
                              </p:par>
                              <p:par>
                                <p:cTn id="88" presetID="10" presetClass="entr" presetSubtype="0" fill="hold" nodeType="withEffect">
                                  <p:stCondLst>
                                    <p:cond delay="0"/>
                                  </p:stCondLst>
                                  <p:childTnLst>
                                    <p:set>
                                      <p:cBhvr>
                                        <p:cTn id="89" dur="1" fill="hold">
                                          <p:stCondLst>
                                            <p:cond delay="0"/>
                                          </p:stCondLst>
                                        </p:cTn>
                                        <p:tgtEl>
                                          <p:spTgt spid="31">
                                            <p:txEl>
                                              <p:pRg st="27" end="27"/>
                                            </p:txEl>
                                          </p:spTgt>
                                        </p:tgtEl>
                                        <p:attrNameLst>
                                          <p:attrName>style.visibility</p:attrName>
                                        </p:attrNameLst>
                                      </p:cBhvr>
                                      <p:to>
                                        <p:strVal val="visible"/>
                                      </p:to>
                                    </p:set>
                                    <p:animEffect transition="in" filter="fade">
                                      <p:cBhvr>
                                        <p:cTn id="90" dur="500"/>
                                        <p:tgtEl>
                                          <p:spTgt spid="31">
                                            <p:txEl>
                                              <p:pRg st="27" end="27"/>
                                            </p:txEl>
                                          </p:spTgt>
                                        </p:tgtEl>
                                      </p:cBhvr>
                                    </p:animEffect>
                                  </p:childTnLst>
                                </p:cTn>
                              </p:par>
                              <p:par>
                                <p:cTn id="91" presetID="10" presetClass="entr" presetSubtype="0" fill="hold" nodeType="withEffect">
                                  <p:stCondLst>
                                    <p:cond delay="0"/>
                                  </p:stCondLst>
                                  <p:childTnLst>
                                    <p:set>
                                      <p:cBhvr>
                                        <p:cTn id="92" dur="1" fill="hold">
                                          <p:stCondLst>
                                            <p:cond delay="0"/>
                                          </p:stCondLst>
                                        </p:cTn>
                                        <p:tgtEl>
                                          <p:spTgt spid="31">
                                            <p:txEl>
                                              <p:pRg st="28" end="28"/>
                                            </p:txEl>
                                          </p:spTgt>
                                        </p:tgtEl>
                                        <p:attrNameLst>
                                          <p:attrName>style.visibility</p:attrName>
                                        </p:attrNameLst>
                                      </p:cBhvr>
                                      <p:to>
                                        <p:strVal val="visible"/>
                                      </p:to>
                                    </p:set>
                                    <p:animEffect transition="in" filter="fade">
                                      <p:cBhvr>
                                        <p:cTn id="93" dur="500"/>
                                        <p:tgtEl>
                                          <p:spTgt spid="31">
                                            <p:txEl>
                                              <p:pRg st="28" end="28"/>
                                            </p:txEl>
                                          </p:spTgt>
                                        </p:tgtEl>
                                      </p:cBhvr>
                                    </p:animEffect>
                                  </p:childTnLst>
                                </p:cTn>
                              </p:par>
                              <p:par>
                                <p:cTn id="94" presetID="10" presetClass="entr" presetSubtype="0" fill="hold" nodeType="withEffect">
                                  <p:stCondLst>
                                    <p:cond delay="0"/>
                                  </p:stCondLst>
                                  <p:childTnLst>
                                    <p:set>
                                      <p:cBhvr>
                                        <p:cTn id="95" dur="1" fill="hold">
                                          <p:stCondLst>
                                            <p:cond delay="0"/>
                                          </p:stCondLst>
                                        </p:cTn>
                                        <p:tgtEl>
                                          <p:spTgt spid="31">
                                            <p:txEl>
                                              <p:pRg st="29" end="29"/>
                                            </p:txEl>
                                          </p:spTgt>
                                        </p:tgtEl>
                                        <p:attrNameLst>
                                          <p:attrName>style.visibility</p:attrName>
                                        </p:attrNameLst>
                                      </p:cBhvr>
                                      <p:to>
                                        <p:strVal val="visible"/>
                                      </p:to>
                                    </p:set>
                                    <p:animEffect transition="in" filter="fade">
                                      <p:cBhvr>
                                        <p:cTn id="96" dur="500"/>
                                        <p:tgtEl>
                                          <p:spTgt spid="31">
                                            <p:txEl>
                                              <p:pRg st="29" end="29"/>
                                            </p:txEl>
                                          </p:spTgt>
                                        </p:tgtEl>
                                      </p:cBhvr>
                                    </p:animEffect>
                                  </p:childTnLst>
                                </p:cTn>
                              </p:par>
                              <p:par>
                                <p:cTn id="97" presetID="10" presetClass="entr" presetSubtype="0" fill="hold" nodeType="withEffect">
                                  <p:stCondLst>
                                    <p:cond delay="0"/>
                                  </p:stCondLst>
                                  <p:childTnLst>
                                    <p:set>
                                      <p:cBhvr>
                                        <p:cTn id="98" dur="1" fill="hold">
                                          <p:stCondLst>
                                            <p:cond delay="0"/>
                                          </p:stCondLst>
                                        </p:cTn>
                                        <p:tgtEl>
                                          <p:spTgt spid="31">
                                            <p:txEl>
                                              <p:pRg st="30" end="30"/>
                                            </p:txEl>
                                          </p:spTgt>
                                        </p:tgtEl>
                                        <p:attrNameLst>
                                          <p:attrName>style.visibility</p:attrName>
                                        </p:attrNameLst>
                                      </p:cBhvr>
                                      <p:to>
                                        <p:strVal val="visible"/>
                                      </p:to>
                                    </p:set>
                                    <p:animEffect transition="in" filter="fade">
                                      <p:cBhvr>
                                        <p:cTn id="99" dur="500"/>
                                        <p:tgtEl>
                                          <p:spTgt spid="31">
                                            <p:txEl>
                                              <p:pRg st="30" end="30"/>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6">
                                            <p:txEl>
                                              <p:pRg st="0" end="0"/>
                                            </p:txEl>
                                          </p:spTgt>
                                        </p:tgtEl>
                                        <p:attrNameLst>
                                          <p:attrName>style.visibility</p:attrName>
                                        </p:attrNameLst>
                                      </p:cBhvr>
                                      <p:to>
                                        <p:strVal val="visible"/>
                                      </p:to>
                                    </p:set>
                                    <p:animEffect transition="in" filter="fade">
                                      <p:cBhvr>
                                        <p:cTn id="104" dur="500"/>
                                        <p:tgtEl>
                                          <p:spTgt spid="6">
                                            <p:txEl>
                                              <p:pRg st="0" end="0"/>
                                            </p:txEl>
                                          </p:spTgt>
                                        </p:tgtEl>
                                      </p:cBhvr>
                                    </p:animEffect>
                                  </p:childTnLst>
                                </p:cTn>
                              </p:par>
                              <p:par>
                                <p:cTn id="105" presetID="10" presetClass="entr" presetSubtype="0" fill="hold" nodeType="withEffect">
                                  <p:stCondLst>
                                    <p:cond delay="0"/>
                                  </p:stCondLst>
                                  <p:childTnLst>
                                    <p:set>
                                      <p:cBhvr>
                                        <p:cTn id="106" dur="1" fill="hold">
                                          <p:stCondLst>
                                            <p:cond delay="0"/>
                                          </p:stCondLst>
                                        </p:cTn>
                                        <p:tgtEl>
                                          <p:spTgt spid="6">
                                            <p:txEl>
                                              <p:pRg st="1" end="1"/>
                                            </p:txEl>
                                          </p:spTgt>
                                        </p:tgtEl>
                                        <p:attrNameLst>
                                          <p:attrName>style.visibility</p:attrName>
                                        </p:attrNameLst>
                                      </p:cBhvr>
                                      <p:to>
                                        <p:strVal val="visible"/>
                                      </p:to>
                                    </p:set>
                                    <p:animEffect transition="in" filter="fade">
                                      <p:cBhvr>
                                        <p:cTn id="107" dur="500"/>
                                        <p:tgtEl>
                                          <p:spTgt spid="6">
                                            <p:txEl>
                                              <p:pRg st="1" end="1"/>
                                            </p:txEl>
                                          </p:spTgt>
                                        </p:tgtEl>
                                      </p:cBhvr>
                                    </p:animEffect>
                                  </p:childTnLst>
                                </p:cTn>
                              </p:par>
                              <p:par>
                                <p:cTn id="108" presetID="10" presetClass="entr" presetSubtype="0" fill="hold" nodeType="withEffect">
                                  <p:stCondLst>
                                    <p:cond delay="0"/>
                                  </p:stCondLst>
                                  <p:childTnLst>
                                    <p:set>
                                      <p:cBhvr>
                                        <p:cTn id="109" dur="1" fill="hold">
                                          <p:stCondLst>
                                            <p:cond delay="0"/>
                                          </p:stCondLst>
                                        </p:cTn>
                                        <p:tgtEl>
                                          <p:spTgt spid="6">
                                            <p:txEl>
                                              <p:pRg st="2" end="2"/>
                                            </p:txEl>
                                          </p:spTgt>
                                        </p:tgtEl>
                                        <p:attrNameLst>
                                          <p:attrName>style.visibility</p:attrName>
                                        </p:attrNameLst>
                                      </p:cBhvr>
                                      <p:to>
                                        <p:strVal val="visible"/>
                                      </p:to>
                                    </p:set>
                                    <p:animEffect transition="in" filter="fade">
                                      <p:cBhvr>
                                        <p:cTn id="110" dur="500"/>
                                        <p:tgtEl>
                                          <p:spTgt spid="6">
                                            <p:txEl>
                                              <p:pRg st="2" end="2"/>
                                            </p:txEl>
                                          </p:spTgt>
                                        </p:tgtEl>
                                      </p:cBhvr>
                                    </p:animEffect>
                                  </p:childTnLst>
                                </p:cTn>
                              </p:par>
                              <p:par>
                                <p:cTn id="111" presetID="10" presetClass="entr" presetSubtype="0" fill="hold" nodeType="withEffect">
                                  <p:stCondLst>
                                    <p:cond delay="0"/>
                                  </p:stCondLst>
                                  <p:childTnLst>
                                    <p:set>
                                      <p:cBhvr>
                                        <p:cTn id="112" dur="1" fill="hold">
                                          <p:stCondLst>
                                            <p:cond delay="0"/>
                                          </p:stCondLst>
                                        </p:cTn>
                                        <p:tgtEl>
                                          <p:spTgt spid="6">
                                            <p:txEl>
                                              <p:pRg st="3" end="3"/>
                                            </p:txEl>
                                          </p:spTgt>
                                        </p:tgtEl>
                                        <p:attrNameLst>
                                          <p:attrName>style.visibility</p:attrName>
                                        </p:attrNameLst>
                                      </p:cBhvr>
                                      <p:to>
                                        <p:strVal val="visible"/>
                                      </p:to>
                                    </p:set>
                                    <p:animEffect transition="in" filter="fade">
                                      <p:cBhvr>
                                        <p:cTn id="113" dur="500"/>
                                        <p:tgtEl>
                                          <p:spTgt spid="6">
                                            <p:txEl>
                                              <p:pRg st="3" end="3"/>
                                            </p:txEl>
                                          </p:spTgt>
                                        </p:tgtEl>
                                      </p:cBhvr>
                                    </p:animEffect>
                                  </p:childTnLst>
                                </p:cTn>
                              </p:par>
                              <p:par>
                                <p:cTn id="114" presetID="10" presetClass="entr" presetSubtype="0" fill="hold" nodeType="withEffect">
                                  <p:stCondLst>
                                    <p:cond delay="0"/>
                                  </p:stCondLst>
                                  <p:childTnLst>
                                    <p:set>
                                      <p:cBhvr>
                                        <p:cTn id="115" dur="1" fill="hold">
                                          <p:stCondLst>
                                            <p:cond delay="0"/>
                                          </p:stCondLst>
                                        </p:cTn>
                                        <p:tgtEl>
                                          <p:spTgt spid="6">
                                            <p:txEl>
                                              <p:pRg st="4" end="4"/>
                                            </p:txEl>
                                          </p:spTgt>
                                        </p:tgtEl>
                                        <p:attrNameLst>
                                          <p:attrName>style.visibility</p:attrName>
                                        </p:attrNameLst>
                                      </p:cBhvr>
                                      <p:to>
                                        <p:strVal val="visible"/>
                                      </p:to>
                                    </p:set>
                                    <p:animEffect transition="in" filter="fade">
                                      <p:cBhvr>
                                        <p:cTn id="116" dur="500"/>
                                        <p:tgtEl>
                                          <p:spTgt spid="6">
                                            <p:txEl>
                                              <p:pRg st="4" end="4"/>
                                            </p:txEl>
                                          </p:spTgt>
                                        </p:tgtEl>
                                      </p:cBhvr>
                                    </p:animEffect>
                                  </p:childTnLst>
                                </p:cTn>
                              </p:par>
                              <p:par>
                                <p:cTn id="117" presetID="10" presetClass="entr" presetSubtype="0" fill="hold" nodeType="withEffect">
                                  <p:stCondLst>
                                    <p:cond delay="0"/>
                                  </p:stCondLst>
                                  <p:childTnLst>
                                    <p:set>
                                      <p:cBhvr>
                                        <p:cTn id="118" dur="1" fill="hold">
                                          <p:stCondLst>
                                            <p:cond delay="0"/>
                                          </p:stCondLst>
                                        </p:cTn>
                                        <p:tgtEl>
                                          <p:spTgt spid="6">
                                            <p:txEl>
                                              <p:pRg st="5" end="5"/>
                                            </p:txEl>
                                          </p:spTgt>
                                        </p:tgtEl>
                                        <p:attrNameLst>
                                          <p:attrName>style.visibility</p:attrName>
                                        </p:attrNameLst>
                                      </p:cBhvr>
                                      <p:to>
                                        <p:strVal val="visible"/>
                                      </p:to>
                                    </p:set>
                                    <p:animEffect transition="in" filter="fade">
                                      <p:cBhvr>
                                        <p:cTn id="119" dur="500"/>
                                        <p:tgtEl>
                                          <p:spTgt spid="6">
                                            <p:txEl>
                                              <p:pRg st="5" end="5"/>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6">
                                            <p:txEl>
                                              <p:pRg st="6" end="6"/>
                                            </p:txEl>
                                          </p:spTgt>
                                        </p:tgtEl>
                                        <p:attrNameLst>
                                          <p:attrName>style.visibility</p:attrName>
                                        </p:attrNameLst>
                                      </p:cBhvr>
                                      <p:to>
                                        <p:strVal val="visible"/>
                                      </p:to>
                                    </p:set>
                                    <p:animEffect transition="in" filter="fade">
                                      <p:cBhvr>
                                        <p:cTn id="124" dur="500"/>
                                        <p:tgtEl>
                                          <p:spTgt spid="6">
                                            <p:txEl>
                                              <p:pRg st="6" end="6"/>
                                            </p:txEl>
                                          </p:spTgt>
                                        </p:tgtEl>
                                      </p:cBhvr>
                                    </p:animEffect>
                                  </p:childTnLst>
                                </p:cTn>
                              </p:par>
                              <p:par>
                                <p:cTn id="125" presetID="10" presetClass="entr" presetSubtype="0" fill="hold" nodeType="withEffect">
                                  <p:stCondLst>
                                    <p:cond delay="0"/>
                                  </p:stCondLst>
                                  <p:childTnLst>
                                    <p:set>
                                      <p:cBhvr>
                                        <p:cTn id="126" dur="1" fill="hold">
                                          <p:stCondLst>
                                            <p:cond delay="0"/>
                                          </p:stCondLst>
                                        </p:cTn>
                                        <p:tgtEl>
                                          <p:spTgt spid="6">
                                            <p:txEl>
                                              <p:pRg st="7" end="7"/>
                                            </p:txEl>
                                          </p:spTgt>
                                        </p:tgtEl>
                                        <p:attrNameLst>
                                          <p:attrName>style.visibility</p:attrName>
                                        </p:attrNameLst>
                                      </p:cBhvr>
                                      <p:to>
                                        <p:strVal val="visible"/>
                                      </p:to>
                                    </p:set>
                                    <p:animEffect transition="in" filter="fade">
                                      <p:cBhvr>
                                        <p:cTn id="127" dur="500"/>
                                        <p:tgtEl>
                                          <p:spTgt spid="6">
                                            <p:txEl>
                                              <p:pRg st="7" end="7"/>
                                            </p:txEl>
                                          </p:spTgt>
                                        </p:tgtEl>
                                      </p:cBhvr>
                                    </p:animEffect>
                                  </p:childTnLst>
                                </p:cTn>
                              </p:par>
                              <p:par>
                                <p:cTn id="128" presetID="10" presetClass="entr" presetSubtype="0" fill="hold" nodeType="withEffect">
                                  <p:stCondLst>
                                    <p:cond delay="0"/>
                                  </p:stCondLst>
                                  <p:childTnLst>
                                    <p:set>
                                      <p:cBhvr>
                                        <p:cTn id="129" dur="1" fill="hold">
                                          <p:stCondLst>
                                            <p:cond delay="0"/>
                                          </p:stCondLst>
                                        </p:cTn>
                                        <p:tgtEl>
                                          <p:spTgt spid="6">
                                            <p:txEl>
                                              <p:pRg st="8" end="8"/>
                                            </p:txEl>
                                          </p:spTgt>
                                        </p:tgtEl>
                                        <p:attrNameLst>
                                          <p:attrName>style.visibility</p:attrName>
                                        </p:attrNameLst>
                                      </p:cBhvr>
                                      <p:to>
                                        <p:strVal val="visible"/>
                                      </p:to>
                                    </p:set>
                                    <p:animEffect transition="in" filter="fade">
                                      <p:cBhvr>
                                        <p:cTn id="130" dur="500"/>
                                        <p:tgtEl>
                                          <p:spTgt spid="6">
                                            <p:txEl>
                                              <p:pRg st="8" end="8"/>
                                            </p:txEl>
                                          </p:spTgt>
                                        </p:tgtEl>
                                      </p:cBhvr>
                                    </p:animEffect>
                                  </p:childTnLst>
                                </p:cTn>
                              </p:par>
                              <p:par>
                                <p:cTn id="131" presetID="10" presetClass="entr" presetSubtype="0" fill="hold" nodeType="withEffect">
                                  <p:stCondLst>
                                    <p:cond delay="0"/>
                                  </p:stCondLst>
                                  <p:childTnLst>
                                    <p:set>
                                      <p:cBhvr>
                                        <p:cTn id="132" dur="1" fill="hold">
                                          <p:stCondLst>
                                            <p:cond delay="0"/>
                                          </p:stCondLst>
                                        </p:cTn>
                                        <p:tgtEl>
                                          <p:spTgt spid="6">
                                            <p:txEl>
                                              <p:pRg st="9" end="9"/>
                                            </p:txEl>
                                          </p:spTgt>
                                        </p:tgtEl>
                                        <p:attrNameLst>
                                          <p:attrName>style.visibility</p:attrName>
                                        </p:attrNameLst>
                                      </p:cBhvr>
                                      <p:to>
                                        <p:strVal val="visible"/>
                                      </p:to>
                                    </p:set>
                                    <p:animEffect transition="in" filter="fade">
                                      <p:cBhvr>
                                        <p:cTn id="133" dur="500"/>
                                        <p:tgtEl>
                                          <p:spTgt spid="6">
                                            <p:txEl>
                                              <p:pRg st="9" end="9"/>
                                            </p:txEl>
                                          </p:spTgt>
                                        </p:tgtEl>
                                      </p:cBhvr>
                                    </p:animEffect>
                                  </p:childTnLst>
                                </p:cTn>
                              </p:par>
                              <p:par>
                                <p:cTn id="134" presetID="10" presetClass="entr" presetSubtype="0" fill="hold" nodeType="withEffect">
                                  <p:stCondLst>
                                    <p:cond delay="0"/>
                                  </p:stCondLst>
                                  <p:childTnLst>
                                    <p:set>
                                      <p:cBhvr>
                                        <p:cTn id="135" dur="1" fill="hold">
                                          <p:stCondLst>
                                            <p:cond delay="0"/>
                                          </p:stCondLst>
                                        </p:cTn>
                                        <p:tgtEl>
                                          <p:spTgt spid="6">
                                            <p:txEl>
                                              <p:pRg st="10" end="10"/>
                                            </p:txEl>
                                          </p:spTgt>
                                        </p:tgtEl>
                                        <p:attrNameLst>
                                          <p:attrName>style.visibility</p:attrName>
                                        </p:attrNameLst>
                                      </p:cBhvr>
                                      <p:to>
                                        <p:strVal val="visible"/>
                                      </p:to>
                                    </p:set>
                                    <p:animEffect transition="in" filter="fade">
                                      <p:cBhvr>
                                        <p:cTn id="136" dur="500"/>
                                        <p:tgtEl>
                                          <p:spTgt spid="6">
                                            <p:txEl>
                                              <p:pRg st="10" end="10"/>
                                            </p:txEl>
                                          </p:spTgt>
                                        </p:tgtEl>
                                      </p:cBhvr>
                                    </p:animEffect>
                                  </p:childTnLst>
                                </p:cTn>
                              </p:par>
                              <p:par>
                                <p:cTn id="137" presetID="10" presetClass="entr" presetSubtype="0" fill="hold" nodeType="withEffect">
                                  <p:stCondLst>
                                    <p:cond delay="0"/>
                                  </p:stCondLst>
                                  <p:childTnLst>
                                    <p:set>
                                      <p:cBhvr>
                                        <p:cTn id="138" dur="1" fill="hold">
                                          <p:stCondLst>
                                            <p:cond delay="0"/>
                                          </p:stCondLst>
                                        </p:cTn>
                                        <p:tgtEl>
                                          <p:spTgt spid="6">
                                            <p:txEl>
                                              <p:pRg st="11" end="11"/>
                                            </p:txEl>
                                          </p:spTgt>
                                        </p:tgtEl>
                                        <p:attrNameLst>
                                          <p:attrName>style.visibility</p:attrName>
                                        </p:attrNameLst>
                                      </p:cBhvr>
                                      <p:to>
                                        <p:strVal val="visible"/>
                                      </p:to>
                                    </p:set>
                                    <p:animEffect transition="in" filter="fade">
                                      <p:cBhvr>
                                        <p:cTn id="139" dur="500"/>
                                        <p:tgtEl>
                                          <p:spTgt spid="6">
                                            <p:txEl>
                                              <p:pRg st="11" end="11"/>
                                            </p:txEl>
                                          </p:spTgt>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nodeType="clickEffect">
                                  <p:stCondLst>
                                    <p:cond delay="0"/>
                                  </p:stCondLst>
                                  <p:childTnLst>
                                    <p:set>
                                      <p:cBhvr>
                                        <p:cTn id="143" dur="1" fill="hold">
                                          <p:stCondLst>
                                            <p:cond delay="0"/>
                                          </p:stCondLst>
                                        </p:cTn>
                                        <p:tgtEl>
                                          <p:spTgt spid="6">
                                            <p:txEl>
                                              <p:pRg st="12" end="12"/>
                                            </p:txEl>
                                          </p:spTgt>
                                        </p:tgtEl>
                                        <p:attrNameLst>
                                          <p:attrName>style.visibility</p:attrName>
                                        </p:attrNameLst>
                                      </p:cBhvr>
                                      <p:to>
                                        <p:strVal val="visible"/>
                                      </p:to>
                                    </p:set>
                                    <p:animEffect transition="in" filter="fade">
                                      <p:cBhvr>
                                        <p:cTn id="144" dur="500"/>
                                        <p:tgtEl>
                                          <p:spTgt spid="6">
                                            <p:txEl>
                                              <p:pRg st="12" end="12"/>
                                            </p:txEl>
                                          </p:spTgt>
                                        </p:tgtEl>
                                      </p:cBhvr>
                                    </p:animEffect>
                                  </p:childTnLst>
                                </p:cTn>
                              </p:par>
                              <p:par>
                                <p:cTn id="145" presetID="10" presetClass="entr" presetSubtype="0" fill="hold" nodeType="withEffect">
                                  <p:stCondLst>
                                    <p:cond delay="0"/>
                                  </p:stCondLst>
                                  <p:childTnLst>
                                    <p:set>
                                      <p:cBhvr>
                                        <p:cTn id="146" dur="1" fill="hold">
                                          <p:stCondLst>
                                            <p:cond delay="0"/>
                                          </p:stCondLst>
                                        </p:cTn>
                                        <p:tgtEl>
                                          <p:spTgt spid="6">
                                            <p:txEl>
                                              <p:pRg st="13" end="13"/>
                                            </p:txEl>
                                          </p:spTgt>
                                        </p:tgtEl>
                                        <p:attrNameLst>
                                          <p:attrName>style.visibility</p:attrName>
                                        </p:attrNameLst>
                                      </p:cBhvr>
                                      <p:to>
                                        <p:strVal val="visible"/>
                                      </p:to>
                                    </p:set>
                                    <p:animEffect transition="in" filter="fade">
                                      <p:cBhvr>
                                        <p:cTn id="147" dur="500"/>
                                        <p:tgtEl>
                                          <p:spTgt spid="6">
                                            <p:txEl>
                                              <p:pRg st="13" end="13"/>
                                            </p:txEl>
                                          </p:spTgt>
                                        </p:tgtEl>
                                      </p:cBhvr>
                                    </p:animEffect>
                                  </p:childTnLst>
                                </p:cTn>
                              </p:par>
                              <p:par>
                                <p:cTn id="148" presetID="10" presetClass="entr" presetSubtype="0" fill="hold" nodeType="withEffect">
                                  <p:stCondLst>
                                    <p:cond delay="0"/>
                                  </p:stCondLst>
                                  <p:childTnLst>
                                    <p:set>
                                      <p:cBhvr>
                                        <p:cTn id="149" dur="1" fill="hold">
                                          <p:stCondLst>
                                            <p:cond delay="0"/>
                                          </p:stCondLst>
                                        </p:cTn>
                                        <p:tgtEl>
                                          <p:spTgt spid="6">
                                            <p:txEl>
                                              <p:pRg st="14" end="14"/>
                                            </p:txEl>
                                          </p:spTgt>
                                        </p:tgtEl>
                                        <p:attrNameLst>
                                          <p:attrName>style.visibility</p:attrName>
                                        </p:attrNameLst>
                                      </p:cBhvr>
                                      <p:to>
                                        <p:strVal val="visible"/>
                                      </p:to>
                                    </p:set>
                                    <p:animEffect transition="in" filter="fade">
                                      <p:cBhvr>
                                        <p:cTn id="150" dur="500"/>
                                        <p:tgtEl>
                                          <p:spTgt spid="6">
                                            <p:txEl>
                                              <p:pRg st="14" end="14"/>
                                            </p:txEl>
                                          </p:spTgt>
                                        </p:tgtEl>
                                      </p:cBhvr>
                                    </p:animEffect>
                                  </p:childTnLst>
                                </p:cTn>
                              </p:par>
                              <p:par>
                                <p:cTn id="151" presetID="10" presetClass="entr" presetSubtype="0" fill="hold" nodeType="withEffect">
                                  <p:stCondLst>
                                    <p:cond delay="0"/>
                                  </p:stCondLst>
                                  <p:childTnLst>
                                    <p:set>
                                      <p:cBhvr>
                                        <p:cTn id="152" dur="1" fill="hold">
                                          <p:stCondLst>
                                            <p:cond delay="0"/>
                                          </p:stCondLst>
                                        </p:cTn>
                                        <p:tgtEl>
                                          <p:spTgt spid="6">
                                            <p:txEl>
                                              <p:pRg st="15" end="15"/>
                                            </p:txEl>
                                          </p:spTgt>
                                        </p:tgtEl>
                                        <p:attrNameLst>
                                          <p:attrName>style.visibility</p:attrName>
                                        </p:attrNameLst>
                                      </p:cBhvr>
                                      <p:to>
                                        <p:strVal val="visible"/>
                                      </p:to>
                                    </p:set>
                                    <p:animEffect transition="in" filter="fade">
                                      <p:cBhvr>
                                        <p:cTn id="153" dur="500"/>
                                        <p:tgtEl>
                                          <p:spTgt spid="6">
                                            <p:txEl>
                                              <p:pRg st="15" end="15"/>
                                            </p:txEl>
                                          </p:spTgt>
                                        </p:tgtEl>
                                      </p:cBhvr>
                                    </p:animEffect>
                                  </p:childTnLst>
                                </p:cTn>
                              </p:par>
                              <p:par>
                                <p:cTn id="154" presetID="10" presetClass="entr" presetSubtype="0" fill="hold" nodeType="withEffect">
                                  <p:stCondLst>
                                    <p:cond delay="0"/>
                                  </p:stCondLst>
                                  <p:childTnLst>
                                    <p:set>
                                      <p:cBhvr>
                                        <p:cTn id="155" dur="1" fill="hold">
                                          <p:stCondLst>
                                            <p:cond delay="0"/>
                                          </p:stCondLst>
                                        </p:cTn>
                                        <p:tgtEl>
                                          <p:spTgt spid="6">
                                            <p:txEl>
                                              <p:pRg st="16" end="16"/>
                                            </p:txEl>
                                          </p:spTgt>
                                        </p:tgtEl>
                                        <p:attrNameLst>
                                          <p:attrName>style.visibility</p:attrName>
                                        </p:attrNameLst>
                                      </p:cBhvr>
                                      <p:to>
                                        <p:strVal val="visible"/>
                                      </p:to>
                                    </p:set>
                                    <p:animEffect transition="in" filter="fade">
                                      <p:cBhvr>
                                        <p:cTn id="156" dur="500"/>
                                        <p:tgtEl>
                                          <p:spTgt spid="6">
                                            <p:txEl>
                                              <p:pRg st="16" end="16"/>
                                            </p:txEl>
                                          </p:spTgt>
                                        </p:tgtEl>
                                      </p:cBhvr>
                                    </p:animEffect>
                                  </p:childTnLst>
                                </p:cTn>
                              </p:par>
                              <p:par>
                                <p:cTn id="157" presetID="10" presetClass="entr" presetSubtype="0" fill="hold" nodeType="withEffect">
                                  <p:stCondLst>
                                    <p:cond delay="0"/>
                                  </p:stCondLst>
                                  <p:childTnLst>
                                    <p:set>
                                      <p:cBhvr>
                                        <p:cTn id="158" dur="1" fill="hold">
                                          <p:stCondLst>
                                            <p:cond delay="0"/>
                                          </p:stCondLst>
                                        </p:cTn>
                                        <p:tgtEl>
                                          <p:spTgt spid="6">
                                            <p:txEl>
                                              <p:pRg st="17" end="17"/>
                                            </p:txEl>
                                          </p:spTgt>
                                        </p:tgtEl>
                                        <p:attrNameLst>
                                          <p:attrName>style.visibility</p:attrName>
                                        </p:attrNameLst>
                                      </p:cBhvr>
                                      <p:to>
                                        <p:strVal val="visible"/>
                                      </p:to>
                                    </p:set>
                                    <p:animEffect transition="in" filter="fade">
                                      <p:cBhvr>
                                        <p:cTn id="159" dur="500"/>
                                        <p:tgtEl>
                                          <p:spTgt spid="6">
                                            <p:txEl>
                                              <p:pRg st="17" end="17"/>
                                            </p:txEl>
                                          </p:spTgt>
                                        </p:tgtEl>
                                      </p:cBhvr>
                                    </p:animEffect>
                                  </p:childTnLst>
                                </p:cTn>
                              </p:par>
                              <p:par>
                                <p:cTn id="160" presetID="10" presetClass="entr" presetSubtype="0" fill="hold" nodeType="withEffect">
                                  <p:stCondLst>
                                    <p:cond delay="0"/>
                                  </p:stCondLst>
                                  <p:childTnLst>
                                    <p:set>
                                      <p:cBhvr>
                                        <p:cTn id="161" dur="1" fill="hold">
                                          <p:stCondLst>
                                            <p:cond delay="0"/>
                                          </p:stCondLst>
                                        </p:cTn>
                                        <p:tgtEl>
                                          <p:spTgt spid="6">
                                            <p:txEl>
                                              <p:pRg st="18" end="18"/>
                                            </p:txEl>
                                          </p:spTgt>
                                        </p:tgtEl>
                                        <p:attrNameLst>
                                          <p:attrName>style.visibility</p:attrName>
                                        </p:attrNameLst>
                                      </p:cBhvr>
                                      <p:to>
                                        <p:strVal val="visible"/>
                                      </p:to>
                                    </p:set>
                                    <p:animEffect transition="in" filter="fade">
                                      <p:cBhvr>
                                        <p:cTn id="162" dur="500"/>
                                        <p:tgtEl>
                                          <p:spTgt spid="6">
                                            <p:txEl>
                                              <p:pRg st="18" end="18"/>
                                            </p:txEl>
                                          </p:spTgt>
                                        </p:tgtEl>
                                      </p:cBhvr>
                                    </p:animEffect>
                                  </p:childTnLst>
                                </p:cTn>
                              </p:par>
                              <p:par>
                                <p:cTn id="163" presetID="10" presetClass="entr" presetSubtype="0" fill="hold" nodeType="withEffect">
                                  <p:stCondLst>
                                    <p:cond delay="0"/>
                                  </p:stCondLst>
                                  <p:childTnLst>
                                    <p:set>
                                      <p:cBhvr>
                                        <p:cTn id="164" dur="1" fill="hold">
                                          <p:stCondLst>
                                            <p:cond delay="0"/>
                                          </p:stCondLst>
                                        </p:cTn>
                                        <p:tgtEl>
                                          <p:spTgt spid="6">
                                            <p:txEl>
                                              <p:pRg st="19" end="19"/>
                                            </p:txEl>
                                          </p:spTgt>
                                        </p:tgtEl>
                                        <p:attrNameLst>
                                          <p:attrName>style.visibility</p:attrName>
                                        </p:attrNameLst>
                                      </p:cBhvr>
                                      <p:to>
                                        <p:strVal val="visible"/>
                                      </p:to>
                                    </p:set>
                                    <p:animEffect transition="in" filter="fade">
                                      <p:cBhvr>
                                        <p:cTn id="165" dur="500"/>
                                        <p:tgtEl>
                                          <p:spTgt spid="6">
                                            <p:txEl>
                                              <p:pRg st="19" end="19"/>
                                            </p:txEl>
                                          </p:spTgt>
                                        </p:tgtEl>
                                      </p:cBhvr>
                                    </p:animEffect>
                                  </p:childTnLst>
                                </p:cTn>
                              </p:par>
                              <p:par>
                                <p:cTn id="166" presetID="10" presetClass="entr" presetSubtype="0" fill="hold" nodeType="withEffect">
                                  <p:stCondLst>
                                    <p:cond delay="0"/>
                                  </p:stCondLst>
                                  <p:childTnLst>
                                    <p:set>
                                      <p:cBhvr>
                                        <p:cTn id="167" dur="1" fill="hold">
                                          <p:stCondLst>
                                            <p:cond delay="0"/>
                                          </p:stCondLst>
                                        </p:cTn>
                                        <p:tgtEl>
                                          <p:spTgt spid="6">
                                            <p:txEl>
                                              <p:pRg st="20" end="20"/>
                                            </p:txEl>
                                          </p:spTgt>
                                        </p:tgtEl>
                                        <p:attrNameLst>
                                          <p:attrName>style.visibility</p:attrName>
                                        </p:attrNameLst>
                                      </p:cBhvr>
                                      <p:to>
                                        <p:strVal val="visible"/>
                                      </p:to>
                                    </p:set>
                                    <p:animEffect transition="in" filter="fade">
                                      <p:cBhvr>
                                        <p:cTn id="168" dur="500"/>
                                        <p:tgtEl>
                                          <p:spTgt spid="6">
                                            <p:txEl>
                                              <p:pRg st="20" end="20"/>
                                            </p:txEl>
                                          </p:spTgt>
                                        </p:tgtEl>
                                      </p:cBhvr>
                                    </p:animEffect>
                                  </p:childTnLst>
                                </p:cTn>
                              </p:par>
                              <p:par>
                                <p:cTn id="169" presetID="10" presetClass="entr" presetSubtype="0" fill="hold" nodeType="withEffect">
                                  <p:stCondLst>
                                    <p:cond delay="0"/>
                                  </p:stCondLst>
                                  <p:childTnLst>
                                    <p:set>
                                      <p:cBhvr>
                                        <p:cTn id="170" dur="1" fill="hold">
                                          <p:stCondLst>
                                            <p:cond delay="0"/>
                                          </p:stCondLst>
                                        </p:cTn>
                                        <p:tgtEl>
                                          <p:spTgt spid="6">
                                            <p:txEl>
                                              <p:pRg st="21" end="21"/>
                                            </p:txEl>
                                          </p:spTgt>
                                        </p:tgtEl>
                                        <p:attrNameLst>
                                          <p:attrName>style.visibility</p:attrName>
                                        </p:attrNameLst>
                                      </p:cBhvr>
                                      <p:to>
                                        <p:strVal val="visible"/>
                                      </p:to>
                                    </p:set>
                                    <p:animEffect transition="in" filter="fade">
                                      <p:cBhvr>
                                        <p:cTn id="171" dur="500"/>
                                        <p:tgtEl>
                                          <p:spTgt spid="6">
                                            <p:txEl>
                                              <p:pRg st="21" end="21"/>
                                            </p:txEl>
                                          </p:spTgt>
                                        </p:tgtEl>
                                      </p:cBhvr>
                                    </p:animEffect>
                                  </p:childTnLst>
                                </p:cTn>
                              </p:par>
                              <p:par>
                                <p:cTn id="172" presetID="10" presetClass="entr" presetSubtype="0" fill="hold" nodeType="withEffect">
                                  <p:stCondLst>
                                    <p:cond delay="0"/>
                                  </p:stCondLst>
                                  <p:childTnLst>
                                    <p:set>
                                      <p:cBhvr>
                                        <p:cTn id="173" dur="1" fill="hold">
                                          <p:stCondLst>
                                            <p:cond delay="0"/>
                                          </p:stCondLst>
                                        </p:cTn>
                                        <p:tgtEl>
                                          <p:spTgt spid="6">
                                            <p:txEl>
                                              <p:pRg st="22" end="22"/>
                                            </p:txEl>
                                          </p:spTgt>
                                        </p:tgtEl>
                                        <p:attrNameLst>
                                          <p:attrName>style.visibility</p:attrName>
                                        </p:attrNameLst>
                                      </p:cBhvr>
                                      <p:to>
                                        <p:strVal val="visible"/>
                                      </p:to>
                                    </p:set>
                                    <p:animEffect transition="in" filter="fade">
                                      <p:cBhvr>
                                        <p:cTn id="174" dur="500"/>
                                        <p:tgtEl>
                                          <p:spTgt spid="6">
                                            <p:txEl>
                                              <p:pRg st="22" end="22"/>
                                            </p:txEl>
                                          </p:spTgt>
                                        </p:tgtEl>
                                      </p:cBhvr>
                                    </p:animEffect>
                                  </p:childTnLst>
                                </p:cTn>
                              </p:par>
                              <p:par>
                                <p:cTn id="175" presetID="10" presetClass="entr" presetSubtype="0" fill="hold" nodeType="withEffect">
                                  <p:stCondLst>
                                    <p:cond delay="0"/>
                                  </p:stCondLst>
                                  <p:childTnLst>
                                    <p:set>
                                      <p:cBhvr>
                                        <p:cTn id="176" dur="1" fill="hold">
                                          <p:stCondLst>
                                            <p:cond delay="0"/>
                                          </p:stCondLst>
                                        </p:cTn>
                                        <p:tgtEl>
                                          <p:spTgt spid="6">
                                            <p:txEl>
                                              <p:pRg st="23" end="23"/>
                                            </p:txEl>
                                          </p:spTgt>
                                        </p:tgtEl>
                                        <p:attrNameLst>
                                          <p:attrName>style.visibility</p:attrName>
                                        </p:attrNameLst>
                                      </p:cBhvr>
                                      <p:to>
                                        <p:strVal val="visible"/>
                                      </p:to>
                                    </p:set>
                                    <p:animEffect transition="in" filter="fade">
                                      <p:cBhvr>
                                        <p:cTn id="177" dur="500"/>
                                        <p:tgtEl>
                                          <p:spTgt spid="6">
                                            <p:txEl>
                                              <p:pRg st="23" end="23"/>
                                            </p:txEl>
                                          </p:spTgt>
                                        </p:tgtEl>
                                      </p:cBhvr>
                                    </p:animEffect>
                                  </p:childTnLst>
                                </p:cTn>
                              </p:par>
                              <p:par>
                                <p:cTn id="178" presetID="10" presetClass="entr" presetSubtype="0" fill="hold" nodeType="withEffect">
                                  <p:stCondLst>
                                    <p:cond delay="0"/>
                                  </p:stCondLst>
                                  <p:childTnLst>
                                    <p:set>
                                      <p:cBhvr>
                                        <p:cTn id="179" dur="1" fill="hold">
                                          <p:stCondLst>
                                            <p:cond delay="0"/>
                                          </p:stCondLst>
                                        </p:cTn>
                                        <p:tgtEl>
                                          <p:spTgt spid="6">
                                            <p:txEl>
                                              <p:pRg st="24" end="24"/>
                                            </p:txEl>
                                          </p:spTgt>
                                        </p:tgtEl>
                                        <p:attrNameLst>
                                          <p:attrName>style.visibility</p:attrName>
                                        </p:attrNameLst>
                                      </p:cBhvr>
                                      <p:to>
                                        <p:strVal val="visible"/>
                                      </p:to>
                                    </p:set>
                                    <p:animEffect transition="in" filter="fade">
                                      <p:cBhvr>
                                        <p:cTn id="180" dur="500"/>
                                        <p:tgtEl>
                                          <p:spTgt spid="6">
                                            <p:txEl>
                                              <p:pRg st="24" end="24"/>
                                            </p:txEl>
                                          </p:spTgt>
                                        </p:tgtEl>
                                      </p:cBhvr>
                                    </p:animEffect>
                                  </p:childTnLst>
                                </p:cTn>
                              </p:par>
                              <p:par>
                                <p:cTn id="181" presetID="10" presetClass="entr" presetSubtype="0" fill="hold" nodeType="withEffect">
                                  <p:stCondLst>
                                    <p:cond delay="0"/>
                                  </p:stCondLst>
                                  <p:childTnLst>
                                    <p:set>
                                      <p:cBhvr>
                                        <p:cTn id="182" dur="1" fill="hold">
                                          <p:stCondLst>
                                            <p:cond delay="0"/>
                                          </p:stCondLst>
                                        </p:cTn>
                                        <p:tgtEl>
                                          <p:spTgt spid="6">
                                            <p:txEl>
                                              <p:pRg st="25" end="25"/>
                                            </p:txEl>
                                          </p:spTgt>
                                        </p:tgtEl>
                                        <p:attrNameLst>
                                          <p:attrName>style.visibility</p:attrName>
                                        </p:attrNameLst>
                                      </p:cBhvr>
                                      <p:to>
                                        <p:strVal val="visible"/>
                                      </p:to>
                                    </p:set>
                                    <p:animEffect transition="in" filter="fade">
                                      <p:cBhvr>
                                        <p:cTn id="183" dur="500"/>
                                        <p:tgtEl>
                                          <p:spTgt spid="6">
                                            <p:txEl>
                                              <p:pRg st="25" end="25"/>
                                            </p:txEl>
                                          </p:spTgt>
                                        </p:tgtEl>
                                      </p:cBhvr>
                                    </p:animEffect>
                                  </p:childTnLst>
                                </p:cTn>
                              </p:par>
                              <p:par>
                                <p:cTn id="184" presetID="10" presetClass="entr" presetSubtype="0" fill="hold" nodeType="withEffect">
                                  <p:stCondLst>
                                    <p:cond delay="0"/>
                                  </p:stCondLst>
                                  <p:childTnLst>
                                    <p:set>
                                      <p:cBhvr>
                                        <p:cTn id="185" dur="1" fill="hold">
                                          <p:stCondLst>
                                            <p:cond delay="0"/>
                                          </p:stCondLst>
                                        </p:cTn>
                                        <p:tgtEl>
                                          <p:spTgt spid="6">
                                            <p:txEl>
                                              <p:pRg st="26" end="26"/>
                                            </p:txEl>
                                          </p:spTgt>
                                        </p:tgtEl>
                                        <p:attrNameLst>
                                          <p:attrName>style.visibility</p:attrName>
                                        </p:attrNameLst>
                                      </p:cBhvr>
                                      <p:to>
                                        <p:strVal val="visible"/>
                                      </p:to>
                                    </p:set>
                                    <p:animEffect transition="in" filter="fade">
                                      <p:cBhvr>
                                        <p:cTn id="186" dur="500"/>
                                        <p:tgtEl>
                                          <p:spTgt spid="6">
                                            <p:txEl>
                                              <p:pRg st="26" end="26"/>
                                            </p:txEl>
                                          </p:spTgt>
                                        </p:tgtEl>
                                      </p:cBhvr>
                                    </p:animEffect>
                                  </p:childTnLst>
                                </p:cTn>
                              </p:par>
                              <p:par>
                                <p:cTn id="187" presetID="10" presetClass="entr" presetSubtype="0" fill="hold" nodeType="withEffect">
                                  <p:stCondLst>
                                    <p:cond delay="0"/>
                                  </p:stCondLst>
                                  <p:childTnLst>
                                    <p:set>
                                      <p:cBhvr>
                                        <p:cTn id="188" dur="1" fill="hold">
                                          <p:stCondLst>
                                            <p:cond delay="0"/>
                                          </p:stCondLst>
                                        </p:cTn>
                                        <p:tgtEl>
                                          <p:spTgt spid="6">
                                            <p:txEl>
                                              <p:pRg st="27" end="27"/>
                                            </p:txEl>
                                          </p:spTgt>
                                        </p:tgtEl>
                                        <p:attrNameLst>
                                          <p:attrName>style.visibility</p:attrName>
                                        </p:attrNameLst>
                                      </p:cBhvr>
                                      <p:to>
                                        <p:strVal val="visible"/>
                                      </p:to>
                                    </p:set>
                                    <p:animEffect transition="in" filter="fade">
                                      <p:cBhvr>
                                        <p:cTn id="189" dur="500"/>
                                        <p:tgtEl>
                                          <p:spTgt spid="6">
                                            <p:txEl>
                                              <p:pRg st="27" end="27"/>
                                            </p:txEl>
                                          </p:spTgt>
                                        </p:tgtEl>
                                      </p:cBhvr>
                                    </p:animEffect>
                                  </p:childTnLst>
                                </p:cTn>
                              </p:par>
                              <p:par>
                                <p:cTn id="190" presetID="10" presetClass="entr" presetSubtype="0" fill="hold" nodeType="withEffect">
                                  <p:stCondLst>
                                    <p:cond delay="0"/>
                                  </p:stCondLst>
                                  <p:childTnLst>
                                    <p:set>
                                      <p:cBhvr>
                                        <p:cTn id="191" dur="1" fill="hold">
                                          <p:stCondLst>
                                            <p:cond delay="0"/>
                                          </p:stCondLst>
                                        </p:cTn>
                                        <p:tgtEl>
                                          <p:spTgt spid="6">
                                            <p:txEl>
                                              <p:pRg st="28" end="28"/>
                                            </p:txEl>
                                          </p:spTgt>
                                        </p:tgtEl>
                                        <p:attrNameLst>
                                          <p:attrName>style.visibility</p:attrName>
                                        </p:attrNameLst>
                                      </p:cBhvr>
                                      <p:to>
                                        <p:strVal val="visible"/>
                                      </p:to>
                                    </p:set>
                                    <p:animEffect transition="in" filter="fade">
                                      <p:cBhvr>
                                        <p:cTn id="192" dur="500"/>
                                        <p:tgtEl>
                                          <p:spTgt spid="6">
                                            <p:txEl>
                                              <p:pRg st="28" end="28"/>
                                            </p:txEl>
                                          </p:spTgt>
                                        </p:tgtEl>
                                      </p:cBhvr>
                                    </p:animEffect>
                                  </p:childTnLst>
                                </p:cTn>
                              </p:par>
                              <p:par>
                                <p:cTn id="193" presetID="10" presetClass="entr" presetSubtype="0" fill="hold" nodeType="withEffect">
                                  <p:stCondLst>
                                    <p:cond delay="0"/>
                                  </p:stCondLst>
                                  <p:childTnLst>
                                    <p:set>
                                      <p:cBhvr>
                                        <p:cTn id="194" dur="1" fill="hold">
                                          <p:stCondLst>
                                            <p:cond delay="0"/>
                                          </p:stCondLst>
                                        </p:cTn>
                                        <p:tgtEl>
                                          <p:spTgt spid="6">
                                            <p:txEl>
                                              <p:pRg st="29" end="29"/>
                                            </p:txEl>
                                          </p:spTgt>
                                        </p:tgtEl>
                                        <p:attrNameLst>
                                          <p:attrName>style.visibility</p:attrName>
                                        </p:attrNameLst>
                                      </p:cBhvr>
                                      <p:to>
                                        <p:strVal val="visible"/>
                                      </p:to>
                                    </p:set>
                                    <p:animEffect transition="in" filter="fade">
                                      <p:cBhvr>
                                        <p:cTn id="195" dur="500"/>
                                        <p:tgtEl>
                                          <p:spTgt spid="6">
                                            <p:txEl>
                                              <p:pRg st="29" end="29"/>
                                            </p:txEl>
                                          </p:spTgt>
                                        </p:tgtEl>
                                      </p:cBhvr>
                                    </p:animEffect>
                                  </p:childTnLst>
                                </p:cTn>
                              </p:par>
                              <p:par>
                                <p:cTn id="196" presetID="10" presetClass="entr" presetSubtype="0" fill="hold" nodeType="withEffect">
                                  <p:stCondLst>
                                    <p:cond delay="0"/>
                                  </p:stCondLst>
                                  <p:childTnLst>
                                    <p:set>
                                      <p:cBhvr>
                                        <p:cTn id="197" dur="1" fill="hold">
                                          <p:stCondLst>
                                            <p:cond delay="0"/>
                                          </p:stCondLst>
                                        </p:cTn>
                                        <p:tgtEl>
                                          <p:spTgt spid="6">
                                            <p:txEl>
                                              <p:pRg st="30" end="30"/>
                                            </p:txEl>
                                          </p:spTgt>
                                        </p:tgtEl>
                                        <p:attrNameLst>
                                          <p:attrName>style.visibility</p:attrName>
                                        </p:attrNameLst>
                                      </p:cBhvr>
                                      <p:to>
                                        <p:strVal val="visible"/>
                                      </p:to>
                                    </p:set>
                                    <p:animEffect transition="in" filter="fade">
                                      <p:cBhvr>
                                        <p:cTn id="198" dur="500"/>
                                        <p:tgtEl>
                                          <p:spTgt spid="6">
                                            <p:txEl>
                                              <p:pRg st="30" end="30"/>
                                            </p:txEl>
                                          </p:spTgt>
                                        </p:tgtEl>
                                      </p:cBhvr>
                                    </p:animEffect>
                                  </p:childTnLst>
                                </p:cTn>
                              </p:par>
                              <p:par>
                                <p:cTn id="199" presetID="10" presetClass="entr" presetSubtype="0" fill="hold" nodeType="withEffect">
                                  <p:stCondLst>
                                    <p:cond delay="0"/>
                                  </p:stCondLst>
                                  <p:childTnLst>
                                    <p:set>
                                      <p:cBhvr>
                                        <p:cTn id="200" dur="1" fill="hold">
                                          <p:stCondLst>
                                            <p:cond delay="0"/>
                                          </p:stCondLst>
                                        </p:cTn>
                                        <p:tgtEl>
                                          <p:spTgt spid="6">
                                            <p:txEl>
                                              <p:pRg st="31" end="31"/>
                                            </p:txEl>
                                          </p:spTgt>
                                        </p:tgtEl>
                                        <p:attrNameLst>
                                          <p:attrName>style.visibility</p:attrName>
                                        </p:attrNameLst>
                                      </p:cBhvr>
                                      <p:to>
                                        <p:strVal val="visible"/>
                                      </p:to>
                                    </p:set>
                                    <p:animEffect transition="in" filter="fade">
                                      <p:cBhvr>
                                        <p:cTn id="201" dur="500"/>
                                        <p:tgtEl>
                                          <p:spTgt spid="6">
                                            <p:txEl>
                                              <p:pRg st="31" end="31"/>
                                            </p:txEl>
                                          </p:spTgt>
                                        </p:tgtEl>
                                      </p:cBhvr>
                                    </p:animEffect>
                                  </p:childTnLst>
                                </p:cTn>
                              </p:par>
                              <p:par>
                                <p:cTn id="202" presetID="10" presetClass="entr" presetSubtype="0" fill="hold" nodeType="withEffect">
                                  <p:stCondLst>
                                    <p:cond delay="0"/>
                                  </p:stCondLst>
                                  <p:childTnLst>
                                    <p:set>
                                      <p:cBhvr>
                                        <p:cTn id="203" dur="1" fill="hold">
                                          <p:stCondLst>
                                            <p:cond delay="0"/>
                                          </p:stCondLst>
                                        </p:cTn>
                                        <p:tgtEl>
                                          <p:spTgt spid="6">
                                            <p:txEl>
                                              <p:pRg st="32" end="32"/>
                                            </p:txEl>
                                          </p:spTgt>
                                        </p:tgtEl>
                                        <p:attrNameLst>
                                          <p:attrName>style.visibility</p:attrName>
                                        </p:attrNameLst>
                                      </p:cBhvr>
                                      <p:to>
                                        <p:strVal val="visible"/>
                                      </p:to>
                                    </p:set>
                                    <p:animEffect transition="in" filter="fade">
                                      <p:cBhvr>
                                        <p:cTn id="204" dur="500"/>
                                        <p:tgtEl>
                                          <p:spTgt spid="6">
                                            <p:txEl>
                                              <p:pRg st="32" end="32"/>
                                            </p:txEl>
                                          </p:spTgt>
                                        </p:tgtEl>
                                      </p:cBhvr>
                                    </p:animEffect>
                                  </p:childTnLst>
                                </p:cTn>
                              </p:par>
                              <p:par>
                                <p:cTn id="205" presetID="10" presetClass="entr" presetSubtype="0" fill="hold" nodeType="withEffect">
                                  <p:stCondLst>
                                    <p:cond delay="0"/>
                                  </p:stCondLst>
                                  <p:childTnLst>
                                    <p:set>
                                      <p:cBhvr>
                                        <p:cTn id="206" dur="1" fill="hold">
                                          <p:stCondLst>
                                            <p:cond delay="0"/>
                                          </p:stCondLst>
                                        </p:cTn>
                                        <p:tgtEl>
                                          <p:spTgt spid="6">
                                            <p:txEl>
                                              <p:pRg st="33" end="33"/>
                                            </p:txEl>
                                          </p:spTgt>
                                        </p:tgtEl>
                                        <p:attrNameLst>
                                          <p:attrName>style.visibility</p:attrName>
                                        </p:attrNameLst>
                                      </p:cBhvr>
                                      <p:to>
                                        <p:strVal val="visible"/>
                                      </p:to>
                                    </p:set>
                                    <p:animEffect transition="in" filter="fade">
                                      <p:cBhvr>
                                        <p:cTn id="207" dur="500"/>
                                        <p:tgtEl>
                                          <p:spTgt spid="6">
                                            <p:txEl>
                                              <p:pRg st="33" end="3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181883"/>
            <a:ext cx="10314432" cy="702605"/>
          </a:xfrm>
        </p:spPr>
        <p:txBody>
          <a:bodyPr/>
          <a:lstStyle/>
          <a:p>
            <a:r>
              <a:rPr lang="en-US" dirty="0"/>
              <a:t>Protocol Implementation</a:t>
            </a:r>
          </a:p>
        </p:txBody>
      </p:sp>
      <p:sp>
        <p:nvSpPr>
          <p:cNvPr id="14" name="Content Placeholder 13">
            <a:extLst>
              <a:ext uri="{FF2B5EF4-FFF2-40B4-BE49-F238E27FC236}">
                <a16:creationId xmlns:a16="http://schemas.microsoft.com/office/drawing/2014/main" id="{D9823F14-7FF7-8E82-6E8B-04892ED6C2C1}"/>
              </a:ext>
            </a:extLst>
          </p:cNvPr>
          <p:cNvSpPr>
            <a:spLocks noGrp="1"/>
          </p:cNvSpPr>
          <p:nvPr>
            <p:ph idx="1"/>
          </p:nvPr>
        </p:nvSpPr>
        <p:spPr>
          <a:xfrm>
            <a:off x="545056" y="2214119"/>
            <a:ext cx="9912234" cy="4549457"/>
          </a:xfrm>
        </p:spPr>
        <p:txBody>
          <a:bodyPr/>
          <a:lstStyle/>
          <a:p>
            <a:endParaRPr lang="en-US"/>
          </a:p>
        </p:txBody>
      </p:sp>
      <p:sp>
        <p:nvSpPr>
          <p:cNvPr id="3" name="Slide Number Placeholder 2">
            <a:extLst>
              <a:ext uri="{FF2B5EF4-FFF2-40B4-BE49-F238E27FC236}">
                <a16:creationId xmlns:a16="http://schemas.microsoft.com/office/drawing/2014/main" id="{F75DBED9-E6D3-F5FE-D411-CFF751AEA8C4}"/>
              </a:ext>
            </a:extLst>
          </p:cNvPr>
          <p:cNvSpPr>
            <a:spLocks noGrp="1"/>
          </p:cNvSpPr>
          <p:nvPr>
            <p:ph type="sldNum" sz="quarter" idx="12"/>
          </p:nvPr>
        </p:nvSpPr>
        <p:spPr/>
        <p:txBody>
          <a:bodyPr>
            <a:normAutofit/>
          </a:bodyPr>
          <a:lstStyle/>
          <a:p>
            <a:fld id="{2951E007-95BD-4179-9F64-0AC30A6B97F9}" type="slidenum">
              <a:rPr lang="en-US" smtClean="0"/>
              <a:pPr/>
              <a:t>27</a:t>
            </a:fld>
            <a:endParaRPr lang="en-US"/>
          </a:p>
        </p:txBody>
      </p:sp>
      <p:sp>
        <p:nvSpPr>
          <p:cNvPr id="4" name="TextBox 3"/>
          <p:cNvSpPr txBox="1"/>
          <p:nvPr/>
        </p:nvSpPr>
        <p:spPr>
          <a:xfrm>
            <a:off x="4633600" y="1605470"/>
            <a:ext cx="6659240" cy="4896447"/>
          </a:xfrm>
          <a:prstGeom prst="rect">
            <a:avLst/>
          </a:prstGeom>
          <a:solidFill>
            <a:schemeClr val="accent6">
              <a:lumMod val="20000"/>
              <a:lumOff val="80000"/>
            </a:schemeClr>
          </a:solidFill>
          <a:ln>
            <a:solidFill>
              <a:schemeClr val="accent1"/>
            </a:solidFill>
          </a:ln>
        </p:spPr>
        <p:txBody>
          <a:bodyPr wrap="square" lIns="36000" tIns="0" rIns="0" bIns="0" rtlCol="1">
            <a:noAutofit/>
          </a:bodyPr>
          <a:lstStyle/>
          <a:p>
            <a:r>
              <a:rPr lang="en-US" dirty="0">
                <a:solidFill>
                  <a:srgbClr val="0000FF"/>
                </a:solidFill>
                <a:latin typeface="Calibri" panose="020F0502020204030204" pitchFamily="34" charset="0"/>
                <a:ea typeface="Calibri" panose="020F0502020204030204" pitchFamily="34" charset="0"/>
                <a:cs typeface="Calibri" panose="020F0502020204030204" pitchFamily="34" charset="0"/>
              </a:rPr>
              <a:t>class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solidFill>
                  <a:srgbClr val="2B91AF"/>
                </a:solidFill>
                <a:latin typeface="Calibri" panose="020F0502020204030204" pitchFamily="34" charset="0"/>
                <a:ea typeface="Calibri" panose="020F0502020204030204" pitchFamily="34" charset="0"/>
                <a:cs typeface="Calibri" panose="020F0502020204030204" pitchFamily="34" charset="0"/>
              </a:rPr>
              <a:t>EchoServer</a:t>
            </a:r>
            <a:r>
              <a:rPr lang="en-US" dirty="0">
                <a:latin typeface="Calibri" panose="020F0502020204030204" pitchFamily="34" charset="0"/>
                <a:ea typeface="Calibri" panose="020F0502020204030204" pitchFamily="34" charset="0"/>
                <a:cs typeface="Calibri" panose="020F0502020204030204" pitchFamily="34" charset="0"/>
              </a:rPr>
              <a:t> {</a:t>
            </a:r>
          </a:p>
          <a:p>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0000FF"/>
                </a:solidFill>
                <a:latin typeface="Calibri" panose="020F0502020204030204" pitchFamily="34" charset="0"/>
                <a:ea typeface="Calibri" panose="020F0502020204030204" pitchFamily="34" charset="0"/>
                <a:cs typeface="Calibri" panose="020F0502020204030204" pitchFamily="34" charset="0"/>
              </a:rPr>
              <a:t>private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solidFill>
                  <a:srgbClr val="2B91AF"/>
                </a:solidFill>
                <a:latin typeface="Calibri" panose="020F0502020204030204" pitchFamily="34" charset="0"/>
                <a:ea typeface="Calibri" panose="020F0502020204030204" pitchFamily="34" charset="0"/>
                <a:cs typeface="Calibri" panose="020F0502020204030204" pitchFamily="34" charset="0"/>
              </a:rPr>
              <a:t>BufferedReader</a:t>
            </a:r>
            <a:r>
              <a:rPr lang="en-US" dirty="0">
                <a:latin typeface="Calibri" panose="020F0502020204030204" pitchFamily="34" charset="0"/>
                <a:ea typeface="Calibri" panose="020F0502020204030204" pitchFamily="34" charset="0"/>
                <a:cs typeface="Calibri" panose="020F0502020204030204" pitchFamily="34" charset="0"/>
              </a:rPr>
              <a:t> in;</a:t>
            </a:r>
          </a:p>
          <a:p>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0000FF"/>
                </a:solidFill>
                <a:latin typeface="Calibri" panose="020F0502020204030204" pitchFamily="34" charset="0"/>
                <a:ea typeface="Calibri" panose="020F0502020204030204" pitchFamily="34" charset="0"/>
                <a:cs typeface="Calibri" panose="020F0502020204030204" pitchFamily="34" charset="0"/>
              </a:rPr>
              <a:t>private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solidFill>
                  <a:srgbClr val="2B91AF"/>
                </a:solidFill>
                <a:latin typeface="Calibri" panose="020F0502020204030204" pitchFamily="34" charset="0"/>
                <a:ea typeface="Calibri" panose="020F0502020204030204" pitchFamily="34" charset="0"/>
                <a:cs typeface="Calibri" panose="020F0502020204030204" pitchFamily="34" charset="0"/>
              </a:rPr>
              <a:t>PrintWriter</a:t>
            </a:r>
            <a:r>
              <a:rPr lang="en-US" dirty="0">
                <a:latin typeface="Calibri" panose="020F0502020204030204" pitchFamily="34" charset="0"/>
                <a:ea typeface="Calibri" panose="020F0502020204030204" pitchFamily="34" charset="0"/>
                <a:cs typeface="Calibri" panose="020F0502020204030204" pitchFamily="34" charset="0"/>
              </a:rPr>
              <a:t> out;</a:t>
            </a:r>
          </a:p>
          <a:p>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solidFill>
                  <a:srgbClr val="2B91AF"/>
                </a:solidFill>
                <a:latin typeface="Calibri" panose="020F0502020204030204" pitchFamily="34" charset="0"/>
                <a:ea typeface="Calibri" panose="020F0502020204030204" pitchFamily="34" charset="0"/>
                <a:cs typeface="Calibri" panose="020F0502020204030204" pitchFamily="34" charset="0"/>
              </a:rPr>
              <a:t>ServerSocket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echoServerSocket</a:t>
            </a:r>
            <a:r>
              <a:rPr lang="en-US" dirty="0">
                <a:latin typeface="Calibri" panose="020F0502020204030204" pitchFamily="34" charset="0"/>
                <a:ea typeface="Calibri" panose="020F0502020204030204" pitchFamily="34" charset="0"/>
                <a:cs typeface="Calibri" panose="020F0502020204030204" pitchFamily="34" charset="0"/>
              </a:rPr>
              <a:t>;</a:t>
            </a:r>
          </a:p>
          <a:p>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2B91AF"/>
                </a:solidFill>
                <a:latin typeface="Calibri" panose="020F0502020204030204" pitchFamily="34" charset="0"/>
                <a:ea typeface="Calibri" panose="020F0502020204030204" pitchFamily="34" charset="0"/>
                <a:cs typeface="Calibri" panose="020F0502020204030204" pitchFamily="34" charset="0"/>
              </a:rPr>
              <a:t>Socket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clientSocket</a:t>
            </a:r>
            <a:r>
              <a:rPr lang="en-US" dirty="0">
                <a:latin typeface="Calibri" panose="020F0502020204030204" pitchFamily="34" charset="0"/>
                <a:ea typeface="Calibri" panose="020F0502020204030204" pitchFamily="34" charset="0"/>
                <a:cs typeface="Calibri" panose="020F0502020204030204" pitchFamily="34" charset="0"/>
              </a:rPr>
              <a:t>;</a:t>
            </a:r>
          </a:p>
          <a:p>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2B91AF"/>
                </a:solidFill>
                <a:latin typeface="Calibri" panose="020F0502020204030204" pitchFamily="34" charset="0"/>
                <a:ea typeface="Calibri" panose="020F0502020204030204" pitchFamily="34" charset="0"/>
                <a:cs typeface="Calibri" panose="020F0502020204030204" pitchFamily="34" charset="0"/>
              </a:rPr>
              <a:t>int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listenPort</a:t>
            </a:r>
            <a:r>
              <a:rPr lang="en-US" dirty="0">
                <a:latin typeface="Calibri" panose="020F0502020204030204" pitchFamily="34" charset="0"/>
                <a:ea typeface="Calibri" panose="020F0502020204030204" pitchFamily="34" charset="0"/>
                <a:cs typeface="Calibri" panose="020F0502020204030204" pitchFamily="34" charset="0"/>
              </a:rPr>
              <a:t>;</a:t>
            </a:r>
          </a:p>
          <a:p>
            <a:r>
              <a:rPr lang="en-US" dirty="0">
                <a:latin typeface="Calibri" panose="020F0502020204030204" pitchFamily="34" charset="0"/>
                <a:ea typeface="Calibri" panose="020F0502020204030204" pitchFamily="34" charset="0"/>
                <a:cs typeface="Calibri" panose="020F0502020204030204" pitchFamily="34" charset="0"/>
              </a:rPr>
              <a:t>    </a:t>
            </a:r>
            <a:r>
              <a:rPr lang="en-US" b="1" dirty="0" err="1">
                <a:solidFill>
                  <a:srgbClr val="2B91AF"/>
                </a:solidFill>
                <a:latin typeface="Calibri" panose="020F0502020204030204" pitchFamily="34" charset="0"/>
                <a:ea typeface="Calibri" panose="020F0502020204030204" pitchFamily="34" charset="0"/>
                <a:cs typeface="Calibri" panose="020F0502020204030204" pitchFamily="34" charset="0"/>
              </a:rPr>
              <a:t>ServerProtocol</a:t>
            </a:r>
            <a:r>
              <a:rPr lang="en-US" b="1" dirty="0">
                <a:latin typeface="Calibri" panose="020F0502020204030204" pitchFamily="34" charset="0"/>
                <a:ea typeface="Calibri" panose="020F0502020204030204" pitchFamily="34" charset="0"/>
                <a:cs typeface="Calibri" panose="020F0502020204030204" pitchFamily="34" charset="0"/>
              </a:rPr>
              <a:t> protocol;</a:t>
            </a:r>
          </a:p>
          <a:p>
            <a:r>
              <a:rPr lang="en-US" sz="1400" dirty="0">
                <a:solidFill>
                  <a:srgbClr val="000000"/>
                </a:solidFill>
                <a:latin typeface="Calibri" panose="020F0502020204030204" pitchFamily="34" charset="0"/>
                <a:ea typeface="Calibri"/>
                <a:cs typeface="Calibri" panose="020F0502020204030204" pitchFamily="34" charset="0"/>
              </a:rPr>
              <a:t>   …</a:t>
            </a:r>
          </a:p>
          <a:p>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0000FF"/>
                </a:solidFill>
                <a:latin typeface="Calibri" panose="020F0502020204030204" pitchFamily="34" charset="0"/>
                <a:ea typeface="Calibri" panose="020F0502020204030204" pitchFamily="34" charset="0"/>
                <a:cs typeface="Calibri" panose="020F0502020204030204" pitchFamily="34" charset="0"/>
              </a:rPr>
              <a:t>public</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0000FF"/>
                </a:solidFill>
                <a:latin typeface="Calibri" panose="020F0502020204030204" pitchFamily="34" charset="0"/>
                <a:ea typeface="Calibri" panose="020F0502020204030204" pitchFamily="34" charset="0"/>
                <a:cs typeface="Calibri" panose="020F0502020204030204" pitchFamily="34" charset="0"/>
              </a:rPr>
              <a:t>static</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2B91AF"/>
                </a:solidFill>
                <a:latin typeface="Calibri" panose="020F0502020204030204" pitchFamily="34" charset="0"/>
                <a:ea typeface="Calibri" panose="020F0502020204030204" pitchFamily="34" charset="0"/>
                <a:cs typeface="Calibri" panose="020F0502020204030204" pitchFamily="34" charset="0"/>
              </a:rPr>
              <a:t>void</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74531F"/>
                </a:solidFill>
                <a:latin typeface="Calibri" panose="020F0502020204030204" pitchFamily="34" charset="0"/>
                <a:ea typeface="Calibri" panose="020F0502020204030204" pitchFamily="34" charset="0"/>
                <a:cs typeface="Calibri" panose="020F0502020204030204" pitchFamily="34" charset="0"/>
              </a:rPr>
              <a:t>main</a:t>
            </a:r>
            <a:r>
              <a:rPr lang="en-US" dirty="0">
                <a:latin typeface="Calibri" panose="020F0502020204030204" pitchFamily="34" charset="0"/>
                <a:ea typeface="Calibri" panose="020F0502020204030204" pitchFamily="34" charset="0"/>
                <a:cs typeface="Calibri" panose="020F0502020204030204" pitchFamily="34" charset="0"/>
              </a:rPr>
              <a:t>(</a:t>
            </a:r>
            <a:r>
              <a:rPr lang="en-US" dirty="0">
                <a:solidFill>
                  <a:srgbClr val="2B91AF"/>
                </a:solidFill>
                <a:latin typeface="Calibri" panose="020F0502020204030204" pitchFamily="34" charset="0"/>
                <a:ea typeface="Calibri" panose="020F0502020204030204" pitchFamily="34" charset="0"/>
                <a:cs typeface="Calibri" panose="020F0502020204030204" pitchFamily="34" charset="0"/>
              </a:rPr>
              <a:t>String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solidFill>
                  <a:srgbClr val="808080"/>
                </a:solidFill>
                <a:latin typeface="Calibri" panose="020F0502020204030204" pitchFamily="34" charset="0"/>
                <a:ea typeface="Calibri" panose="020F0502020204030204" pitchFamily="34" charset="0"/>
                <a:cs typeface="Calibri" panose="020F0502020204030204" pitchFamily="34" charset="0"/>
              </a:rPr>
              <a:t>args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0000FF"/>
                </a:solidFill>
                <a:latin typeface="Calibri" panose="020F0502020204030204" pitchFamily="34" charset="0"/>
                <a:ea typeface="Calibri" panose="020F0502020204030204" pitchFamily="34" charset="0"/>
                <a:cs typeface="Calibri" panose="020F0502020204030204" pitchFamily="34" charset="0"/>
              </a:rPr>
              <a:t>throws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solidFill>
                  <a:srgbClr val="2B91AF"/>
                </a:solidFill>
                <a:latin typeface="Calibri" panose="020F0502020204030204" pitchFamily="34" charset="0"/>
                <a:ea typeface="Calibri" panose="020F0502020204030204" pitchFamily="34" charset="0"/>
                <a:cs typeface="Calibri" panose="020F0502020204030204" pitchFamily="34" charset="0"/>
              </a:rPr>
              <a:t>IOException</a:t>
            </a:r>
            <a:r>
              <a:rPr lang="en-US" dirty="0">
                <a:latin typeface="Calibri" panose="020F0502020204030204" pitchFamily="34" charset="0"/>
                <a:ea typeface="Calibri" panose="020F0502020204030204" pitchFamily="34" charset="0"/>
                <a:cs typeface="Calibri" panose="020F0502020204030204" pitchFamily="34" charset="0"/>
              </a:rPr>
              <a:t> {</a:t>
            </a:r>
          </a:p>
          <a:p>
            <a:r>
              <a:rPr lang="en-US" dirty="0">
                <a:latin typeface="Calibri" panose="020F0502020204030204" pitchFamily="34" charset="0"/>
                <a:ea typeface="Calibri"/>
                <a:cs typeface="Calibri" panose="020F0502020204030204" pitchFamily="34" charset="0"/>
              </a:rPr>
              <a:t>      …</a:t>
            </a:r>
            <a:br>
              <a:rPr lang="en-US" sz="1400" dirty="0">
                <a:solidFill>
                  <a:srgbClr val="000000"/>
                </a:solidFill>
                <a:latin typeface="Calibri" panose="020F0502020204030204" pitchFamily="34" charset="0"/>
                <a:ea typeface="Calibri"/>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8F08C4"/>
                </a:solidFill>
                <a:latin typeface="Calibri" panose="020F0502020204030204" pitchFamily="34" charset="0"/>
                <a:ea typeface="Calibri" panose="020F0502020204030204" pitchFamily="34" charset="0"/>
                <a:cs typeface="Calibri" panose="020F0502020204030204" pitchFamily="34" charset="0"/>
              </a:rPr>
              <a:t>while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1F377F"/>
                </a:solidFill>
                <a:latin typeface="Calibri" panose="020F0502020204030204" pitchFamily="34" charset="0"/>
                <a:ea typeface="Calibri" panose="020F0502020204030204" pitchFamily="34" charset="0"/>
                <a:cs typeface="Calibri" panose="020F0502020204030204" pitchFamily="34" charset="0"/>
              </a:rPr>
              <a:t>msg</a:t>
            </a:r>
            <a:r>
              <a:rPr lang="en-US" dirty="0">
                <a:latin typeface="Calibri" panose="020F0502020204030204" pitchFamily="34" charset="0"/>
                <a:ea typeface="Calibri" panose="020F0502020204030204" pitchFamily="34" charset="0"/>
                <a:cs typeface="Calibri" panose="020F0502020204030204" pitchFamily="34" charset="0"/>
              </a:rPr>
              <a:t> = </a:t>
            </a:r>
            <a:r>
              <a:rPr lang="en-US" dirty="0" err="1">
                <a:latin typeface="Calibri" panose="020F0502020204030204" pitchFamily="34" charset="0"/>
                <a:ea typeface="Calibri" panose="020F0502020204030204" pitchFamily="34" charset="0"/>
                <a:cs typeface="Calibri" panose="020F0502020204030204" pitchFamily="34" charset="0"/>
              </a:rPr>
              <a:t>in.</a:t>
            </a:r>
            <a:r>
              <a:rPr lang="en-US" dirty="0" err="1">
                <a:solidFill>
                  <a:srgbClr val="74531F"/>
                </a:solidFill>
                <a:latin typeface="Calibri" panose="020F0502020204030204" pitchFamily="34" charset="0"/>
                <a:ea typeface="Calibri" panose="020F0502020204030204" pitchFamily="34" charset="0"/>
                <a:cs typeface="Calibri" panose="020F0502020204030204" pitchFamily="34" charset="0"/>
              </a:rPr>
              <a:t>readLine</a:t>
            </a:r>
            <a:r>
              <a:rPr lang="en-US" dirty="0">
                <a:latin typeface="Calibri" panose="020F0502020204030204" pitchFamily="34" charset="0"/>
                <a:ea typeface="Calibri" panose="020F0502020204030204" pitchFamily="34" charset="0"/>
                <a:cs typeface="Calibri" panose="020F0502020204030204" pitchFamily="34" charset="0"/>
              </a:rPr>
              <a:t>()) != </a:t>
            </a:r>
            <a:r>
              <a:rPr lang="en-US" dirty="0">
                <a:solidFill>
                  <a:srgbClr val="0000FF"/>
                </a:solidFill>
                <a:latin typeface="Calibri" panose="020F0502020204030204" pitchFamily="34" charset="0"/>
                <a:ea typeface="Calibri" panose="020F0502020204030204" pitchFamily="34" charset="0"/>
                <a:cs typeface="Calibri" panose="020F0502020204030204" pitchFamily="34" charset="0"/>
              </a:rPr>
              <a:t>null</a:t>
            </a:r>
            <a:r>
              <a:rPr lang="en-US" dirty="0">
                <a:latin typeface="Calibri" panose="020F0502020204030204" pitchFamily="34" charset="0"/>
                <a:ea typeface="Calibri" panose="020F0502020204030204" pitchFamily="34" charset="0"/>
                <a:cs typeface="Calibri" panose="020F0502020204030204" pitchFamily="34" charset="0"/>
              </a:rPr>
              <a:t>) {</a:t>
            </a:r>
          </a:p>
          <a:p>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2B91AF"/>
                </a:solidFill>
                <a:latin typeface="Calibri" panose="020F0502020204030204" pitchFamily="34" charset="0"/>
                <a:ea typeface="Calibri" panose="020F0502020204030204" pitchFamily="34" charset="0"/>
                <a:cs typeface="Calibri" panose="020F0502020204030204" pitchFamily="34" charset="0"/>
              </a:rPr>
              <a:t>String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1F377F"/>
                </a:solidFill>
                <a:latin typeface="Calibri" panose="020F0502020204030204" pitchFamily="34" charset="0"/>
                <a:ea typeface="Calibri" panose="020F0502020204030204" pitchFamily="34" charset="0"/>
                <a:cs typeface="Calibri" panose="020F0502020204030204" pitchFamily="34" charset="0"/>
              </a:rPr>
              <a:t>response</a:t>
            </a:r>
            <a:r>
              <a:rPr lang="en-US" dirty="0">
                <a:latin typeface="Calibri" panose="020F0502020204030204" pitchFamily="34" charset="0"/>
                <a:ea typeface="Calibri" panose="020F0502020204030204" pitchFamily="34" charset="0"/>
                <a:cs typeface="Calibri" panose="020F0502020204030204" pitchFamily="34" charset="0"/>
              </a:rPr>
              <a:t> = </a:t>
            </a:r>
            <a:r>
              <a:rPr lang="en-US" b="1" dirty="0" err="1">
                <a:latin typeface="Calibri" panose="020F0502020204030204" pitchFamily="34" charset="0"/>
                <a:ea typeface="Calibri" panose="020F0502020204030204" pitchFamily="34" charset="0"/>
                <a:cs typeface="Calibri" panose="020F0502020204030204" pitchFamily="34" charset="0"/>
              </a:rPr>
              <a:t>protocol.</a:t>
            </a:r>
            <a:r>
              <a:rPr lang="en-US" b="1" dirty="0" err="1">
                <a:solidFill>
                  <a:srgbClr val="74531F"/>
                </a:solidFill>
                <a:latin typeface="Calibri" panose="020F0502020204030204" pitchFamily="34" charset="0"/>
                <a:ea typeface="Calibri" panose="020F0502020204030204" pitchFamily="34" charset="0"/>
                <a:cs typeface="Calibri" panose="020F0502020204030204" pitchFamily="34" charset="0"/>
              </a:rPr>
              <a:t>processMessage</a:t>
            </a:r>
            <a:r>
              <a:rPr lang="en-US" b="1" dirty="0">
                <a:latin typeface="Calibri" panose="020F0502020204030204" pitchFamily="34" charset="0"/>
                <a:ea typeface="Calibri" panose="020F0502020204030204" pitchFamily="34" charset="0"/>
                <a:cs typeface="Calibri" panose="020F0502020204030204" pitchFamily="34" charset="0"/>
              </a:rPr>
              <a:t>(</a:t>
            </a:r>
            <a:r>
              <a:rPr lang="en-US" b="1" dirty="0">
                <a:solidFill>
                  <a:srgbClr val="1F377F"/>
                </a:solidFill>
                <a:latin typeface="Calibri" panose="020F0502020204030204" pitchFamily="34" charset="0"/>
                <a:ea typeface="Calibri" panose="020F0502020204030204" pitchFamily="34" charset="0"/>
                <a:cs typeface="Calibri" panose="020F0502020204030204" pitchFamily="34" charset="0"/>
              </a:rPr>
              <a:t>msg</a:t>
            </a:r>
            <a:r>
              <a:rPr lang="en-US" b="1" dirty="0">
                <a:latin typeface="Calibri" panose="020F0502020204030204" pitchFamily="34" charset="0"/>
                <a:ea typeface="Calibri" panose="020F0502020204030204" pitchFamily="34" charset="0"/>
                <a:cs typeface="Calibri" panose="020F0502020204030204" pitchFamily="34" charset="0"/>
              </a:rPr>
              <a:t>);</a:t>
            </a:r>
          </a:p>
          <a:p>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8F08C4"/>
                </a:solidFill>
                <a:latin typeface="Calibri" panose="020F0502020204030204" pitchFamily="34" charset="0"/>
                <a:ea typeface="Calibri" panose="020F0502020204030204" pitchFamily="34" charset="0"/>
                <a:cs typeface="Calibri" panose="020F0502020204030204" pitchFamily="34" charset="0"/>
              </a:rPr>
              <a:t>if</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1F377F"/>
                </a:solidFill>
                <a:latin typeface="Calibri" panose="020F0502020204030204" pitchFamily="34" charset="0"/>
                <a:ea typeface="Calibri" panose="020F0502020204030204" pitchFamily="34" charset="0"/>
                <a:cs typeface="Calibri" panose="020F0502020204030204" pitchFamily="34" charset="0"/>
              </a:rPr>
              <a:t>response</a:t>
            </a:r>
            <a:r>
              <a:rPr lang="en-US" dirty="0">
                <a:latin typeface="Calibri" panose="020F0502020204030204" pitchFamily="34" charset="0"/>
                <a:ea typeface="Calibri" panose="020F0502020204030204" pitchFamily="34" charset="0"/>
                <a:cs typeface="Calibri" panose="020F0502020204030204" pitchFamily="34" charset="0"/>
              </a:rPr>
              <a:t> != </a:t>
            </a:r>
            <a:r>
              <a:rPr lang="en-US" dirty="0">
                <a:solidFill>
                  <a:srgbClr val="0000FF"/>
                </a:solidFill>
                <a:latin typeface="Calibri" panose="020F0502020204030204" pitchFamily="34" charset="0"/>
                <a:ea typeface="Calibri" panose="020F0502020204030204" pitchFamily="34" charset="0"/>
                <a:cs typeface="Calibri" panose="020F0502020204030204" pitchFamily="34" charset="0"/>
              </a:rPr>
              <a:t>null</a:t>
            </a:r>
            <a:r>
              <a:rPr lang="en-US" dirty="0">
                <a:latin typeface="Calibri" panose="020F0502020204030204" pitchFamily="34" charset="0"/>
                <a:ea typeface="Calibri" panose="020F0502020204030204" pitchFamily="34" charset="0"/>
                <a:cs typeface="Calibri" panose="020F0502020204030204" pitchFamily="34" charset="0"/>
              </a:rPr>
              <a:t>) </a:t>
            </a:r>
          </a:p>
          <a:p>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out.</a:t>
            </a:r>
            <a:r>
              <a:rPr lang="en-US" dirty="0" err="1">
                <a:solidFill>
                  <a:srgbClr val="74531F"/>
                </a:solidFill>
                <a:latin typeface="Calibri" panose="020F0502020204030204" pitchFamily="34" charset="0"/>
                <a:ea typeface="Calibri" panose="020F0502020204030204" pitchFamily="34" charset="0"/>
                <a:cs typeface="Calibri" panose="020F0502020204030204" pitchFamily="34" charset="0"/>
              </a:rPr>
              <a:t>println</a:t>
            </a:r>
            <a:r>
              <a:rPr lang="en-US" dirty="0">
                <a:latin typeface="Calibri" panose="020F0502020204030204" pitchFamily="34" charset="0"/>
                <a:ea typeface="Calibri" panose="020F0502020204030204" pitchFamily="34" charset="0"/>
                <a:cs typeface="Calibri" panose="020F0502020204030204" pitchFamily="34" charset="0"/>
              </a:rPr>
              <a:t>(</a:t>
            </a:r>
            <a:r>
              <a:rPr lang="en-US" dirty="0">
                <a:solidFill>
                  <a:srgbClr val="1F377F"/>
                </a:solidFill>
                <a:latin typeface="Calibri" panose="020F0502020204030204" pitchFamily="34" charset="0"/>
                <a:ea typeface="Calibri" panose="020F0502020204030204" pitchFamily="34" charset="0"/>
                <a:cs typeface="Calibri" panose="020F0502020204030204" pitchFamily="34" charset="0"/>
              </a:rPr>
              <a:t>response</a:t>
            </a:r>
            <a:r>
              <a:rPr lang="en-US" dirty="0">
                <a:latin typeface="Calibri" panose="020F0502020204030204" pitchFamily="34" charset="0"/>
                <a:ea typeface="Calibri" panose="020F0502020204030204" pitchFamily="34" charset="0"/>
                <a:cs typeface="Calibri" panose="020F0502020204030204" pitchFamily="34" charset="0"/>
              </a:rPr>
              <a:t>);</a:t>
            </a:r>
          </a:p>
          <a:p>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8F08C4"/>
                </a:solidFill>
                <a:latin typeface="Calibri" panose="020F0502020204030204" pitchFamily="34" charset="0"/>
                <a:ea typeface="Calibri" panose="020F0502020204030204" pitchFamily="34" charset="0"/>
                <a:cs typeface="Calibri" panose="020F0502020204030204" pitchFamily="34" charset="0"/>
              </a:rPr>
              <a:t>if</a:t>
            </a:r>
            <a:r>
              <a:rPr lang="en-US"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protocol.</a:t>
            </a:r>
            <a:r>
              <a:rPr lang="en-US" b="1" dirty="0" err="1">
                <a:solidFill>
                  <a:srgbClr val="74531F"/>
                </a:solidFill>
                <a:latin typeface="Calibri" panose="020F0502020204030204" pitchFamily="34" charset="0"/>
                <a:ea typeface="Calibri" panose="020F0502020204030204" pitchFamily="34" charset="0"/>
                <a:cs typeface="Calibri" panose="020F0502020204030204" pitchFamily="34" charset="0"/>
              </a:rPr>
              <a:t>isEnd</a:t>
            </a:r>
            <a:r>
              <a:rPr lang="en-US" b="1" dirty="0">
                <a:latin typeface="Calibri" panose="020F0502020204030204" pitchFamily="34" charset="0"/>
                <a:ea typeface="Calibri" panose="020F0502020204030204" pitchFamily="34" charset="0"/>
                <a:cs typeface="Calibri" panose="020F0502020204030204" pitchFamily="34" charset="0"/>
              </a:rPr>
              <a:t>(</a:t>
            </a:r>
            <a:r>
              <a:rPr lang="en-US" b="1" dirty="0">
                <a:solidFill>
                  <a:srgbClr val="1F377F"/>
                </a:solidFill>
                <a:latin typeface="Calibri" panose="020F0502020204030204" pitchFamily="34" charset="0"/>
                <a:ea typeface="Calibri" panose="020F0502020204030204" pitchFamily="34" charset="0"/>
                <a:cs typeface="Calibri" panose="020F0502020204030204" pitchFamily="34" charset="0"/>
              </a:rPr>
              <a:t>msg</a:t>
            </a:r>
            <a:r>
              <a:rPr lang="en-US" b="1" dirty="0">
                <a:latin typeface="Calibri" panose="020F0502020204030204" pitchFamily="34" charset="0"/>
                <a:ea typeface="Calibri" panose="020F0502020204030204" pitchFamily="34" charset="0"/>
                <a:cs typeface="Calibri" panose="020F0502020204030204" pitchFamily="34" charset="0"/>
              </a:rPr>
              <a:t>)</a:t>
            </a:r>
            <a:r>
              <a:rPr lang="en-US" dirty="0">
                <a:latin typeface="Calibri" panose="020F0502020204030204" pitchFamily="34" charset="0"/>
                <a:ea typeface="Calibri" panose="020F0502020204030204" pitchFamily="34" charset="0"/>
                <a:cs typeface="Calibri" panose="020F0502020204030204" pitchFamily="34" charset="0"/>
              </a:rPr>
              <a:t>)</a:t>
            </a:r>
          </a:p>
          <a:p>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8F08C4"/>
                </a:solidFill>
                <a:latin typeface="Calibri" panose="020F0502020204030204" pitchFamily="34" charset="0"/>
                <a:ea typeface="Calibri" panose="020F0502020204030204" pitchFamily="34" charset="0"/>
                <a:cs typeface="Calibri" panose="020F0502020204030204" pitchFamily="34" charset="0"/>
              </a:rPr>
              <a:t>break</a:t>
            </a:r>
            <a:r>
              <a:rPr lang="en-US" dirty="0">
                <a:latin typeface="Calibri" panose="020F0502020204030204" pitchFamily="34" charset="0"/>
                <a:ea typeface="Calibri" panose="020F0502020204030204" pitchFamily="34" charset="0"/>
                <a:cs typeface="Calibri" panose="020F0502020204030204" pitchFamily="34" charset="0"/>
              </a:rPr>
              <a:t>;</a:t>
            </a:r>
          </a:p>
          <a:p>
            <a:r>
              <a:rPr lang="en-US" dirty="0">
                <a:latin typeface="Calibri" panose="020F0502020204030204" pitchFamily="34" charset="0"/>
                <a:ea typeface="Calibri" panose="020F0502020204030204" pitchFamily="34" charset="0"/>
                <a:cs typeface="Calibri" panose="020F0502020204030204" pitchFamily="34" charset="0"/>
              </a:rPr>
              <a: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dirty="0">
                <a:solidFill>
                  <a:srgbClr val="000000"/>
                </a:solidFill>
                <a:latin typeface="Calibri" panose="020F0502020204030204" pitchFamily="34" charset="0"/>
                <a:ea typeface="Calibri"/>
                <a:cs typeface="Calibri" panose="020F0502020204030204" pitchFamily="34" charset="0"/>
              </a:rPr>
              <a:t>       …</a:t>
            </a:r>
            <a:br>
              <a:rPr lang="en-US" sz="1400" dirty="0">
                <a:solidFill>
                  <a:srgbClr val="000000"/>
                </a:solidFill>
                <a:latin typeface="Calibri" panose="020F0502020204030204" pitchFamily="34" charset="0"/>
                <a:ea typeface="Calibri"/>
                <a:cs typeface="Calibri" panose="020F0502020204030204" pitchFamily="34" charset="0"/>
              </a:rPr>
            </a:br>
            <a:endParaRPr lang="en-US" sz="1400" dirty="0">
              <a:latin typeface="Calibri" panose="020F0502020204030204" pitchFamily="34" charset="0"/>
              <a:ea typeface="Calibri"/>
              <a:cs typeface="Calibri" panose="020F0502020204030204" pitchFamily="34" charset="0"/>
            </a:endParaRPr>
          </a:p>
        </p:txBody>
      </p:sp>
      <p:sp>
        <p:nvSpPr>
          <p:cNvPr id="5" name="TextBox 4"/>
          <p:cNvSpPr txBox="1"/>
          <p:nvPr/>
        </p:nvSpPr>
        <p:spPr>
          <a:xfrm>
            <a:off x="41504" y="2802508"/>
            <a:ext cx="4536000" cy="4055492"/>
          </a:xfrm>
          <a:prstGeom prst="rect">
            <a:avLst/>
          </a:prstGeom>
          <a:solidFill>
            <a:schemeClr val="accent6">
              <a:lumMod val="20000"/>
              <a:lumOff val="80000"/>
            </a:schemeClr>
          </a:solidFill>
          <a:ln>
            <a:solidFill>
              <a:schemeClr val="accent1"/>
            </a:solidFill>
          </a:ln>
        </p:spPr>
        <p:txBody>
          <a:bodyPr wrap="square" lIns="36000" tIns="0" rIns="0" bIns="0" rtlCol="1">
            <a:noAutofit/>
          </a:bodyPr>
          <a:lstStyle/>
          <a:p>
            <a:r>
              <a:rPr lang="en-US" sz="1100" dirty="0">
                <a:solidFill>
                  <a:srgbClr val="0000FF"/>
                </a:solidFill>
                <a:latin typeface="Calibri" panose="020F0502020204030204" pitchFamily="34" charset="0"/>
                <a:ea typeface="Calibri" panose="020F0502020204030204" pitchFamily="34" charset="0"/>
                <a:cs typeface="Calibri" panose="020F0502020204030204" pitchFamily="34" charset="0"/>
              </a:rPr>
              <a:t>public</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0000FF"/>
                </a:solidFill>
                <a:latin typeface="Calibri" panose="020F0502020204030204" pitchFamily="34" charset="0"/>
                <a:ea typeface="Calibri" panose="020F0502020204030204" pitchFamily="34" charset="0"/>
                <a:cs typeface="Calibri" panose="020F0502020204030204" pitchFamily="34" charset="0"/>
              </a:rPr>
              <a:t>class</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2B91AF"/>
                </a:solidFill>
                <a:latin typeface="Calibri" panose="020F0502020204030204" pitchFamily="34" charset="0"/>
                <a:ea typeface="Calibri" panose="020F0502020204030204" pitchFamily="34" charset="0"/>
                <a:cs typeface="Calibri" panose="020F0502020204030204" pitchFamily="34" charset="0"/>
              </a:rPr>
              <a:t>EchoProtocol</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0000FF"/>
                </a:solidFill>
                <a:latin typeface="Calibri" panose="020F0502020204030204" pitchFamily="34" charset="0"/>
                <a:ea typeface="Calibri" panose="020F0502020204030204" pitchFamily="34" charset="0"/>
                <a:cs typeface="Calibri" panose="020F0502020204030204" pitchFamily="34" charset="0"/>
              </a:rPr>
              <a:t>implements</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2B91AF"/>
                </a:solidFill>
                <a:latin typeface="Calibri" panose="020F0502020204030204" pitchFamily="34" charset="0"/>
                <a:ea typeface="Calibri" panose="020F0502020204030204" pitchFamily="34" charset="0"/>
                <a:cs typeface="Calibri" panose="020F0502020204030204" pitchFamily="34" charset="0"/>
              </a:rPr>
              <a:t>ServerProtocol</a:t>
            </a:r>
            <a:r>
              <a:rPr lang="en-US" sz="1100" dirty="0">
                <a:latin typeface="Calibri" panose="020F0502020204030204" pitchFamily="34" charset="0"/>
                <a:ea typeface="Calibri" panose="020F0502020204030204" pitchFamily="34" charset="0"/>
                <a:cs typeface="Calibri" panose="020F0502020204030204" pitchFamily="34" charset="0"/>
              </a:rPr>
              <a:t> {</a:t>
            </a:r>
          </a:p>
          <a:p>
            <a:br>
              <a:rPr lang="en-US" sz="1100"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0000FF"/>
                </a:solidFill>
                <a:latin typeface="Calibri" panose="020F0502020204030204" pitchFamily="34" charset="0"/>
                <a:ea typeface="Calibri" panose="020F0502020204030204" pitchFamily="34" charset="0"/>
                <a:cs typeface="Calibri" panose="020F0502020204030204" pitchFamily="34" charset="0"/>
              </a:rPr>
              <a:t>private</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2B91AF"/>
                </a:solidFill>
                <a:latin typeface="Calibri" panose="020F0502020204030204" pitchFamily="34" charset="0"/>
                <a:ea typeface="Calibri" panose="020F0502020204030204" pitchFamily="34" charset="0"/>
                <a:cs typeface="Calibri" panose="020F0502020204030204" pitchFamily="34" charset="0"/>
              </a:rPr>
              <a:t>int</a:t>
            </a:r>
            <a:r>
              <a:rPr lang="en-US" sz="1100" dirty="0">
                <a:latin typeface="Calibri" panose="020F0502020204030204" pitchFamily="34" charset="0"/>
                <a:ea typeface="Calibri" panose="020F0502020204030204" pitchFamily="34" charset="0"/>
                <a:cs typeface="Calibri" panose="020F0502020204030204" pitchFamily="34" charset="0"/>
              </a:rPr>
              <a:t> counter;</a:t>
            </a:r>
          </a:p>
          <a:p>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0000FF"/>
                </a:solidFill>
                <a:latin typeface="Calibri" panose="020F0502020204030204" pitchFamily="34" charset="0"/>
                <a:ea typeface="Calibri" panose="020F0502020204030204" pitchFamily="34" charset="0"/>
                <a:cs typeface="Calibri" panose="020F0502020204030204" pitchFamily="34" charset="0"/>
              </a:rPr>
              <a:t>public</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74531F"/>
                </a:solidFill>
                <a:latin typeface="Calibri" panose="020F0502020204030204" pitchFamily="34" charset="0"/>
                <a:ea typeface="Calibri" panose="020F0502020204030204" pitchFamily="34" charset="0"/>
                <a:cs typeface="Calibri" panose="020F0502020204030204" pitchFamily="34" charset="0"/>
              </a:rPr>
              <a:t>EchoProtocol</a:t>
            </a:r>
            <a:r>
              <a:rPr lang="en-US" sz="1100" dirty="0">
                <a:latin typeface="Calibri" panose="020F0502020204030204" pitchFamily="34" charset="0"/>
                <a:ea typeface="Calibri" panose="020F0502020204030204" pitchFamily="34" charset="0"/>
                <a:cs typeface="Calibri" panose="020F0502020204030204" pitchFamily="34" charset="0"/>
              </a:rPr>
              <a:t>() {</a:t>
            </a:r>
          </a:p>
          <a:p>
            <a:r>
              <a:rPr lang="en-US" sz="1100" dirty="0">
                <a:latin typeface="Calibri" panose="020F0502020204030204" pitchFamily="34" charset="0"/>
                <a:ea typeface="Calibri" panose="020F0502020204030204" pitchFamily="34" charset="0"/>
                <a:cs typeface="Calibri" panose="020F0502020204030204" pitchFamily="34" charset="0"/>
              </a:rPr>
              <a:t>        counter = </a:t>
            </a:r>
            <a:r>
              <a:rPr lang="en-US" sz="1100" dirty="0">
                <a:solidFill>
                  <a:srgbClr val="098658"/>
                </a:solidFill>
                <a:latin typeface="Calibri" panose="020F0502020204030204" pitchFamily="34" charset="0"/>
                <a:ea typeface="Calibri" panose="020F0502020204030204" pitchFamily="34" charset="0"/>
                <a:cs typeface="Calibri" panose="020F0502020204030204" pitchFamily="34" charset="0"/>
              </a:rPr>
              <a:t>0</a:t>
            </a:r>
            <a:r>
              <a:rPr lang="en-US" sz="1100" dirty="0">
                <a:latin typeface="Calibri" panose="020F0502020204030204" pitchFamily="34" charset="0"/>
                <a:ea typeface="Calibri" panose="020F0502020204030204" pitchFamily="34" charset="0"/>
                <a:cs typeface="Calibri" panose="020F0502020204030204" pitchFamily="34" charset="0"/>
              </a:rPr>
              <a:t>;</a:t>
            </a:r>
          </a:p>
          <a:p>
            <a:r>
              <a:rPr lang="en-US" sz="1100" dirty="0">
                <a:latin typeface="Calibri" panose="020F0502020204030204" pitchFamily="34" charset="0"/>
                <a:ea typeface="Calibri" panose="020F0502020204030204" pitchFamily="34" charset="0"/>
                <a:cs typeface="Calibri" panose="020F0502020204030204" pitchFamily="34" charset="0"/>
              </a:rPr>
              <a:t>    }</a:t>
            </a:r>
          </a:p>
          <a:p>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0000FF"/>
                </a:solidFill>
                <a:latin typeface="Calibri" panose="020F0502020204030204" pitchFamily="34" charset="0"/>
                <a:ea typeface="Calibri" panose="020F0502020204030204" pitchFamily="34" charset="0"/>
                <a:cs typeface="Calibri" panose="020F0502020204030204" pitchFamily="34" charset="0"/>
              </a:rPr>
              <a:t>public</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2B91AF"/>
                </a:solidFill>
                <a:latin typeface="Calibri" panose="020F0502020204030204" pitchFamily="34" charset="0"/>
                <a:ea typeface="Calibri" panose="020F0502020204030204" pitchFamily="34" charset="0"/>
                <a:cs typeface="Calibri" panose="020F0502020204030204" pitchFamily="34" charset="0"/>
              </a:rPr>
              <a:t>String</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74531F"/>
                </a:solidFill>
                <a:latin typeface="Calibri" panose="020F0502020204030204" pitchFamily="34" charset="0"/>
                <a:ea typeface="Calibri" panose="020F0502020204030204" pitchFamily="34" charset="0"/>
                <a:cs typeface="Calibri" panose="020F0502020204030204" pitchFamily="34" charset="0"/>
              </a:rPr>
              <a:t>processMessage</a:t>
            </a:r>
            <a:r>
              <a:rPr lang="en-US" sz="1100" dirty="0">
                <a:latin typeface="Calibri" panose="020F0502020204030204" pitchFamily="34" charset="0"/>
                <a:ea typeface="Calibri" panose="020F0502020204030204" pitchFamily="34" charset="0"/>
                <a:cs typeface="Calibri" panose="020F0502020204030204" pitchFamily="34" charset="0"/>
              </a:rPr>
              <a:t>(</a:t>
            </a:r>
            <a:r>
              <a:rPr lang="en-US" sz="1100" dirty="0">
                <a:solidFill>
                  <a:srgbClr val="2B91AF"/>
                </a:solidFill>
                <a:latin typeface="Calibri" panose="020F0502020204030204" pitchFamily="34" charset="0"/>
                <a:ea typeface="Calibri" panose="020F0502020204030204" pitchFamily="34" charset="0"/>
                <a:cs typeface="Calibri" panose="020F0502020204030204" pitchFamily="34" charset="0"/>
              </a:rPr>
              <a:t>String</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808080"/>
                </a:solidFill>
                <a:latin typeface="Calibri" panose="020F0502020204030204" pitchFamily="34" charset="0"/>
                <a:ea typeface="Calibri" panose="020F0502020204030204" pitchFamily="34" charset="0"/>
                <a:cs typeface="Calibri" panose="020F0502020204030204" pitchFamily="34" charset="0"/>
              </a:rPr>
              <a:t>msg</a:t>
            </a:r>
            <a:r>
              <a:rPr lang="en-US" sz="1100" dirty="0">
                <a:latin typeface="Calibri" panose="020F0502020204030204" pitchFamily="34" charset="0"/>
                <a:ea typeface="Calibri" panose="020F0502020204030204" pitchFamily="34" charset="0"/>
                <a:cs typeface="Calibri" panose="020F0502020204030204" pitchFamily="34" charset="0"/>
              </a:rPr>
              <a:t>) {</a:t>
            </a:r>
          </a:p>
          <a:p>
            <a:r>
              <a:rPr lang="en-US" sz="1100" dirty="0">
                <a:latin typeface="Calibri" panose="020F0502020204030204" pitchFamily="34" charset="0"/>
                <a:ea typeface="Calibri" panose="020F0502020204030204" pitchFamily="34" charset="0"/>
                <a:cs typeface="Calibri" panose="020F0502020204030204" pitchFamily="34" charset="0"/>
              </a:rPr>
              <a:t>        counter++;</a:t>
            </a:r>
          </a:p>
          <a:p>
            <a:br>
              <a:rPr lang="en-US" sz="1100"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2B91AF"/>
                </a:solidFill>
                <a:latin typeface="Calibri" panose="020F0502020204030204" pitchFamily="34" charset="0"/>
                <a:ea typeface="Calibri" panose="020F0502020204030204" pitchFamily="34" charset="0"/>
                <a:cs typeface="Calibri" panose="020F0502020204030204" pitchFamily="34" charset="0"/>
              </a:rPr>
              <a:t>System</a:t>
            </a:r>
            <a:r>
              <a:rPr lang="en-US" sz="1100" dirty="0" err="1">
                <a:latin typeface="Calibri" panose="020F0502020204030204" pitchFamily="34" charset="0"/>
                <a:ea typeface="Calibri" panose="020F0502020204030204" pitchFamily="34" charset="0"/>
                <a:cs typeface="Calibri" panose="020F0502020204030204" pitchFamily="34" charset="0"/>
              </a:rPr>
              <a:t>.out.</a:t>
            </a:r>
            <a:r>
              <a:rPr lang="en-US" sz="1100" dirty="0" err="1">
                <a:solidFill>
                  <a:srgbClr val="74531F"/>
                </a:solidFill>
                <a:latin typeface="Calibri" panose="020F0502020204030204" pitchFamily="34" charset="0"/>
                <a:ea typeface="Calibri" panose="020F0502020204030204" pitchFamily="34" charset="0"/>
                <a:cs typeface="Calibri" panose="020F0502020204030204" pitchFamily="34" charset="0"/>
              </a:rPr>
              <a:t>println</a:t>
            </a:r>
            <a:r>
              <a:rPr lang="en-US" sz="1100" dirty="0">
                <a:latin typeface="Calibri" panose="020F0502020204030204" pitchFamily="34" charset="0"/>
                <a:ea typeface="Calibri" panose="020F0502020204030204" pitchFamily="34" charset="0"/>
                <a:cs typeface="Calibri" panose="020F0502020204030204" pitchFamily="34" charset="0"/>
              </a:rPr>
              <a:t>(counter + </a:t>
            </a:r>
            <a:r>
              <a:rPr lang="en-US" sz="1100" dirty="0">
                <a:solidFill>
                  <a:srgbClr val="E21F1F"/>
                </a:solidFill>
                <a:latin typeface="Calibri" panose="020F0502020204030204" pitchFamily="34" charset="0"/>
                <a:ea typeface="Calibri" panose="020F0502020204030204" pitchFamily="34" charset="0"/>
                <a:cs typeface="Calibri" panose="020F0502020204030204" pitchFamily="34" charset="0"/>
              </a:rPr>
              <a:t>"</a:t>
            </a:r>
            <a:r>
              <a:rPr lang="en-US" sz="1100" dirty="0">
                <a:solidFill>
                  <a:srgbClr val="A31515"/>
                </a:solidFill>
                <a:latin typeface="Calibri" panose="020F0502020204030204" pitchFamily="34" charset="0"/>
                <a:ea typeface="Calibri" panose="020F0502020204030204" pitchFamily="34" charset="0"/>
                <a:cs typeface="Calibri" panose="020F0502020204030204" pitchFamily="34" charset="0"/>
              </a:rPr>
              <a:t>. Received </a:t>
            </a:r>
            <a:r>
              <a:rPr lang="en-US" sz="1100" dirty="0">
                <a:solidFill>
                  <a:srgbClr val="B776FB"/>
                </a:solidFill>
                <a:latin typeface="Calibri" panose="020F0502020204030204" pitchFamily="34" charset="0"/>
                <a:ea typeface="Calibri" panose="020F0502020204030204" pitchFamily="34" charset="0"/>
                <a:cs typeface="Calibri" panose="020F0502020204030204" pitchFamily="34" charset="0"/>
              </a:rPr>
              <a:t>\"</a:t>
            </a:r>
            <a:r>
              <a:rPr lang="en-US" sz="1100" dirty="0">
                <a:solidFill>
                  <a:srgbClr val="E21F1F"/>
                </a:solidFill>
                <a:latin typeface="Calibri" panose="020F0502020204030204" pitchFamily="34" charset="0"/>
                <a:ea typeface="Calibri" panose="020F0502020204030204" pitchFamily="34" charset="0"/>
                <a:cs typeface="Calibri" panose="020F0502020204030204" pitchFamily="34" charset="0"/>
              </a:rPr>
              <a:t>"</a:t>
            </a:r>
            <a:r>
              <a:rPr lang="en-US" sz="1100" dirty="0">
                <a:latin typeface="Calibri" panose="020F0502020204030204" pitchFamily="34" charset="0"/>
                <a:ea typeface="Calibri" panose="020F0502020204030204" pitchFamily="34" charset="0"/>
                <a:cs typeface="Calibri" panose="020F0502020204030204" pitchFamily="34" charset="0"/>
              </a:rPr>
              <a:t> + </a:t>
            </a:r>
            <a:r>
              <a:rPr lang="en-US" sz="1100" dirty="0">
                <a:solidFill>
                  <a:srgbClr val="808080"/>
                </a:solidFill>
                <a:latin typeface="Calibri" panose="020F0502020204030204" pitchFamily="34" charset="0"/>
                <a:ea typeface="Calibri" panose="020F0502020204030204" pitchFamily="34" charset="0"/>
                <a:cs typeface="Calibri" panose="020F0502020204030204" pitchFamily="34" charset="0"/>
              </a:rPr>
              <a:t>msg</a:t>
            </a:r>
            <a:r>
              <a:rPr lang="en-US" sz="1100" dirty="0">
                <a:latin typeface="Calibri" panose="020F0502020204030204" pitchFamily="34" charset="0"/>
                <a:ea typeface="Calibri" panose="020F0502020204030204" pitchFamily="34" charset="0"/>
                <a:cs typeface="Calibri" panose="020F0502020204030204" pitchFamily="34" charset="0"/>
              </a:rPr>
              <a:t> + </a:t>
            </a:r>
            <a:r>
              <a:rPr lang="en-US" sz="1100" dirty="0">
                <a:solidFill>
                  <a:srgbClr val="E21F1F"/>
                </a:solidFill>
                <a:latin typeface="Calibri" panose="020F0502020204030204" pitchFamily="34" charset="0"/>
                <a:ea typeface="Calibri" panose="020F0502020204030204" pitchFamily="34" charset="0"/>
                <a:cs typeface="Calibri" panose="020F0502020204030204" pitchFamily="34" charset="0"/>
              </a:rPr>
              <a:t>"</a:t>
            </a:r>
            <a:r>
              <a:rPr lang="en-US" sz="1100" dirty="0">
                <a:solidFill>
                  <a:srgbClr val="B776FB"/>
                </a:solidFill>
                <a:latin typeface="Calibri" panose="020F0502020204030204" pitchFamily="34" charset="0"/>
                <a:ea typeface="Calibri" panose="020F0502020204030204" pitchFamily="34" charset="0"/>
                <a:cs typeface="Calibri" panose="020F0502020204030204" pitchFamily="34" charset="0"/>
              </a:rPr>
              <a:t>\"</a:t>
            </a:r>
            <a:r>
              <a:rPr lang="en-US" sz="1100" dirty="0">
                <a:solidFill>
                  <a:srgbClr val="A31515"/>
                </a:solidFill>
                <a:latin typeface="Calibri" panose="020F0502020204030204" pitchFamily="34" charset="0"/>
                <a:ea typeface="Calibri" panose="020F0502020204030204" pitchFamily="34" charset="0"/>
                <a:cs typeface="Calibri" panose="020F0502020204030204" pitchFamily="34" charset="0"/>
              </a:rPr>
              <a:t> from client</a:t>
            </a:r>
            <a:r>
              <a:rPr lang="en-US" sz="1100" dirty="0">
                <a:solidFill>
                  <a:srgbClr val="E21F1F"/>
                </a:solidFill>
                <a:latin typeface="Calibri" panose="020F0502020204030204" pitchFamily="34" charset="0"/>
                <a:ea typeface="Calibri" panose="020F0502020204030204" pitchFamily="34" charset="0"/>
                <a:cs typeface="Calibri" panose="020F0502020204030204" pitchFamily="34" charset="0"/>
              </a:rPr>
              <a:t>"</a:t>
            </a:r>
            <a:r>
              <a:rPr lang="en-US" sz="1100" dirty="0">
                <a:latin typeface="Calibri" panose="020F0502020204030204" pitchFamily="34" charset="0"/>
                <a:ea typeface="Calibri" panose="020F0502020204030204" pitchFamily="34" charset="0"/>
                <a:cs typeface="Calibri" panose="020F0502020204030204" pitchFamily="34" charset="0"/>
              </a:rPr>
              <a:t>);</a:t>
            </a:r>
          </a:p>
          <a:p>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8F08C4"/>
                </a:solidFill>
                <a:latin typeface="Calibri" panose="020F0502020204030204" pitchFamily="34" charset="0"/>
                <a:ea typeface="Calibri" panose="020F0502020204030204" pitchFamily="34" charset="0"/>
                <a:cs typeface="Calibri" panose="020F0502020204030204" pitchFamily="34" charset="0"/>
              </a:rPr>
              <a:t>if</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74531F"/>
                </a:solidFill>
                <a:latin typeface="Calibri" panose="020F0502020204030204" pitchFamily="34" charset="0"/>
                <a:ea typeface="Calibri" panose="020F0502020204030204" pitchFamily="34" charset="0"/>
                <a:cs typeface="Calibri" panose="020F0502020204030204" pitchFamily="34" charset="0"/>
              </a:rPr>
              <a:t>isEnd</a:t>
            </a:r>
            <a:r>
              <a:rPr lang="en-US" sz="1100" dirty="0">
                <a:latin typeface="Calibri" panose="020F0502020204030204" pitchFamily="34" charset="0"/>
                <a:ea typeface="Calibri" panose="020F0502020204030204" pitchFamily="34" charset="0"/>
                <a:cs typeface="Calibri" panose="020F0502020204030204" pitchFamily="34" charset="0"/>
              </a:rPr>
              <a:t>(</a:t>
            </a:r>
            <a:r>
              <a:rPr lang="en-US" sz="1100" dirty="0">
                <a:solidFill>
                  <a:srgbClr val="808080"/>
                </a:solidFill>
                <a:latin typeface="Calibri" panose="020F0502020204030204" pitchFamily="34" charset="0"/>
                <a:ea typeface="Calibri" panose="020F0502020204030204" pitchFamily="34" charset="0"/>
                <a:cs typeface="Calibri" panose="020F0502020204030204" pitchFamily="34" charset="0"/>
              </a:rPr>
              <a:t>msg</a:t>
            </a:r>
            <a:r>
              <a:rPr lang="en-US" sz="1100" dirty="0">
                <a:latin typeface="Calibri" panose="020F0502020204030204" pitchFamily="34" charset="0"/>
                <a:ea typeface="Calibri" panose="020F0502020204030204" pitchFamily="34" charset="0"/>
                <a:cs typeface="Calibri" panose="020F0502020204030204" pitchFamily="34" charset="0"/>
              </a:rPr>
              <a:t>))</a:t>
            </a:r>
          </a:p>
          <a:p>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8F08C4"/>
                </a:solidFill>
                <a:latin typeface="Calibri" panose="020F0502020204030204" pitchFamily="34" charset="0"/>
                <a:ea typeface="Calibri" panose="020F0502020204030204" pitchFamily="34" charset="0"/>
                <a:cs typeface="Calibri" panose="020F0502020204030204" pitchFamily="34" charset="0"/>
              </a:rPr>
              <a:t>return</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8F08C4"/>
                </a:solidFill>
                <a:latin typeface="Calibri" panose="020F0502020204030204" pitchFamily="34" charset="0"/>
                <a:ea typeface="Calibri" panose="020F0502020204030204" pitchFamily="34" charset="0"/>
                <a:cs typeface="Calibri" panose="020F0502020204030204" pitchFamily="34" charset="0"/>
              </a:rPr>
              <a:t>new</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74531F"/>
                </a:solidFill>
                <a:latin typeface="Calibri" panose="020F0502020204030204" pitchFamily="34" charset="0"/>
                <a:ea typeface="Calibri" panose="020F0502020204030204" pitchFamily="34" charset="0"/>
                <a:cs typeface="Calibri" panose="020F0502020204030204" pitchFamily="34" charset="0"/>
              </a:rPr>
              <a:t>String</a:t>
            </a:r>
            <a:r>
              <a:rPr lang="en-US" sz="1100" dirty="0">
                <a:latin typeface="Calibri" panose="020F0502020204030204" pitchFamily="34" charset="0"/>
                <a:ea typeface="Calibri" panose="020F0502020204030204" pitchFamily="34" charset="0"/>
                <a:cs typeface="Calibri" panose="020F0502020204030204" pitchFamily="34" charset="0"/>
              </a:rPr>
              <a:t>(</a:t>
            </a:r>
            <a:r>
              <a:rPr lang="en-US" sz="1100" dirty="0">
                <a:solidFill>
                  <a:srgbClr val="E21F1F"/>
                </a:solidFill>
                <a:latin typeface="Calibri" panose="020F0502020204030204" pitchFamily="34" charset="0"/>
                <a:ea typeface="Calibri" panose="020F0502020204030204" pitchFamily="34" charset="0"/>
                <a:cs typeface="Calibri" panose="020F0502020204030204" pitchFamily="34" charset="0"/>
              </a:rPr>
              <a:t>"</a:t>
            </a:r>
            <a:r>
              <a:rPr lang="en-US" sz="1100" dirty="0">
                <a:solidFill>
                  <a:srgbClr val="A31515"/>
                </a:solidFill>
                <a:latin typeface="Calibri" panose="020F0502020204030204" pitchFamily="34" charset="0"/>
                <a:ea typeface="Calibri" panose="020F0502020204030204" pitchFamily="34" charset="0"/>
                <a:cs typeface="Calibri" panose="020F0502020204030204" pitchFamily="34" charset="0"/>
              </a:rPr>
              <a:t>Ok, bye bye...</a:t>
            </a:r>
            <a:r>
              <a:rPr lang="en-US" sz="1100" dirty="0">
                <a:solidFill>
                  <a:srgbClr val="E21F1F"/>
                </a:solidFill>
                <a:latin typeface="Calibri" panose="020F0502020204030204" pitchFamily="34" charset="0"/>
                <a:ea typeface="Calibri" panose="020F0502020204030204" pitchFamily="34" charset="0"/>
                <a:cs typeface="Calibri" panose="020F0502020204030204" pitchFamily="34" charset="0"/>
              </a:rPr>
              <a:t>"</a:t>
            </a:r>
            <a:r>
              <a:rPr lang="en-US" sz="1100" dirty="0">
                <a:latin typeface="Calibri" panose="020F0502020204030204" pitchFamily="34" charset="0"/>
                <a:ea typeface="Calibri" panose="020F0502020204030204" pitchFamily="34" charset="0"/>
                <a:cs typeface="Calibri" panose="020F0502020204030204" pitchFamily="34" charset="0"/>
              </a:rPr>
              <a:t>);</a:t>
            </a:r>
          </a:p>
          <a:p>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8F08C4"/>
                </a:solidFill>
                <a:latin typeface="Calibri" panose="020F0502020204030204" pitchFamily="34" charset="0"/>
                <a:ea typeface="Calibri" panose="020F0502020204030204" pitchFamily="34" charset="0"/>
                <a:cs typeface="Calibri" panose="020F0502020204030204" pitchFamily="34" charset="0"/>
              </a:rPr>
              <a:t>else</a:t>
            </a:r>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8F08C4"/>
                </a:solidFill>
                <a:latin typeface="Calibri" panose="020F0502020204030204" pitchFamily="34" charset="0"/>
                <a:ea typeface="Calibri" panose="020F0502020204030204" pitchFamily="34" charset="0"/>
                <a:cs typeface="Calibri" panose="020F0502020204030204" pitchFamily="34" charset="0"/>
              </a:rPr>
              <a:t>return</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808080"/>
                </a:solidFill>
                <a:latin typeface="Calibri" panose="020F0502020204030204" pitchFamily="34" charset="0"/>
                <a:ea typeface="Calibri" panose="020F0502020204030204" pitchFamily="34" charset="0"/>
                <a:cs typeface="Calibri" panose="020F0502020204030204" pitchFamily="34" charset="0"/>
              </a:rPr>
              <a:t>msg</a:t>
            </a:r>
            <a:r>
              <a:rPr lang="en-US" sz="1100" dirty="0">
                <a:latin typeface="Calibri" panose="020F0502020204030204" pitchFamily="34" charset="0"/>
                <a:ea typeface="Calibri" panose="020F0502020204030204" pitchFamily="34" charset="0"/>
                <a:cs typeface="Calibri" panose="020F0502020204030204" pitchFamily="34" charset="0"/>
              </a:rPr>
              <a:t>;</a:t>
            </a:r>
          </a:p>
          <a:p>
            <a:r>
              <a:rPr lang="en-US" sz="1100" dirty="0">
                <a:latin typeface="Calibri" panose="020F0502020204030204" pitchFamily="34" charset="0"/>
                <a:ea typeface="Calibri" panose="020F0502020204030204" pitchFamily="34" charset="0"/>
                <a:cs typeface="Calibri" panose="020F0502020204030204" pitchFamily="34" charset="0"/>
              </a:rPr>
              <a:t>    }</a:t>
            </a:r>
          </a:p>
          <a:p>
            <a:br>
              <a:rPr lang="en-US" sz="1100"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0000FF"/>
                </a:solidFill>
                <a:latin typeface="Calibri" panose="020F0502020204030204" pitchFamily="34" charset="0"/>
                <a:ea typeface="Calibri" panose="020F0502020204030204" pitchFamily="34" charset="0"/>
                <a:cs typeface="Calibri" panose="020F0502020204030204" pitchFamily="34" charset="0"/>
              </a:rPr>
              <a:t>public</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2B91AF"/>
                </a:solidFill>
                <a:latin typeface="Calibri" panose="020F0502020204030204" pitchFamily="34" charset="0"/>
                <a:ea typeface="Calibri" panose="020F0502020204030204" pitchFamily="34" charset="0"/>
                <a:cs typeface="Calibri" panose="020F0502020204030204" pitchFamily="34" charset="0"/>
              </a:rPr>
              <a:t>boolean</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74531F"/>
                </a:solidFill>
                <a:latin typeface="Calibri" panose="020F0502020204030204" pitchFamily="34" charset="0"/>
                <a:ea typeface="Calibri" panose="020F0502020204030204" pitchFamily="34" charset="0"/>
                <a:cs typeface="Calibri" panose="020F0502020204030204" pitchFamily="34" charset="0"/>
              </a:rPr>
              <a:t>isEnd</a:t>
            </a:r>
            <a:r>
              <a:rPr lang="en-US" sz="1100" dirty="0">
                <a:latin typeface="Calibri" panose="020F0502020204030204" pitchFamily="34" charset="0"/>
                <a:ea typeface="Calibri" panose="020F0502020204030204" pitchFamily="34" charset="0"/>
                <a:cs typeface="Calibri" panose="020F0502020204030204" pitchFamily="34" charset="0"/>
              </a:rPr>
              <a:t>(</a:t>
            </a:r>
            <a:r>
              <a:rPr lang="en-US" sz="1100" dirty="0">
                <a:solidFill>
                  <a:srgbClr val="2B91AF"/>
                </a:solidFill>
                <a:latin typeface="Calibri" panose="020F0502020204030204" pitchFamily="34" charset="0"/>
                <a:ea typeface="Calibri" panose="020F0502020204030204" pitchFamily="34" charset="0"/>
                <a:cs typeface="Calibri" panose="020F0502020204030204" pitchFamily="34" charset="0"/>
              </a:rPr>
              <a:t>String</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808080"/>
                </a:solidFill>
                <a:latin typeface="Calibri" panose="020F0502020204030204" pitchFamily="34" charset="0"/>
                <a:ea typeface="Calibri" panose="020F0502020204030204" pitchFamily="34" charset="0"/>
                <a:cs typeface="Calibri" panose="020F0502020204030204" pitchFamily="34" charset="0"/>
              </a:rPr>
              <a:t>msg</a:t>
            </a:r>
            <a:r>
              <a:rPr lang="en-US" sz="1100" dirty="0">
                <a:latin typeface="Calibri" panose="020F0502020204030204" pitchFamily="34" charset="0"/>
                <a:ea typeface="Calibri" panose="020F0502020204030204" pitchFamily="34" charset="0"/>
                <a:cs typeface="Calibri" panose="020F0502020204030204" pitchFamily="34" charset="0"/>
              </a:rPr>
              <a:t>) {</a:t>
            </a:r>
          </a:p>
          <a:p>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8F08C4"/>
                </a:solidFill>
                <a:latin typeface="Calibri" panose="020F0502020204030204" pitchFamily="34" charset="0"/>
                <a:ea typeface="Calibri" panose="020F0502020204030204" pitchFamily="34" charset="0"/>
                <a:cs typeface="Calibri" panose="020F0502020204030204" pitchFamily="34" charset="0"/>
              </a:rPr>
              <a:t>return</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808080"/>
                </a:solidFill>
                <a:latin typeface="Calibri" panose="020F0502020204030204" pitchFamily="34" charset="0"/>
                <a:ea typeface="Calibri" panose="020F0502020204030204" pitchFamily="34" charset="0"/>
                <a:cs typeface="Calibri" panose="020F0502020204030204" pitchFamily="34" charset="0"/>
              </a:rPr>
              <a:t>msg</a:t>
            </a:r>
            <a:r>
              <a:rPr lang="en-US" sz="1100" dirty="0" err="1">
                <a:latin typeface="Calibri" panose="020F0502020204030204" pitchFamily="34" charset="0"/>
                <a:ea typeface="Calibri" panose="020F0502020204030204" pitchFamily="34" charset="0"/>
                <a:cs typeface="Calibri" panose="020F0502020204030204" pitchFamily="34" charset="0"/>
              </a:rPr>
              <a:t>.</a:t>
            </a:r>
            <a:r>
              <a:rPr lang="en-US" sz="1100" dirty="0" err="1">
                <a:solidFill>
                  <a:srgbClr val="74531F"/>
                </a:solidFill>
                <a:latin typeface="Calibri" panose="020F0502020204030204" pitchFamily="34" charset="0"/>
                <a:ea typeface="Calibri" panose="020F0502020204030204" pitchFamily="34" charset="0"/>
                <a:cs typeface="Calibri" panose="020F0502020204030204" pitchFamily="34" charset="0"/>
              </a:rPr>
              <a:t>equals</a:t>
            </a:r>
            <a:r>
              <a:rPr lang="en-US" sz="1100" dirty="0">
                <a:latin typeface="Calibri" panose="020F0502020204030204" pitchFamily="34" charset="0"/>
                <a:ea typeface="Calibri" panose="020F0502020204030204" pitchFamily="34" charset="0"/>
                <a:cs typeface="Calibri" panose="020F0502020204030204" pitchFamily="34" charset="0"/>
              </a:rPr>
              <a:t>(</a:t>
            </a:r>
            <a:r>
              <a:rPr lang="en-US" sz="1100" dirty="0">
                <a:solidFill>
                  <a:srgbClr val="E21F1F"/>
                </a:solidFill>
                <a:latin typeface="Calibri" panose="020F0502020204030204" pitchFamily="34" charset="0"/>
                <a:ea typeface="Calibri" panose="020F0502020204030204" pitchFamily="34" charset="0"/>
                <a:cs typeface="Calibri" panose="020F0502020204030204" pitchFamily="34" charset="0"/>
              </a:rPr>
              <a:t>"</a:t>
            </a:r>
            <a:r>
              <a:rPr lang="en-US" sz="1100" dirty="0">
                <a:solidFill>
                  <a:srgbClr val="A31515"/>
                </a:solidFill>
                <a:latin typeface="Calibri" panose="020F0502020204030204" pitchFamily="34" charset="0"/>
                <a:ea typeface="Calibri" panose="020F0502020204030204" pitchFamily="34" charset="0"/>
                <a:cs typeface="Calibri" panose="020F0502020204030204" pitchFamily="34" charset="0"/>
              </a:rPr>
              <a:t>bye</a:t>
            </a:r>
            <a:r>
              <a:rPr lang="en-US" sz="1100" dirty="0">
                <a:solidFill>
                  <a:srgbClr val="E21F1F"/>
                </a:solidFill>
                <a:latin typeface="Calibri" panose="020F0502020204030204" pitchFamily="34" charset="0"/>
                <a:ea typeface="Calibri" panose="020F0502020204030204" pitchFamily="34" charset="0"/>
                <a:cs typeface="Calibri" panose="020F0502020204030204" pitchFamily="34" charset="0"/>
              </a:rPr>
              <a:t>"</a:t>
            </a:r>
            <a:r>
              <a:rPr lang="en-US" sz="1100" dirty="0">
                <a:latin typeface="Calibri" panose="020F0502020204030204" pitchFamily="34" charset="0"/>
                <a:ea typeface="Calibri" panose="020F0502020204030204" pitchFamily="34" charset="0"/>
                <a:cs typeface="Calibri" panose="020F0502020204030204" pitchFamily="34" charset="0"/>
              </a:rPr>
              <a:t>);</a:t>
            </a:r>
          </a:p>
          <a:p>
            <a:r>
              <a:rPr lang="en-US" sz="1100" dirty="0">
                <a:latin typeface="Calibri" panose="020F0502020204030204" pitchFamily="34" charset="0"/>
                <a:ea typeface="Calibri" panose="020F0502020204030204" pitchFamily="34" charset="0"/>
                <a:cs typeface="Calibri" panose="020F0502020204030204" pitchFamily="34" charset="0"/>
              </a:rPr>
              <a:t>    }</a:t>
            </a:r>
          </a:p>
          <a:p>
            <a:r>
              <a:rPr lang="en-US" sz="1100" dirty="0">
                <a:latin typeface="Calibri" panose="020F0502020204030204" pitchFamily="34" charset="0"/>
                <a:ea typeface="Calibri" panose="020F0502020204030204" pitchFamily="34" charset="0"/>
                <a:cs typeface="Calibri" panose="020F0502020204030204" pitchFamily="34" charset="0"/>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100" dirty="0">
              <a:latin typeface="Calibri" panose="020F0502020204030204" pitchFamily="34" charset="0"/>
              <a:ea typeface="Calibri"/>
              <a:cs typeface="Calibri" panose="020F0502020204030204" pitchFamily="34" charset="0"/>
            </a:endParaRPr>
          </a:p>
        </p:txBody>
      </p:sp>
      <p:sp>
        <p:nvSpPr>
          <p:cNvPr id="6" name="TextBox 5"/>
          <p:cNvSpPr txBox="1"/>
          <p:nvPr/>
        </p:nvSpPr>
        <p:spPr>
          <a:xfrm>
            <a:off x="41504" y="1605470"/>
            <a:ext cx="4536000" cy="1135727"/>
          </a:xfrm>
          <a:prstGeom prst="rect">
            <a:avLst/>
          </a:prstGeom>
          <a:solidFill>
            <a:schemeClr val="accent6">
              <a:lumMod val="20000"/>
              <a:lumOff val="80000"/>
            </a:schemeClr>
          </a:solidFill>
          <a:ln>
            <a:solidFill>
              <a:schemeClr val="accent1"/>
            </a:solidFill>
          </a:ln>
        </p:spPr>
        <p:txBody>
          <a:bodyPr wrap="square" lIns="36000" tIns="0" rIns="0" bIns="0" rtlCol="1">
            <a:noAutofit/>
          </a:bodyPr>
          <a:lstStyle/>
          <a:p>
            <a:r>
              <a:rPr lang="en-US" dirty="0">
                <a:solidFill>
                  <a:srgbClr val="0000FF"/>
                </a:solidFill>
                <a:latin typeface="Calibri" panose="020F0502020204030204" pitchFamily="34" charset="0"/>
                <a:ea typeface="Calibri" panose="020F0502020204030204" pitchFamily="34" charset="0"/>
                <a:cs typeface="Calibri" panose="020F0502020204030204" pitchFamily="34" charset="0"/>
              </a:rPr>
              <a:t>interface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solidFill>
                  <a:srgbClr val="2B91AF"/>
                </a:solidFill>
                <a:latin typeface="Calibri" panose="020F0502020204030204" pitchFamily="34" charset="0"/>
                <a:ea typeface="Calibri" panose="020F0502020204030204" pitchFamily="34" charset="0"/>
                <a:cs typeface="Calibri" panose="020F0502020204030204" pitchFamily="34" charset="0"/>
              </a:rPr>
              <a:t>ServerProtocol</a:t>
            </a:r>
            <a:r>
              <a:rPr lang="en-US" dirty="0">
                <a:latin typeface="Calibri" panose="020F0502020204030204" pitchFamily="34" charset="0"/>
                <a:ea typeface="Calibri" panose="020F0502020204030204" pitchFamily="34" charset="0"/>
                <a:cs typeface="Calibri" panose="020F0502020204030204" pitchFamily="34" charset="0"/>
              </a:rPr>
              <a:t> {</a:t>
            </a:r>
          </a:p>
          <a:p>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2B91AF"/>
                </a:solidFill>
                <a:latin typeface="Calibri" panose="020F0502020204030204" pitchFamily="34" charset="0"/>
                <a:ea typeface="Calibri" panose="020F0502020204030204" pitchFamily="34" charset="0"/>
                <a:cs typeface="Calibri" panose="020F0502020204030204" pitchFamily="34" charset="0"/>
              </a:rPr>
              <a:t>String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solidFill>
                  <a:srgbClr val="74531F"/>
                </a:solidFill>
                <a:latin typeface="Calibri" panose="020F0502020204030204" pitchFamily="34" charset="0"/>
                <a:ea typeface="Calibri" panose="020F0502020204030204" pitchFamily="34" charset="0"/>
                <a:cs typeface="Calibri" panose="020F0502020204030204" pitchFamily="34" charset="0"/>
              </a:rPr>
              <a:t>processMessage</a:t>
            </a:r>
            <a:r>
              <a:rPr lang="en-US" dirty="0">
                <a:latin typeface="Calibri" panose="020F0502020204030204" pitchFamily="34" charset="0"/>
                <a:ea typeface="Calibri" panose="020F0502020204030204" pitchFamily="34" charset="0"/>
                <a:cs typeface="Calibri" panose="020F0502020204030204" pitchFamily="34" charset="0"/>
              </a:rPr>
              <a:t>(</a:t>
            </a:r>
            <a:r>
              <a:rPr lang="en-US" dirty="0">
                <a:solidFill>
                  <a:srgbClr val="2B91AF"/>
                </a:solidFill>
                <a:latin typeface="Calibri" panose="020F0502020204030204" pitchFamily="34" charset="0"/>
                <a:ea typeface="Calibri" panose="020F0502020204030204" pitchFamily="34" charset="0"/>
                <a:cs typeface="Calibri" panose="020F0502020204030204" pitchFamily="34" charset="0"/>
              </a:rPr>
              <a:t>String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808080"/>
                </a:solidFill>
                <a:latin typeface="Calibri" panose="020F0502020204030204" pitchFamily="34" charset="0"/>
                <a:ea typeface="Calibri" panose="020F0502020204030204" pitchFamily="34" charset="0"/>
                <a:cs typeface="Calibri" panose="020F0502020204030204" pitchFamily="34" charset="0"/>
              </a:rPr>
              <a:t>msg</a:t>
            </a:r>
            <a:r>
              <a:rPr lang="en-US" dirty="0">
                <a:latin typeface="Calibri" panose="020F0502020204030204" pitchFamily="34" charset="0"/>
                <a:ea typeface="Calibri" panose="020F0502020204030204" pitchFamily="34" charset="0"/>
                <a:cs typeface="Calibri" panose="020F0502020204030204" pitchFamily="34" charset="0"/>
              </a:rPr>
              <a:t>);</a:t>
            </a:r>
          </a:p>
          <a:p>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solidFill>
                  <a:srgbClr val="2B91AF"/>
                </a:solidFill>
                <a:latin typeface="Calibri" panose="020F0502020204030204" pitchFamily="34" charset="0"/>
                <a:ea typeface="Calibri" panose="020F0502020204030204" pitchFamily="34" charset="0"/>
                <a:cs typeface="Calibri" panose="020F0502020204030204" pitchFamily="34" charset="0"/>
              </a:rPr>
              <a:t>boolean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solidFill>
                  <a:srgbClr val="74531F"/>
                </a:solidFill>
                <a:latin typeface="Calibri" panose="020F0502020204030204" pitchFamily="34" charset="0"/>
                <a:ea typeface="Calibri" panose="020F0502020204030204" pitchFamily="34" charset="0"/>
                <a:cs typeface="Calibri" panose="020F0502020204030204" pitchFamily="34" charset="0"/>
              </a:rPr>
              <a:t>isEnd</a:t>
            </a:r>
            <a:r>
              <a:rPr lang="en-US" dirty="0">
                <a:latin typeface="Calibri" panose="020F0502020204030204" pitchFamily="34" charset="0"/>
                <a:ea typeface="Calibri" panose="020F0502020204030204" pitchFamily="34" charset="0"/>
                <a:cs typeface="Calibri" panose="020F0502020204030204" pitchFamily="34" charset="0"/>
              </a:rPr>
              <a:t>(</a:t>
            </a:r>
            <a:r>
              <a:rPr lang="en-US" dirty="0">
                <a:solidFill>
                  <a:srgbClr val="2B91AF"/>
                </a:solidFill>
                <a:latin typeface="Calibri" panose="020F0502020204030204" pitchFamily="34" charset="0"/>
                <a:ea typeface="Calibri" panose="020F0502020204030204" pitchFamily="34" charset="0"/>
                <a:cs typeface="Calibri" panose="020F0502020204030204" pitchFamily="34" charset="0"/>
              </a:rPr>
              <a:t>String</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808080"/>
                </a:solidFill>
                <a:latin typeface="Calibri" panose="020F0502020204030204" pitchFamily="34" charset="0"/>
                <a:ea typeface="Calibri" panose="020F0502020204030204" pitchFamily="34" charset="0"/>
                <a:cs typeface="Calibri" panose="020F0502020204030204" pitchFamily="34" charset="0"/>
              </a:rPr>
              <a:t>msg</a:t>
            </a:r>
            <a:r>
              <a:rPr lang="en-US" dirty="0">
                <a:latin typeface="Calibri" panose="020F0502020204030204" pitchFamily="34" charset="0"/>
                <a:ea typeface="Calibri" panose="020F0502020204030204" pitchFamily="34" charset="0"/>
                <a:cs typeface="Calibri" panose="020F0502020204030204" pitchFamily="34" charset="0"/>
              </a:rPr>
              <a:t>);</a:t>
            </a:r>
          </a:p>
          <a:p>
            <a:r>
              <a:rPr lang="en-US" dirty="0">
                <a:latin typeface="Calibri" panose="020F0502020204030204" pitchFamily="34" charset="0"/>
                <a:ea typeface="Calibri" panose="020F0502020204030204" pitchFamily="34" charset="0"/>
                <a:cs typeface="Calibri" panose="020F0502020204030204" pitchFamily="34" charset="0"/>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400" dirty="0">
              <a:latin typeface="Calibri" panose="020F0502020204030204" pitchFamily="34" charset="0"/>
              <a:ea typeface="Calibri"/>
              <a:cs typeface="Calibri" panose="020F0502020204030204" pitchFamily="34" charset="0"/>
            </a:endParaRPr>
          </a:p>
        </p:txBody>
      </p:sp>
      <p:sp>
        <p:nvSpPr>
          <p:cNvPr id="8" name="TextBox 7"/>
          <p:cNvSpPr txBox="1"/>
          <p:nvPr/>
        </p:nvSpPr>
        <p:spPr>
          <a:xfrm>
            <a:off x="640080" y="830682"/>
            <a:ext cx="6271342" cy="523220"/>
          </a:xfrm>
          <a:prstGeom prst="rect">
            <a:avLst/>
          </a:prstGeom>
          <a:noFill/>
        </p:spPr>
        <p:txBody>
          <a:bodyPr wrap="square" rtlCol="1">
            <a:spAutoFit/>
          </a:bodyPr>
          <a:lstStyle/>
          <a:p>
            <a:r>
              <a:rPr lang="en-US" dirty="0">
                <a:latin typeface="+mj-lt"/>
                <a:ea typeface="Calibri" panose="020F0502020204030204" pitchFamily="34" charset="0"/>
                <a:cs typeface="Calibri" panose="020F0502020204030204" pitchFamily="34" charset="0"/>
              </a:rPr>
              <a:t>The main idea: Implementing the protocol separately provides a more generic design by detaching the communication details from the protocol  syntax</a:t>
            </a:r>
            <a:endParaRPr lang="he-IL" dirty="0">
              <a:latin typeface="+mj-lt"/>
              <a:ea typeface="Calibri" panose="020F0502020204030204" pitchFamily="34" charset="0"/>
              <a:cs typeface="Calibri" panose="020F0502020204030204" pitchFamily="34" charset="0"/>
            </a:endParaRPr>
          </a:p>
        </p:txBody>
      </p:sp>
      <p:grpSp>
        <p:nvGrpSpPr>
          <p:cNvPr id="11" name="Group 10"/>
          <p:cNvGrpSpPr/>
          <p:nvPr/>
        </p:nvGrpSpPr>
        <p:grpSpPr>
          <a:xfrm>
            <a:off x="7107286" y="5175827"/>
            <a:ext cx="4157506" cy="1661994"/>
            <a:chOff x="6943411" y="4375385"/>
            <a:chExt cx="4963885" cy="1661994"/>
          </a:xfrm>
        </p:grpSpPr>
        <p:sp>
          <p:nvSpPr>
            <p:cNvPr id="10" name="TextBox 9"/>
            <p:cNvSpPr txBox="1"/>
            <p:nvPr/>
          </p:nvSpPr>
          <p:spPr>
            <a:xfrm>
              <a:off x="6943411" y="4375385"/>
              <a:ext cx="4963885" cy="276999"/>
            </a:xfrm>
            <a:prstGeom prst="rect">
              <a:avLst/>
            </a:prstGeom>
            <a:solidFill>
              <a:schemeClr val="bg1"/>
            </a:solidFill>
            <a:ln>
              <a:solidFill>
                <a:schemeClr val="accent1"/>
              </a:solidFill>
            </a:ln>
          </p:spPr>
          <p:txBody>
            <a:bodyPr wrap="square" lIns="0" rIns="0" rtlCol="1">
              <a:spAutoFit/>
            </a:bodyPr>
            <a:lstStyle/>
            <a:p>
              <a:pPr algn="ctr"/>
              <a:r>
                <a:rPr lang="en-US" sz="1200" dirty="0">
                  <a:latin typeface="Calibri" panose="020F0502020204030204" pitchFamily="34" charset="0"/>
                  <a:ea typeface="Calibri" panose="020F0502020204030204" pitchFamily="34" charset="0"/>
                  <a:cs typeface="Calibri" panose="020F0502020204030204" pitchFamily="34" charset="0"/>
                </a:rPr>
                <a:t>The previous approach – implemented in </a:t>
              </a:r>
              <a:r>
                <a:rPr lang="en-US" sz="1200" dirty="0" err="1">
                  <a:latin typeface="Calibri" panose="020F0502020204030204" pitchFamily="34" charset="0"/>
                  <a:ea typeface="Calibri" panose="020F0502020204030204" pitchFamily="34" charset="0"/>
                  <a:cs typeface="Calibri" panose="020F0502020204030204" pitchFamily="34" charset="0"/>
                </a:rPr>
                <a:t>EchoServer</a:t>
              </a:r>
              <a:endParaRPr lang="he-IL" sz="12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p:cNvSpPr txBox="1"/>
            <p:nvPr/>
          </p:nvSpPr>
          <p:spPr>
            <a:xfrm>
              <a:off x="6943411" y="4652384"/>
              <a:ext cx="4963885" cy="1384995"/>
            </a:xfrm>
            <a:prstGeom prst="rect">
              <a:avLst/>
            </a:prstGeom>
            <a:solidFill>
              <a:schemeClr val="accent6">
                <a:lumMod val="20000"/>
                <a:lumOff val="80000"/>
              </a:schemeClr>
            </a:solidFill>
            <a:ln>
              <a:solidFill>
                <a:schemeClr val="accent1"/>
              </a:solidFill>
            </a:ln>
          </p:spPr>
          <p:txBody>
            <a:bodyPr wrap="square" rtlCol="1">
              <a:spAutoFit/>
            </a:bodyPr>
            <a:lstStyle/>
            <a:p>
              <a:r>
                <a:rPr lang="en-US" sz="105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while</a:t>
              </a:r>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5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message</a:t>
              </a:r>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5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in.</a:t>
              </a:r>
              <a:r>
                <a:rPr lang="en-US" sz="105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readLine</a:t>
              </a:r>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05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null</a:t>
              </a:r>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50" b="0"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 If the client sends "bye", exit the loop</a:t>
              </a:r>
              <a:endPar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5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if</a:t>
              </a:r>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50" b="0" dirty="0" err="1">
                  <a:solidFill>
                    <a:srgbClr val="1F377F"/>
                  </a:solidFill>
                  <a:effectLst/>
                  <a:latin typeface="Calibri" panose="020F0502020204030204" pitchFamily="34" charset="0"/>
                  <a:ea typeface="Calibri" panose="020F0502020204030204" pitchFamily="34" charset="0"/>
                  <a:cs typeface="Calibri" panose="020F0502020204030204" pitchFamily="34" charset="0"/>
                </a:rPr>
                <a:t>message</a:t>
              </a:r>
              <a:r>
                <a:rPr lang="en-US" sz="105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5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equals</a:t>
              </a:r>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5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5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bye</a:t>
              </a:r>
              <a:r>
                <a:rPr lang="en-US" sz="105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5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05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05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5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5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Client has requested to quit.</a:t>
              </a:r>
              <a:r>
                <a:rPr lang="en-US" sz="105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05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break</a:t>
              </a:r>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050" dirty="0">
                  <a:latin typeface="Calibri" panose="020F0502020204030204" pitchFamily="34" charset="0"/>
                  <a:ea typeface="Calibri" panose="020F0502020204030204" pitchFamily="34" charset="0"/>
                  <a:cs typeface="Calibri" panose="020F0502020204030204" pitchFamily="34" charset="0"/>
                </a:rPr>
                <a:t>}</a:t>
              </a:r>
              <a:endParaRPr lang="en-US" sz="1050" b="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2352204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165417"/>
            <a:ext cx="10314432" cy="673779"/>
          </a:xfrm>
        </p:spPr>
        <p:txBody>
          <a:bodyPr>
            <a:normAutofit fontScale="90000"/>
          </a:bodyPr>
          <a:lstStyle/>
          <a:p>
            <a:r>
              <a:rPr lang="en-US" dirty="0"/>
              <a:t>HTTP - Hypertext Transfer Protocol </a:t>
            </a:r>
          </a:p>
        </p:txBody>
      </p:sp>
      <p:sp>
        <p:nvSpPr>
          <p:cNvPr id="8" name="Content Placeholder 7">
            <a:extLst>
              <a:ext uri="{FF2B5EF4-FFF2-40B4-BE49-F238E27FC236}">
                <a16:creationId xmlns:a16="http://schemas.microsoft.com/office/drawing/2014/main" id="{BA81374B-9CAC-00F5-2162-08EB1C2C7568}"/>
              </a:ext>
            </a:extLst>
          </p:cNvPr>
          <p:cNvSpPr>
            <a:spLocks noGrp="1"/>
          </p:cNvSpPr>
          <p:nvPr>
            <p:ph idx="1"/>
          </p:nvPr>
        </p:nvSpPr>
        <p:spPr/>
        <p:txBody>
          <a:bodyPr/>
          <a:lstStyle/>
          <a:p>
            <a:endParaRPr lang="en-US"/>
          </a:p>
        </p:txBody>
      </p:sp>
      <p:sp>
        <p:nvSpPr>
          <p:cNvPr id="3" name="Slide Number Placeholder 2">
            <a:extLst>
              <a:ext uri="{FF2B5EF4-FFF2-40B4-BE49-F238E27FC236}">
                <a16:creationId xmlns:a16="http://schemas.microsoft.com/office/drawing/2014/main" id="{F9FD9236-CBE1-B410-2AC9-D009F50227D1}"/>
              </a:ext>
            </a:extLst>
          </p:cNvPr>
          <p:cNvSpPr>
            <a:spLocks noGrp="1"/>
          </p:cNvSpPr>
          <p:nvPr>
            <p:ph type="sldNum" sz="quarter" idx="12"/>
          </p:nvPr>
        </p:nvSpPr>
        <p:spPr/>
        <p:txBody>
          <a:bodyPr>
            <a:normAutofit/>
          </a:bodyPr>
          <a:lstStyle/>
          <a:p>
            <a:fld id="{2951E007-95BD-4179-9F64-0AC30A6B97F9}" type="slidenum">
              <a:rPr lang="en-US" smtClean="0"/>
              <a:pPr/>
              <a:t>28</a:t>
            </a:fld>
            <a:endParaRPr lang="en-US"/>
          </a:p>
        </p:txBody>
      </p:sp>
      <p:sp>
        <p:nvSpPr>
          <p:cNvPr id="5" name="TextBox 4"/>
          <p:cNvSpPr txBox="1"/>
          <p:nvPr/>
        </p:nvSpPr>
        <p:spPr>
          <a:xfrm>
            <a:off x="0" y="1187727"/>
            <a:ext cx="11081234" cy="5670274"/>
          </a:xfrm>
          <a:prstGeom prst="rect">
            <a:avLst/>
          </a:prstGeom>
          <a:solidFill>
            <a:schemeClr val="accent6">
              <a:lumMod val="20000"/>
              <a:lumOff val="80000"/>
            </a:schemeClr>
          </a:solidFill>
          <a:ln>
            <a:solidFill>
              <a:schemeClr val="accent1"/>
            </a:solidFill>
          </a:ln>
        </p:spPr>
        <p:txBody>
          <a:bodyPr wrap="square" lIns="91440" tIns="0" rIns="0" bIns="0" rtlCol="1">
            <a:noAutofit/>
          </a:bodyPr>
          <a:lstStyle/>
          <a:p>
            <a:r>
              <a:rPr lang="en-US" sz="16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public</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class</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HttpClient</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b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public</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static</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void</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74531F"/>
                </a:solidFill>
                <a:effectLst/>
                <a:latin typeface="Calibri" panose="020F0502020204030204" pitchFamily="34" charset="0"/>
                <a:ea typeface="Calibri" panose="020F0502020204030204" pitchFamily="34" charset="0"/>
                <a:cs typeface="Calibri" panose="020F0502020204030204" pitchFamily="34" charset="0"/>
              </a:rPr>
              <a:t>main</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6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String</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err="1">
                <a:solidFill>
                  <a:srgbClr val="808080"/>
                </a:solidFill>
                <a:effectLst/>
                <a:latin typeface="Calibri" panose="020F0502020204030204" pitchFamily="34" charset="0"/>
                <a:ea typeface="Calibri" panose="020F0502020204030204" pitchFamily="34" charset="0"/>
                <a:cs typeface="Calibri" panose="020F0502020204030204" pitchFamily="34" charset="0"/>
              </a:rPr>
              <a:t>args</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throws</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Exception</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String</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host</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600" b="0" dirty="0" err="1">
                <a:solidFill>
                  <a:srgbClr val="808080"/>
                </a:solidFill>
                <a:effectLst/>
                <a:latin typeface="Calibri" panose="020F0502020204030204" pitchFamily="34" charset="0"/>
                <a:ea typeface="Calibri" panose="020F0502020204030204" pitchFamily="34" charset="0"/>
                <a:cs typeface="Calibri" panose="020F0502020204030204" pitchFamily="34" charset="0"/>
              </a:rPr>
              <a:t>args</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600" b="0" dirty="0">
                <a:solidFill>
                  <a:srgbClr val="098658"/>
                </a:solidFill>
                <a:effectLst/>
                <a:latin typeface="Calibri" panose="020F0502020204030204" pitchFamily="34" charset="0"/>
                <a:ea typeface="Calibri" panose="020F0502020204030204" pitchFamily="34" charset="0"/>
                <a:cs typeface="Calibri" panose="020F0502020204030204" pitchFamily="34" charset="0"/>
              </a:rPr>
              <a:t>0</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b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try</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Socket</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lp</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6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74531F"/>
                </a:solidFill>
                <a:effectLst/>
                <a:latin typeface="Calibri" panose="020F0502020204030204" pitchFamily="34" charset="0"/>
                <a:ea typeface="Calibri" panose="020F0502020204030204" pitchFamily="34" charset="0"/>
                <a:cs typeface="Calibri" panose="020F0502020204030204" pitchFamily="34" charset="0"/>
              </a:rPr>
              <a:t>Socket</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6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host</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098658"/>
                </a:solidFill>
                <a:effectLst/>
                <a:latin typeface="Calibri" panose="020F0502020204030204" pitchFamily="34" charset="0"/>
                <a:ea typeface="Calibri" panose="020F0502020204030204" pitchFamily="34" charset="0"/>
                <a:cs typeface="Calibri" panose="020F0502020204030204" pitchFamily="34" charset="0"/>
              </a:rPr>
              <a:t>80</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PrintWriter</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out = </a:t>
            </a:r>
            <a:r>
              <a:rPr lang="en-US" sz="16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PrintWriter</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6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OutputStreamWriter</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6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lp.</a:t>
            </a:r>
            <a:r>
              <a:rPr lang="en-US" sz="16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getOutputStream</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6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UTF-8</a:t>
            </a:r>
            <a:r>
              <a:rPr lang="en-US" sz="16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true</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BufferedReader</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in = </a:t>
            </a:r>
            <a:r>
              <a:rPr lang="en-US" sz="16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BufferedReader</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6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new</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InputStreamReader</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6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lp.</a:t>
            </a:r>
            <a:r>
              <a:rPr lang="en-US" sz="16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getInputStream</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6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UTF-8</a:t>
            </a:r>
            <a:r>
              <a:rPr lang="en-US" sz="16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endPar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r>
              <a:rPr lang="en-US"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600" b="1"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a:t>
            </a:r>
            <a:r>
              <a:rPr lang="en-US"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600" b="1"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600" b="1"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GET / HTTP/1.0</a:t>
            </a:r>
            <a:r>
              <a:rPr lang="en-US" sz="1600" b="1" dirty="0">
                <a:solidFill>
                  <a:srgbClr val="B776FB"/>
                </a:solidFill>
                <a:effectLst/>
                <a:latin typeface="Calibri" panose="020F0502020204030204" pitchFamily="34" charset="0"/>
                <a:ea typeface="Calibri" panose="020F0502020204030204" pitchFamily="34" charset="0"/>
                <a:cs typeface="Calibri" panose="020F0502020204030204" pitchFamily="34" charset="0"/>
              </a:rPr>
              <a:t>\r\n</a:t>
            </a:r>
            <a:r>
              <a:rPr lang="en-US" sz="1600" b="1"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600" b="1"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600" b="1"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Host: </a:t>
            </a:r>
            <a:r>
              <a:rPr lang="en-US" sz="1600" b="1"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600" b="1"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host</a:t>
            </a:r>
            <a:r>
              <a:rPr lang="en-US"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600" b="1"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600" b="1" dirty="0">
                <a:solidFill>
                  <a:srgbClr val="B776FB"/>
                </a:solidFill>
                <a:effectLst/>
                <a:latin typeface="Calibri" panose="020F0502020204030204" pitchFamily="34" charset="0"/>
                <a:ea typeface="Calibri" panose="020F0502020204030204" pitchFamily="34" charset="0"/>
                <a:cs typeface="Calibri" panose="020F0502020204030204" pitchFamily="34" charset="0"/>
              </a:rPr>
              <a:t>\r\n</a:t>
            </a:r>
            <a:r>
              <a:rPr lang="en-US" sz="1600" b="1"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600" b="1"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600" b="1" dirty="0">
                <a:solidFill>
                  <a:srgbClr val="B776FB"/>
                </a:solidFill>
                <a:effectLst/>
                <a:latin typeface="Calibri" panose="020F0502020204030204" pitchFamily="34" charset="0"/>
                <a:ea typeface="Calibri" panose="020F0502020204030204" pitchFamily="34" charset="0"/>
                <a:cs typeface="Calibri" panose="020F0502020204030204" pitchFamily="34" charset="0"/>
              </a:rPr>
              <a:t>\r\n</a:t>
            </a:r>
            <a:r>
              <a:rPr lang="en-US" sz="1600" b="1"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b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String</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msg</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6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in.</a:t>
            </a:r>
            <a:r>
              <a:rPr lang="en-US" sz="16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readLine</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while</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msg</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600" b="0"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null</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6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6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6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msg</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msg</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6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in.</a:t>
            </a:r>
            <a:r>
              <a:rPr lang="en-US" sz="16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readLine</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600" b="0" dirty="0">
                <a:solidFill>
                  <a:srgbClr val="8F08C4"/>
                </a:solidFill>
                <a:effectLst/>
                <a:latin typeface="Calibri" panose="020F0502020204030204" pitchFamily="34" charset="0"/>
                <a:ea typeface="Calibri" panose="020F0502020204030204" pitchFamily="34" charset="0"/>
                <a:cs typeface="Calibri" panose="020F0502020204030204" pitchFamily="34" charset="0"/>
              </a:rPr>
              <a:t>catch</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2B91AF"/>
                </a:solidFill>
                <a:effectLst/>
                <a:latin typeface="Calibri" panose="020F0502020204030204" pitchFamily="34" charset="0"/>
                <a:ea typeface="Calibri" panose="020F0502020204030204" pitchFamily="34" charset="0"/>
                <a:cs typeface="Calibri" panose="020F0502020204030204" pitchFamily="34" charset="0"/>
              </a:rPr>
              <a:t>Exception</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e</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0" dirty="0" err="1">
                <a:solidFill>
                  <a:srgbClr val="2B91AF"/>
                </a:solidFill>
                <a:effectLst/>
                <a:latin typeface="Calibri" panose="020F0502020204030204" pitchFamily="34" charset="0"/>
                <a:ea typeface="Calibri" panose="020F0502020204030204" pitchFamily="34" charset="0"/>
                <a:cs typeface="Calibri" panose="020F0502020204030204" pitchFamily="34" charset="0"/>
              </a:rPr>
              <a:t>System</a:t>
            </a:r>
            <a:r>
              <a:rPr lang="en-US" sz="1600" b="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a:t>
            </a:r>
            <a:r>
              <a:rPr lang="en-US" sz="1600" b="0" dirty="0" err="1">
                <a:solidFill>
                  <a:srgbClr val="74531F"/>
                </a:solidFill>
                <a:effectLst/>
                <a:latin typeface="Calibri" panose="020F0502020204030204" pitchFamily="34" charset="0"/>
                <a:ea typeface="Calibri" panose="020F0502020204030204" pitchFamily="34" charset="0"/>
                <a:cs typeface="Calibri" panose="020F0502020204030204" pitchFamily="34" charset="0"/>
              </a:rPr>
              <a:t>println</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6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600" b="0"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Error: </a:t>
            </a:r>
            <a:r>
              <a:rPr lang="en-US" sz="1600" b="0" dirty="0">
                <a:solidFill>
                  <a:srgbClr val="E21F1F"/>
                </a:solidFill>
                <a:effectLst/>
                <a:latin typeface="Calibri" panose="020F0502020204030204" pitchFamily="34" charset="0"/>
                <a:ea typeface="Calibri" panose="020F0502020204030204" pitchFamily="34" charset="0"/>
                <a:cs typeface="Calibri" panose="020F0502020204030204" pitchFamily="34" charset="0"/>
              </a:rPr>
              <a:t>"</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sz="1600" b="0" dirty="0">
                <a:solidFill>
                  <a:srgbClr val="1F377F"/>
                </a:solidFill>
                <a:effectLst/>
                <a:latin typeface="Calibri" panose="020F0502020204030204" pitchFamily="34" charset="0"/>
                <a:ea typeface="Calibri" panose="020F0502020204030204" pitchFamily="34" charset="0"/>
                <a:cs typeface="Calibri" panose="020F0502020204030204" pitchFamily="34" charset="0"/>
              </a:rPr>
              <a:t>e</a:t>
            </a:r>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r>
              <a:rPr lang="en-US"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p:txBody>
      </p:sp>
      <p:sp>
        <p:nvSpPr>
          <p:cNvPr id="32" name="TextBox 31"/>
          <p:cNvSpPr txBox="1"/>
          <p:nvPr/>
        </p:nvSpPr>
        <p:spPr>
          <a:xfrm>
            <a:off x="9935609" y="1778202"/>
            <a:ext cx="1018903" cy="461665"/>
          </a:xfrm>
          <a:prstGeom prst="rect">
            <a:avLst/>
          </a:prstGeom>
          <a:solidFill>
            <a:schemeClr val="bg1"/>
          </a:solidFill>
          <a:ln>
            <a:solidFill>
              <a:schemeClr val="accent1">
                <a:shade val="50000"/>
              </a:schemeClr>
            </a:solidFill>
          </a:ln>
        </p:spPr>
        <p:txBody>
          <a:bodyPr wrap="square" rtlCol="1">
            <a:sp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Client</a:t>
            </a:r>
            <a:endParaRPr lang="he-IL"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p:cNvSpPr txBox="1"/>
          <p:nvPr/>
        </p:nvSpPr>
        <p:spPr>
          <a:xfrm>
            <a:off x="664326" y="713983"/>
            <a:ext cx="11161621" cy="307777"/>
          </a:xfrm>
          <a:prstGeom prst="rect">
            <a:avLst/>
          </a:prstGeom>
          <a:noFill/>
        </p:spPr>
        <p:txBody>
          <a:bodyPr wrap="square" rtlCol="1">
            <a:spAutoFit/>
          </a:bodyPr>
          <a:lstStyle/>
          <a:p>
            <a:r>
              <a:rPr lang="en-US" dirty="0">
                <a:latin typeface="+mj-lt"/>
                <a:ea typeface="Calibri" panose="020F0502020204030204" pitchFamily="34" charset="0"/>
                <a:cs typeface="Calibri" panose="020F0502020204030204" pitchFamily="34" charset="0"/>
              </a:rPr>
              <a:t>HTTP - is an application protocol for distributed, collaborative, hypermedia information systems.</a:t>
            </a:r>
            <a:endParaRPr lang="he-IL"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851508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500"/>
                                        <p:tgtEl>
                                          <p:spTgt spid="5">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fade">
                                      <p:cBhvr>
                                        <p:cTn id="25" dur="500"/>
                                        <p:tgtEl>
                                          <p:spTgt spid="5">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8" end="8"/>
                                            </p:txEl>
                                          </p:spTgt>
                                        </p:tgtEl>
                                        <p:attrNameLst>
                                          <p:attrName>style.visibility</p:attrName>
                                        </p:attrNameLst>
                                      </p:cBhvr>
                                      <p:to>
                                        <p:strVal val="visible"/>
                                      </p:to>
                                    </p:set>
                                    <p:animEffect transition="in" filter="fade">
                                      <p:cBhvr>
                                        <p:cTn id="30" dur="500"/>
                                        <p:tgtEl>
                                          <p:spTgt spid="5">
                                            <p:txEl>
                                              <p:pRg st="8" end="8"/>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5">
                                            <p:txEl>
                                              <p:pRg st="9" end="9"/>
                                            </p:txEl>
                                          </p:spTgt>
                                        </p:tgtEl>
                                        <p:attrNameLst>
                                          <p:attrName>style.visibility</p:attrName>
                                        </p:attrNameLst>
                                      </p:cBhvr>
                                      <p:to>
                                        <p:strVal val="visible"/>
                                      </p:to>
                                    </p:set>
                                    <p:animEffect transition="in" filter="fade">
                                      <p:cBhvr>
                                        <p:cTn id="33" dur="500"/>
                                        <p:tgtEl>
                                          <p:spTgt spid="5">
                                            <p:txEl>
                                              <p:pRg st="9" end="9"/>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5">
                                            <p:txEl>
                                              <p:pRg st="10" end="10"/>
                                            </p:txEl>
                                          </p:spTgt>
                                        </p:tgtEl>
                                        <p:attrNameLst>
                                          <p:attrName>style.visibility</p:attrName>
                                        </p:attrNameLst>
                                      </p:cBhvr>
                                      <p:to>
                                        <p:strVal val="visible"/>
                                      </p:to>
                                    </p:set>
                                    <p:animEffect transition="in" filter="fade">
                                      <p:cBhvr>
                                        <p:cTn id="36" dur="500"/>
                                        <p:tgtEl>
                                          <p:spTgt spid="5">
                                            <p:txEl>
                                              <p:pRg st="10" end="1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5">
                                            <p:txEl>
                                              <p:pRg st="11" end="11"/>
                                            </p:txEl>
                                          </p:spTgt>
                                        </p:tgtEl>
                                        <p:attrNameLst>
                                          <p:attrName>style.visibility</p:attrName>
                                        </p:attrNameLst>
                                      </p:cBhvr>
                                      <p:to>
                                        <p:strVal val="visible"/>
                                      </p:to>
                                    </p:set>
                                    <p:animEffect transition="in" filter="fade">
                                      <p:cBhvr>
                                        <p:cTn id="39" dur="500"/>
                                        <p:tgtEl>
                                          <p:spTgt spid="5">
                                            <p:txEl>
                                              <p:pRg st="11" end="11"/>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5">
                                            <p:txEl>
                                              <p:pRg st="12" end="12"/>
                                            </p:txEl>
                                          </p:spTgt>
                                        </p:tgtEl>
                                        <p:attrNameLst>
                                          <p:attrName>style.visibility</p:attrName>
                                        </p:attrNameLst>
                                      </p:cBhvr>
                                      <p:to>
                                        <p:strVal val="visible"/>
                                      </p:to>
                                    </p:set>
                                    <p:animEffect transition="in" filter="fade">
                                      <p:cBhvr>
                                        <p:cTn id="42" dur="500"/>
                                        <p:tgtEl>
                                          <p:spTgt spid="5">
                                            <p:txEl>
                                              <p:pRg st="12" end="12"/>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5">
                                            <p:txEl>
                                              <p:pRg st="13" end="13"/>
                                            </p:txEl>
                                          </p:spTgt>
                                        </p:tgtEl>
                                        <p:attrNameLst>
                                          <p:attrName>style.visibility</p:attrName>
                                        </p:attrNameLst>
                                      </p:cBhvr>
                                      <p:to>
                                        <p:strVal val="visible"/>
                                      </p:to>
                                    </p:set>
                                    <p:animEffect transition="in" filter="fade">
                                      <p:cBhvr>
                                        <p:cTn id="45" dur="500"/>
                                        <p:tgtEl>
                                          <p:spTgt spid="5">
                                            <p:txEl>
                                              <p:pRg st="13" end="13"/>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5">
                                            <p:txEl>
                                              <p:pRg st="14" end="14"/>
                                            </p:txEl>
                                          </p:spTgt>
                                        </p:tgtEl>
                                        <p:attrNameLst>
                                          <p:attrName>style.visibility</p:attrName>
                                        </p:attrNameLst>
                                      </p:cBhvr>
                                      <p:to>
                                        <p:strVal val="visible"/>
                                      </p:to>
                                    </p:set>
                                    <p:animEffect transition="in" filter="fade">
                                      <p:cBhvr>
                                        <p:cTn id="48" dur="500"/>
                                        <p:tgtEl>
                                          <p:spTgt spid="5">
                                            <p:txEl>
                                              <p:pRg st="14" end="14"/>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5">
                                            <p:txEl>
                                              <p:pRg st="15" end="15"/>
                                            </p:txEl>
                                          </p:spTgt>
                                        </p:tgtEl>
                                        <p:attrNameLst>
                                          <p:attrName>style.visibility</p:attrName>
                                        </p:attrNameLst>
                                      </p:cBhvr>
                                      <p:to>
                                        <p:strVal val="visible"/>
                                      </p:to>
                                    </p:set>
                                    <p:animEffect transition="in" filter="fade">
                                      <p:cBhvr>
                                        <p:cTn id="51" dur="500"/>
                                        <p:tgtEl>
                                          <p:spTgt spid="5">
                                            <p:txEl>
                                              <p:pRg st="15" end="15"/>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5">
                                            <p:txEl>
                                              <p:pRg st="16" end="16"/>
                                            </p:txEl>
                                          </p:spTgt>
                                        </p:tgtEl>
                                        <p:attrNameLst>
                                          <p:attrName>style.visibility</p:attrName>
                                        </p:attrNameLst>
                                      </p:cBhvr>
                                      <p:to>
                                        <p:strVal val="visible"/>
                                      </p:to>
                                    </p:set>
                                    <p:animEffect transition="in" filter="fade">
                                      <p:cBhvr>
                                        <p:cTn id="54" dur="500"/>
                                        <p:tgtEl>
                                          <p:spTgt spid="5">
                                            <p:txEl>
                                              <p:pRg st="16" end="16"/>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5">
                                            <p:txEl>
                                              <p:pRg st="17" end="17"/>
                                            </p:txEl>
                                          </p:spTgt>
                                        </p:tgtEl>
                                        <p:attrNameLst>
                                          <p:attrName>style.visibility</p:attrName>
                                        </p:attrNameLst>
                                      </p:cBhvr>
                                      <p:to>
                                        <p:strVal val="visible"/>
                                      </p:to>
                                    </p:set>
                                    <p:animEffect transition="in" filter="fade">
                                      <p:cBhvr>
                                        <p:cTn id="57" dur="500"/>
                                        <p:tgtEl>
                                          <p:spTgt spid="5">
                                            <p:txEl>
                                              <p:pRg st="17" end="17"/>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5">
                                            <p:txEl>
                                              <p:pRg st="18" end="18"/>
                                            </p:txEl>
                                          </p:spTgt>
                                        </p:tgtEl>
                                        <p:attrNameLst>
                                          <p:attrName>style.visibility</p:attrName>
                                        </p:attrNameLst>
                                      </p:cBhvr>
                                      <p:to>
                                        <p:strVal val="visible"/>
                                      </p:to>
                                    </p:set>
                                    <p:animEffect transition="in" filter="fade">
                                      <p:cBhvr>
                                        <p:cTn id="60" dur="500"/>
                                        <p:tgtEl>
                                          <p:spTgt spid="5">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uturistic">
  <a:themeElements>
    <a:clrScheme name="Simple Light">
      <a:dk1>
        <a:srgbClr val="001633"/>
      </a:dk1>
      <a:lt1>
        <a:srgbClr val="FFFFFF"/>
      </a:lt1>
      <a:dk2>
        <a:srgbClr val="85D5E6"/>
      </a:dk2>
      <a:lt2>
        <a:srgbClr val="FFAB40"/>
      </a:lt2>
      <a:accent1>
        <a:srgbClr val="FFAB40"/>
      </a:accent1>
      <a:accent2>
        <a:srgbClr val="85D5E6"/>
      </a:accent2>
      <a:accent3>
        <a:srgbClr val="78909C"/>
      </a:accent3>
      <a:accent4>
        <a:srgbClr val="FFAB40"/>
      </a:accent4>
      <a:accent5>
        <a:srgbClr val="0097A7"/>
      </a:accent5>
      <a:accent6>
        <a:srgbClr val="001633"/>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Futuristic" id="{9801E9B8-44D0-4B05-B9B6-3656C8597FAA}" vid="{E778C3C9-8140-4CCD-9D64-2E64FF570C0A}"/>
    </a:ext>
  </a:ext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Futuristic</Template>
  <TotalTime>28735</TotalTime>
  <Words>3757</Words>
  <Application>Microsoft Office PowerPoint</Application>
  <PresentationFormat>Widescreen</PresentationFormat>
  <Paragraphs>494</Paragraphs>
  <Slides>28</Slides>
  <Notes>19</Notes>
  <HiddenSlides>0</HiddenSlides>
  <MMClips>0</MMClips>
  <ScaleCrop>false</ScaleCrop>
  <HeadingPairs>
    <vt:vector size="4" baseType="variant">
      <vt:variant>
        <vt:lpstr>Theme</vt:lpstr>
      </vt:variant>
      <vt:variant>
        <vt:i4>3</vt:i4>
      </vt:variant>
      <vt:variant>
        <vt:lpstr>Slide Titles</vt:lpstr>
      </vt:variant>
      <vt:variant>
        <vt:i4>28</vt:i4>
      </vt:variant>
    </vt:vector>
  </HeadingPairs>
  <TitlesOfParts>
    <vt:vector size="31" baseType="lpstr">
      <vt:lpstr>Futuristic</vt:lpstr>
      <vt:lpstr>Slidesgo Final Pages</vt:lpstr>
      <vt:lpstr>Office Theme</vt:lpstr>
      <vt:lpstr>SPL - PS9</vt:lpstr>
      <vt:lpstr>Overview</vt:lpstr>
      <vt:lpstr>Terminology</vt:lpstr>
      <vt:lpstr>IP Addresses</vt:lpstr>
      <vt:lpstr>Internet protocol</vt:lpstr>
      <vt:lpstr>Internet protocol – 4 layers</vt:lpstr>
      <vt:lpstr>Inside the packet</vt:lpstr>
      <vt:lpstr>Overview</vt:lpstr>
      <vt:lpstr>Datagram Communication - UDP</vt:lpstr>
      <vt:lpstr>Stream Communication - TCP</vt:lpstr>
      <vt:lpstr>Stream Communication - TCP</vt:lpstr>
      <vt:lpstr>TCP vs UDP</vt:lpstr>
      <vt:lpstr>TCP vs UDP</vt:lpstr>
      <vt:lpstr>Overview</vt:lpstr>
      <vt:lpstr>Character Encoding</vt:lpstr>
      <vt:lpstr>UTF-8 encoding </vt:lpstr>
      <vt:lpstr>handling text streams in java</vt:lpstr>
      <vt:lpstr>Character Encoding</vt:lpstr>
      <vt:lpstr>Character Encoding</vt:lpstr>
      <vt:lpstr>Overview</vt:lpstr>
      <vt:lpstr>Client-Server architecture</vt:lpstr>
      <vt:lpstr>Client-Server example Line Printer</vt:lpstr>
      <vt:lpstr>LPClient-LPServer code</vt:lpstr>
      <vt:lpstr>Client-Server example Echo Application</vt:lpstr>
      <vt:lpstr>EchoClient code</vt:lpstr>
      <vt:lpstr>EchoServer code</vt:lpstr>
      <vt:lpstr>Protocol Implementation</vt:lpstr>
      <vt:lpstr>HTTP - Hypertext Transfer Protocol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Tirgul 4</dc:title>
  <dc:creator>admin</dc:creator>
  <cp:lastModifiedBy>Dan Zlotnikov</cp:lastModifiedBy>
  <cp:revision>1116</cp:revision>
  <dcterms:created xsi:type="dcterms:W3CDTF">2016-11-20T08:43:16Z</dcterms:created>
  <dcterms:modified xsi:type="dcterms:W3CDTF">2025-12-23T11:18:44Z</dcterms:modified>
</cp:coreProperties>
</file>