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4" r:id="rId10"/>
    <p:sldId id="275" r:id="rId11"/>
    <p:sldId id="264" r:id="rId12"/>
    <p:sldId id="265" r:id="rId13"/>
    <p:sldId id="287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86" r:id="rId22"/>
    <p:sldId id="278" r:id="rId23"/>
    <p:sldId id="281" r:id="rId24"/>
    <p:sldId id="282" r:id="rId25"/>
    <p:sldId id="284" r:id="rId26"/>
    <p:sldId id="285" r:id="rId27"/>
    <p:sldId id="288" r:id="rId28"/>
    <p:sldId id="289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01" autoAdjust="0"/>
  </p:normalViewPr>
  <p:slideViewPr>
    <p:cSldViewPr snapToGrid="0">
      <p:cViewPr varScale="1">
        <p:scale>
          <a:sx n="63" d="100"/>
          <a:sy n="63" d="100"/>
        </p:scale>
        <p:origin x="7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6A8CDE-CA75-4AFA-AD43-FCF225E87206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9F656F-848B-4358-9885-B4D02A338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858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9F656F-848B-4358-9885-B4D02A338FD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7985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example why regular thread pool is not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9F656F-848B-4358-9885-B4D02A338FD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693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2AF3A200-E700-4792-B7AB-D42EDB64B26F}" type="datetimeFigureOut">
              <a:rPr lang="he-IL" smtClean="0"/>
              <a:t>ט"ו/טבת/תשפ"ה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FC23C-962C-4F36-BF5E-95E691D96E5C}" type="slidenum">
              <a:rPr lang="he-IL" smtClean="0"/>
              <a:t>‹#›</a:t>
            </a:fld>
            <a:endParaRPr lang="he-IL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7048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3A200-E700-4792-B7AB-D42EDB64B26F}" type="datetimeFigureOut">
              <a:rPr lang="he-IL" smtClean="0"/>
              <a:t>ט"ו/טבת/תשפ"ה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FC23C-962C-4F36-BF5E-95E691D96E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33953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3A200-E700-4792-B7AB-D42EDB64B26F}" type="datetimeFigureOut">
              <a:rPr lang="he-IL" smtClean="0"/>
              <a:t>ט"ו/טבת/תשפ"ה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FC23C-962C-4F36-BF5E-95E691D96E5C}" type="slidenum">
              <a:rPr lang="he-IL" smtClean="0"/>
              <a:t>‹#›</a:t>
            </a:fld>
            <a:endParaRPr lang="he-IL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255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3A200-E700-4792-B7AB-D42EDB64B26F}" type="datetimeFigureOut">
              <a:rPr lang="he-IL" smtClean="0"/>
              <a:t>ט"ו/טבת/תשפ"ה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FC23C-962C-4F36-BF5E-95E691D96E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05718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3A200-E700-4792-B7AB-D42EDB64B26F}" type="datetimeFigureOut">
              <a:rPr lang="he-IL" smtClean="0"/>
              <a:t>ט"ו/טבת/תשפ"ה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FC23C-962C-4F36-BF5E-95E691D96E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2878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3A200-E700-4792-B7AB-D42EDB64B26F}" type="datetimeFigureOut">
              <a:rPr lang="he-IL" smtClean="0"/>
              <a:t>ט"ו/טבת/תשפ"ה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FC23C-962C-4F36-BF5E-95E691D96E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18105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3A200-E700-4792-B7AB-D42EDB64B26F}" type="datetimeFigureOut">
              <a:rPr lang="he-IL" smtClean="0"/>
              <a:t>ט"ו/טבת/תשפ"ה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FC23C-962C-4F36-BF5E-95E691D96E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51011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3A200-E700-4792-B7AB-D42EDB64B26F}" type="datetimeFigureOut">
              <a:rPr lang="he-IL" smtClean="0"/>
              <a:t>ט"ו/טבת/תשפ"ה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FC23C-962C-4F36-BF5E-95E691D96E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2213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3A200-E700-4792-B7AB-D42EDB64B26F}" type="datetimeFigureOut">
              <a:rPr lang="he-IL" smtClean="0"/>
              <a:t>ט"ו/טבת/תשפ"ה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FC23C-962C-4F36-BF5E-95E691D96E5C}" type="slidenum">
              <a:rPr lang="he-IL" smtClean="0"/>
              <a:t>‹#›</a:t>
            </a:fld>
            <a:endParaRPr lang="he-IL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2016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3A200-E700-4792-B7AB-D42EDB64B26F}" type="datetimeFigureOut">
              <a:rPr lang="he-IL" smtClean="0"/>
              <a:t>ט"ו/טבת/תשפ"ה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FC23C-962C-4F36-BF5E-95E691D96E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57068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3A200-E700-4792-B7AB-D42EDB64B26F}" type="datetimeFigureOut">
              <a:rPr lang="he-IL" smtClean="0"/>
              <a:t>ט"ו/טבת/תשפ"ה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FC23C-962C-4F36-BF5E-95E691D96E5C}" type="slidenum">
              <a:rPr lang="he-IL" smtClean="0"/>
              <a:t>‹#›</a:t>
            </a:fld>
            <a:endParaRPr lang="he-IL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107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2AF3A200-E700-4792-B7AB-D42EDB64B26F}" type="datetimeFigureOut">
              <a:rPr lang="he-IL" smtClean="0"/>
              <a:t>ט"ו/טבת/תשפ"ה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BBFC23C-962C-4F36-BF5E-95E691D96E5C}" type="slidenum">
              <a:rPr lang="he-IL" smtClean="0"/>
              <a:t>‹#›</a:t>
            </a:fld>
            <a:endParaRPr lang="he-IL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468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2.xml"/><Relationship Id="rId18" Type="http://schemas.openxmlformats.org/officeDocument/2006/relationships/image" Target="../media/image8.png"/><Relationship Id="rId3" Type="http://schemas.openxmlformats.org/officeDocument/2006/relationships/tags" Target="../tags/tag3.xml"/><Relationship Id="rId21" Type="http://schemas.openxmlformats.org/officeDocument/2006/relationships/image" Target="../media/image11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7.png"/><Relationship Id="rId2" Type="http://schemas.openxmlformats.org/officeDocument/2006/relationships/tags" Target="../tags/tag2.xml"/><Relationship Id="rId16" Type="http://schemas.openxmlformats.org/officeDocument/2006/relationships/image" Target="../media/image6.png"/><Relationship Id="rId20" Type="http://schemas.openxmlformats.org/officeDocument/2006/relationships/image" Target="../media/image10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14.png"/><Relationship Id="rId5" Type="http://schemas.openxmlformats.org/officeDocument/2006/relationships/tags" Target="../tags/tag5.xml"/><Relationship Id="rId15" Type="http://schemas.openxmlformats.org/officeDocument/2006/relationships/image" Target="../media/image5.png"/><Relationship Id="rId23" Type="http://schemas.openxmlformats.org/officeDocument/2006/relationships/image" Target="../media/image13.png"/><Relationship Id="rId10" Type="http://schemas.openxmlformats.org/officeDocument/2006/relationships/tags" Target="../tags/tag10.xml"/><Relationship Id="rId19" Type="http://schemas.openxmlformats.org/officeDocument/2006/relationships/image" Target="../media/image9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4.png"/><Relationship Id="rId22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en/electric-sockets-power-plug-161120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en/electric-sockets-power-plug-161120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en/electric-sockets-power-plug-161120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en/electric-sockets-power-plug-161120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en/electric-sockets-power-plug-161120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en/electric-sockets-power-plug-161120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ixabay.com/en/electric-sockets-power-plug-161120/" TargetMode="External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keyhole-padlock-black-lock-149772/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ixabay.com/en/chaplin-charlie-silhouette-actor-3330639/" TargetMode="Externa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keyhole-padlock-black-lock-149772/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ixabay.com/en/chaplin-charlie-silhouette-actor-3330639/" TargetMode="Externa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keyhole-padlock-black-lock-149772/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ixabay.com/en/chaplin-charlie-silhouette-actor-3330639/" TargetMode="Externa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keyhole-padlock-black-lock-149772/" TargetMode="External"/><Relationship Id="rId7" Type="http://schemas.openxmlformats.org/officeDocument/2006/relationships/hyperlink" Target="https://pixabay.com/vectors/dress-silhouette-women-dance-lady-3360422/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hyperlink" Target="https://pixabay.com/en/chaplin-charlie-silhouette-actor-3330639/" TargetMode="Externa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keyhole-padlock-black-lock-149772/" TargetMode="External"/><Relationship Id="rId7" Type="http://schemas.openxmlformats.org/officeDocument/2006/relationships/hyperlink" Target="https://pixabay.com/vectors/dress-silhouette-women-dance-lady-3360422/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hyperlink" Target="https://pixabay.com/en/chaplin-charlie-silhouette-actor-3330639/" TargetMode="External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EB32D-BB2A-4C00-B1B4-E24D727038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SPL – PS11</a:t>
            </a:r>
            <a:endParaRPr lang="he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131F30-273F-4D21-929D-DB5C86AD82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reactor design pattern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298327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21458-8987-435E-B5BC-B6BDB774D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9156F-F41C-44FA-8F0E-C2C5BA873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Why use the reactor pattern</a:t>
            </a:r>
          </a:p>
          <a:p>
            <a:r>
              <a:rPr lang="en-US"/>
              <a:t>Selector</a:t>
            </a:r>
          </a:p>
          <a:p>
            <a:r>
              <a:rPr lang="en-US"/>
              <a:t>The reactor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138111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4F74D-846E-4867-9324-526B43557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use the reactor design pattern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0527A-3553-466D-85CE-F55EC1F81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saw in the previous PS the thread per-client server.</a:t>
            </a:r>
          </a:p>
          <a:p>
            <a:r>
              <a:rPr lang="en-US" dirty="0"/>
              <a:t>The main disadvantages of the TPC server are:</a:t>
            </a:r>
          </a:p>
          <a:p>
            <a:r>
              <a:rPr lang="en-US" b="1" dirty="0"/>
              <a:t>Wastefulness</a:t>
            </a:r>
            <a:r>
              <a:rPr lang="en-US" dirty="0"/>
              <a:t> – Creating new threads is relatively expensive, each thread requires a fair amount of memory, threads are blocked most of the time waiting for IO.</a:t>
            </a:r>
          </a:p>
          <a:p>
            <a:r>
              <a:rPr lang="en-US" b="1" dirty="0"/>
              <a:t>Not scalable </a:t>
            </a:r>
            <a:r>
              <a:rPr lang="en-US" dirty="0"/>
              <a:t>– A TPC server cannot grow to accommodate tens of thousands of requests.</a:t>
            </a:r>
          </a:p>
          <a:p>
            <a:r>
              <a:rPr lang="en-US" b="1" dirty="0"/>
              <a:t>Poor availability </a:t>
            </a:r>
            <a:r>
              <a:rPr lang="en-US" dirty="0"/>
              <a:t>– Creating a new thread for each client takes a fair amount of time, the response time degrades as the number of clients increase.</a:t>
            </a:r>
          </a:p>
        </p:txBody>
      </p:sp>
    </p:spTree>
    <p:extLst>
      <p:ext uri="{BB962C8B-B14F-4D97-AF65-F5344CB8AC3E}">
        <p14:creationId xmlns:p14="http://schemas.microsoft.com/office/powerpoint/2010/main" val="3000864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BA045-5C7A-4DCB-9698-75C4323D4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reactor design pattern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5F7AF-4FA1-419C-B03E-C28641F96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non-blocking IO, so threads don’t waste time waiting for IO.</a:t>
            </a:r>
          </a:p>
          <a:p>
            <a:r>
              <a:rPr lang="en-US" dirty="0"/>
              <a:t>Have </a:t>
            </a:r>
            <a:r>
              <a:rPr lang="en-US" b="1" dirty="0"/>
              <a:t>one thread in charge of the network </a:t>
            </a:r>
            <a:r>
              <a:rPr lang="en-US" dirty="0"/>
              <a:t>– accepting new connections and handling IO.</a:t>
            </a:r>
          </a:p>
          <a:p>
            <a:r>
              <a:rPr lang="en-US" dirty="0"/>
              <a:t>Have a fixed number of threads which are in charge of the protocol. These threads will be responsible for encoding and decoding messages, and processing them.</a:t>
            </a:r>
          </a:p>
          <a:p>
            <a:r>
              <a:rPr lang="en-US" dirty="0"/>
              <a:t>Unlike in the TPC server, </a:t>
            </a:r>
            <a:r>
              <a:rPr lang="en-US" b="1" dirty="0"/>
              <a:t>each thread will handle multiple clients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0300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8CABF-E4E8-42E1-ADDD-79031B35A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Selector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35C44-DB5E-4121-8F54-969B3E8E3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When we perform non-blocking IO, read for example reads the currently available bytes, and returns the number of bytes read.</a:t>
            </a:r>
          </a:p>
          <a:p>
            <a:r>
              <a:rPr lang="en-US"/>
              <a:t>That means that read/write can return 0, and probably would do that most of the time.</a:t>
            </a:r>
          </a:p>
          <a:p>
            <a:r>
              <a:rPr lang="en-US"/>
              <a:t>We would like to have a way for our thread to wait until any of our channels is ready, and only then perform the read(),write() or accept(), </a:t>
            </a:r>
            <a:r>
              <a:rPr lang="en-US" b="1"/>
              <a:t>only on the ready channel</a:t>
            </a:r>
            <a:r>
              <a:rPr lang="en-US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132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2D768-19EF-4287-A6B8-9179B5ACF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Selector (cont)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4F71C-7388-49BE-BAF0-4B44DFCA3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8203"/>
            <a:ext cx="10515600" cy="4351338"/>
          </a:xfrm>
        </p:spPr>
        <p:txBody>
          <a:bodyPr/>
          <a:lstStyle/>
          <a:p>
            <a:r>
              <a:rPr lang="en-US"/>
              <a:t>The Selector registers itself to a channel.</a:t>
            </a:r>
          </a:p>
          <a:p>
            <a:r>
              <a:rPr lang="en-US"/>
              <a:t>Registration means that the channel informs the Selector when some event happens.</a:t>
            </a:r>
          </a:p>
          <a:p>
            <a:r>
              <a:rPr lang="en-US"/>
              <a:t>Such event can be – “The channel is ready to be read”, or “The channel can now be written to”, or “The channel can now accept”</a:t>
            </a:r>
          </a:p>
          <a:p>
            <a:r>
              <a:rPr lang="en-US"/>
              <a:t>During registration, the channel is told which events to monitor.</a:t>
            </a:r>
          </a:p>
          <a:p>
            <a:r>
              <a:rPr lang="en-US"/>
              <a:t>In addition when registering a Selector to a channel, one can add an attachment, which is an object we will have access to when the event occurs.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039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8A940-C8C9-43BA-90E3-117C4EB3F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Selector registration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27935-1B45-41E5-9244-492BB10A4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Registration can be done as follows:</a:t>
            </a:r>
          </a:p>
          <a:p>
            <a:endParaRPr lang="en-US" dirty="0"/>
          </a:p>
          <a:p>
            <a:r>
              <a:rPr lang="en-GB" dirty="0"/>
              <a:t>The server tells the Selector: "Notify me when there's data to read from this </a:t>
            </a:r>
            <a:r>
              <a:rPr lang="en-GB" dirty="0" err="1"/>
              <a:t>clientChan</a:t>
            </a:r>
            <a:r>
              <a:rPr lang="en-GB" dirty="0"/>
              <a:t>."</a:t>
            </a:r>
            <a:endParaRPr lang="en-US" dirty="0"/>
          </a:p>
          <a:p>
            <a:r>
              <a:rPr lang="en-US" dirty="0"/>
              <a:t>The data structure the Selector maintains looks like this: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29B770-B0EC-4E65-A4AD-533FE92A2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679" y="2622205"/>
            <a:ext cx="7867650" cy="628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401214-16F7-4293-9359-78848FEB21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4360531"/>
            <a:ext cx="8508609" cy="2535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826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C678E-A8E9-4C96-84F1-C86E541E3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Bitmasks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98FFC-11D1-4025-9807-53D1BA3DA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saw in the previous slide that the Selector maintains a field “Interested Ops” for every key.</a:t>
            </a:r>
          </a:p>
          <a:p>
            <a:r>
              <a:rPr lang="en-US" dirty="0" err="1"/>
              <a:t>SelectionKey.OP_READ</a:t>
            </a:r>
            <a:r>
              <a:rPr lang="en-US" dirty="0"/>
              <a:t> is a number representing a read event.</a:t>
            </a:r>
          </a:p>
          <a:p>
            <a:r>
              <a:rPr lang="en-US" dirty="0"/>
              <a:t>Similarly, </a:t>
            </a:r>
            <a:r>
              <a:rPr lang="en-US" dirty="0" err="1"/>
              <a:t>SelectionKey.OP_WRITE</a:t>
            </a:r>
            <a:r>
              <a:rPr lang="en-US" dirty="0"/>
              <a:t> is a number represents a write event.</a:t>
            </a:r>
          </a:p>
          <a:p>
            <a:r>
              <a:rPr lang="en-US" dirty="0"/>
              <a:t>How would we represent a read or write event?</a:t>
            </a:r>
          </a:p>
          <a:p>
            <a:r>
              <a:rPr lang="en-US" dirty="0"/>
              <a:t>We could create </a:t>
            </a:r>
            <a:r>
              <a:rPr lang="en-US" dirty="0" err="1"/>
              <a:t>SelectionKey.OP_READ_OR_WRITE</a:t>
            </a:r>
            <a:r>
              <a:rPr lang="en-US" dirty="0"/>
              <a:t>, but this is cumbersome.</a:t>
            </a:r>
          </a:p>
        </p:txBody>
      </p:sp>
    </p:spTree>
    <p:extLst>
      <p:ext uri="{BB962C8B-B14F-4D97-AF65-F5344CB8AC3E}">
        <p14:creationId xmlns:p14="http://schemas.microsoft.com/office/powerpoint/2010/main" val="2767345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05612-F597-4BE5-9C27-A7C66DF29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Bitmasks</a:t>
            </a:r>
            <a:endParaRPr lang="he-I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14F91D-90F5-4BEB-B927-8270DA0EA6E0}"/>
              </a:ext>
            </a:extLst>
          </p:cNvPr>
          <p:cNvSpPr txBox="1"/>
          <p:nvPr/>
        </p:nvSpPr>
        <p:spPr>
          <a:xfrm>
            <a:off x="1434966" y="1953927"/>
            <a:ext cx="2713522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dirty="0"/>
              <a:t>OP_READ - 1</a:t>
            </a:r>
            <a:endParaRPr lang="he-IL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89AFD0-4CF9-4F71-AE49-4D7563DCD73D}"/>
              </a:ext>
            </a:extLst>
          </p:cNvPr>
          <p:cNvSpPr txBox="1"/>
          <p:nvPr/>
        </p:nvSpPr>
        <p:spPr>
          <a:xfrm>
            <a:off x="1434966" y="2587591"/>
            <a:ext cx="2713522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dirty="0"/>
              <a:t>OP_WRITE - 4</a:t>
            </a:r>
            <a:endParaRPr lang="he-IL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E95ABE-3C44-49EC-AA8F-D367310C1A85}"/>
              </a:ext>
            </a:extLst>
          </p:cNvPr>
          <p:cNvSpPr txBox="1"/>
          <p:nvPr/>
        </p:nvSpPr>
        <p:spPr>
          <a:xfrm>
            <a:off x="1434966" y="3221255"/>
            <a:ext cx="2713522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dirty="0"/>
              <a:t>OP_ACCEPT - 16</a:t>
            </a:r>
            <a:endParaRPr lang="he-IL" sz="28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77055D3-C3CD-4CE4-B2BA-2846E1CEB7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261101"/>
              </p:ext>
            </p:extLst>
          </p:nvPr>
        </p:nvGraphicFramePr>
        <p:xfrm>
          <a:off x="5740402" y="2037005"/>
          <a:ext cx="4606224" cy="3708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75778">
                  <a:extLst>
                    <a:ext uri="{9D8B030D-6E8A-4147-A177-3AD203B41FA5}">
                      <a16:colId xmlns:a16="http://schemas.microsoft.com/office/drawing/2014/main" val="2998794425"/>
                    </a:ext>
                  </a:extLst>
                </a:gridCol>
                <a:gridCol w="575778">
                  <a:extLst>
                    <a:ext uri="{9D8B030D-6E8A-4147-A177-3AD203B41FA5}">
                      <a16:colId xmlns:a16="http://schemas.microsoft.com/office/drawing/2014/main" val="3492263900"/>
                    </a:ext>
                  </a:extLst>
                </a:gridCol>
                <a:gridCol w="575778">
                  <a:extLst>
                    <a:ext uri="{9D8B030D-6E8A-4147-A177-3AD203B41FA5}">
                      <a16:colId xmlns:a16="http://schemas.microsoft.com/office/drawing/2014/main" val="2433915472"/>
                    </a:ext>
                  </a:extLst>
                </a:gridCol>
                <a:gridCol w="575778">
                  <a:extLst>
                    <a:ext uri="{9D8B030D-6E8A-4147-A177-3AD203B41FA5}">
                      <a16:colId xmlns:a16="http://schemas.microsoft.com/office/drawing/2014/main" val="1315220106"/>
                    </a:ext>
                  </a:extLst>
                </a:gridCol>
                <a:gridCol w="575778">
                  <a:extLst>
                    <a:ext uri="{9D8B030D-6E8A-4147-A177-3AD203B41FA5}">
                      <a16:colId xmlns:a16="http://schemas.microsoft.com/office/drawing/2014/main" val="1800587898"/>
                    </a:ext>
                  </a:extLst>
                </a:gridCol>
                <a:gridCol w="575778">
                  <a:extLst>
                    <a:ext uri="{9D8B030D-6E8A-4147-A177-3AD203B41FA5}">
                      <a16:colId xmlns:a16="http://schemas.microsoft.com/office/drawing/2014/main" val="974592957"/>
                    </a:ext>
                  </a:extLst>
                </a:gridCol>
                <a:gridCol w="604560">
                  <a:extLst>
                    <a:ext uri="{9D8B030D-6E8A-4147-A177-3AD203B41FA5}">
                      <a16:colId xmlns:a16="http://schemas.microsoft.com/office/drawing/2014/main" val="3133294093"/>
                    </a:ext>
                  </a:extLst>
                </a:gridCol>
                <a:gridCol w="546996">
                  <a:extLst>
                    <a:ext uri="{9D8B030D-6E8A-4147-A177-3AD203B41FA5}">
                      <a16:colId xmlns:a16="http://schemas.microsoft.com/office/drawing/2014/main" val="3557097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929672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6BCFE5B-BCDE-4909-98CF-087B38C8C2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510345"/>
              </p:ext>
            </p:extLst>
          </p:nvPr>
        </p:nvGraphicFramePr>
        <p:xfrm>
          <a:off x="5740402" y="2615655"/>
          <a:ext cx="4606224" cy="3708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75778">
                  <a:extLst>
                    <a:ext uri="{9D8B030D-6E8A-4147-A177-3AD203B41FA5}">
                      <a16:colId xmlns:a16="http://schemas.microsoft.com/office/drawing/2014/main" val="2998794425"/>
                    </a:ext>
                  </a:extLst>
                </a:gridCol>
                <a:gridCol w="575778">
                  <a:extLst>
                    <a:ext uri="{9D8B030D-6E8A-4147-A177-3AD203B41FA5}">
                      <a16:colId xmlns:a16="http://schemas.microsoft.com/office/drawing/2014/main" val="3492263900"/>
                    </a:ext>
                  </a:extLst>
                </a:gridCol>
                <a:gridCol w="575778">
                  <a:extLst>
                    <a:ext uri="{9D8B030D-6E8A-4147-A177-3AD203B41FA5}">
                      <a16:colId xmlns:a16="http://schemas.microsoft.com/office/drawing/2014/main" val="2433915472"/>
                    </a:ext>
                  </a:extLst>
                </a:gridCol>
                <a:gridCol w="575778">
                  <a:extLst>
                    <a:ext uri="{9D8B030D-6E8A-4147-A177-3AD203B41FA5}">
                      <a16:colId xmlns:a16="http://schemas.microsoft.com/office/drawing/2014/main" val="1315220106"/>
                    </a:ext>
                  </a:extLst>
                </a:gridCol>
                <a:gridCol w="575778">
                  <a:extLst>
                    <a:ext uri="{9D8B030D-6E8A-4147-A177-3AD203B41FA5}">
                      <a16:colId xmlns:a16="http://schemas.microsoft.com/office/drawing/2014/main" val="1800587898"/>
                    </a:ext>
                  </a:extLst>
                </a:gridCol>
                <a:gridCol w="575778">
                  <a:extLst>
                    <a:ext uri="{9D8B030D-6E8A-4147-A177-3AD203B41FA5}">
                      <a16:colId xmlns:a16="http://schemas.microsoft.com/office/drawing/2014/main" val="974592957"/>
                    </a:ext>
                  </a:extLst>
                </a:gridCol>
                <a:gridCol w="604560">
                  <a:extLst>
                    <a:ext uri="{9D8B030D-6E8A-4147-A177-3AD203B41FA5}">
                      <a16:colId xmlns:a16="http://schemas.microsoft.com/office/drawing/2014/main" val="3133294093"/>
                    </a:ext>
                  </a:extLst>
                </a:gridCol>
                <a:gridCol w="546996">
                  <a:extLst>
                    <a:ext uri="{9D8B030D-6E8A-4147-A177-3AD203B41FA5}">
                      <a16:colId xmlns:a16="http://schemas.microsoft.com/office/drawing/2014/main" val="3557097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929672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4B1D95C-CA9E-4359-BF97-159B70078A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576489"/>
              </p:ext>
            </p:extLst>
          </p:nvPr>
        </p:nvGraphicFramePr>
        <p:xfrm>
          <a:off x="5740402" y="3258944"/>
          <a:ext cx="4606224" cy="3708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75778">
                  <a:extLst>
                    <a:ext uri="{9D8B030D-6E8A-4147-A177-3AD203B41FA5}">
                      <a16:colId xmlns:a16="http://schemas.microsoft.com/office/drawing/2014/main" val="2998794425"/>
                    </a:ext>
                  </a:extLst>
                </a:gridCol>
                <a:gridCol w="575778">
                  <a:extLst>
                    <a:ext uri="{9D8B030D-6E8A-4147-A177-3AD203B41FA5}">
                      <a16:colId xmlns:a16="http://schemas.microsoft.com/office/drawing/2014/main" val="3492263900"/>
                    </a:ext>
                  </a:extLst>
                </a:gridCol>
                <a:gridCol w="575778">
                  <a:extLst>
                    <a:ext uri="{9D8B030D-6E8A-4147-A177-3AD203B41FA5}">
                      <a16:colId xmlns:a16="http://schemas.microsoft.com/office/drawing/2014/main" val="2433915472"/>
                    </a:ext>
                  </a:extLst>
                </a:gridCol>
                <a:gridCol w="575778">
                  <a:extLst>
                    <a:ext uri="{9D8B030D-6E8A-4147-A177-3AD203B41FA5}">
                      <a16:colId xmlns:a16="http://schemas.microsoft.com/office/drawing/2014/main" val="1315220106"/>
                    </a:ext>
                  </a:extLst>
                </a:gridCol>
                <a:gridCol w="575778">
                  <a:extLst>
                    <a:ext uri="{9D8B030D-6E8A-4147-A177-3AD203B41FA5}">
                      <a16:colId xmlns:a16="http://schemas.microsoft.com/office/drawing/2014/main" val="1800587898"/>
                    </a:ext>
                  </a:extLst>
                </a:gridCol>
                <a:gridCol w="575778">
                  <a:extLst>
                    <a:ext uri="{9D8B030D-6E8A-4147-A177-3AD203B41FA5}">
                      <a16:colId xmlns:a16="http://schemas.microsoft.com/office/drawing/2014/main" val="974592957"/>
                    </a:ext>
                  </a:extLst>
                </a:gridCol>
                <a:gridCol w="604560">
                  <a:extLst>
                    <a:ext uri="{9D8B030D-6E8A-4147-A177-3AD203B41FA5}">
                      <a16:colId xmlns:a16="http://schemas.microsoft.com/office/drawing/2014/main" val="3133294093"/>
                    </a:ext>
                  </a:extLst>
                </a:gridCol>
                <a:gridCol w="546996">
                  <a:extLst>
                    <a:ext uri="{9D8B030D-6E8A-4147-A177-3AD203B41FA5}">
                      <a16:colId xmlns:a16="http://schemas.microsoft.com/office/drawing/2014/main" val="3557097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929672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E300017-2D43-4BBE-8AC0-10512D23BC97}"/>
              </a:ext>
            </a:extLst>
          </p:cNvPr>
          <p:cNvSpPr txBox="1"/>
          <p:nvPr/>
        </p:nvSpPr>
        <p:spPr>
          <a:xfrm>
            <a:off x="1434965" y="4119244"/>
            <a:ext cx="4305437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dirty="0"/>
              <a:t>OP_READ | OP_WRITE - 5 </a:t>
            </a:r>
            <a:endParaRPr lang="he-IL" sz="280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C41397F-73FF-46D4-BE40-C7D8CD3D6D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577948"/>
              </p:ext>
            </p:extLst>
          </p:nvPr>
        </p:nvGraphicFramePr>
        <p:xfrm>
          <a:off x="5740402" y="4195434"/>
          <a:ext cx="4606224" cy="3708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75778">
                  <a:extLst>
                    <a:ext uri="{9D8B030D-6E8A-4147-A177-3AD203B41FA5}">
                      <a16:colId xmlns:a16="http://schemas.microsoft.com/office/drawing/2014/main" val="2998794425"/>
                    </a:ext>
                  </a:extLst>
                </a:gridCol>
                <a:gridCol w="575778">
                  <a:extLst>
                    <a:ext uri="{9D8B030D-6E8A-4147-A177-3AD203B41FA5}">
                      <a16:colId xmlns:a16="http://schemas.microsoft.com/office/drawing/2014/main" val="3492263900"/>
                    </a:ext>
                  </a:extLst>
                </a:gridCol>
                <a:gridCol w="575778">
                  <a:extLst>
                    <a:ext uri="{9D8B030D-6E8A-4147-A177-3AD203B41FA5}">
                      <a16:colId xmlns:a16="http://schemas.microsoft.com/office/drawing/2014/main" val="2433915472"/>
                    </a:ext>
                  </a:extLst>
                </a:gridCol>
                <a:gridCol w="575778">
                  <a:extLst>
                    <a:ext uri="{9D8B030D-6E8A-4147-A177-3AD203B41FA5}">
                      <a16:colId xmlns:a16="http://schemas.microsoft.com/office/drawing/2014/main" val="1315220106"/>
                    </a:ext>
                  </a:extLst>
                </a:gridCol>
                <a:gridCol w="575778">
                  <a:extLst>
                    <a:ext uri="{9D8B030D-6E8A-4147-A177-3AD203B41FA5}">
                      <a16:colId xmlns:a16="http://schemas.microsoft.com/office/drawing/2014/main" val="1800587898"/>
                    </a:ext>
                  </a:extLst>
                </a:gridCol>
                <a:gridCol w="575778">
                  <a:extLst>
                    <a:ext uri="{9D8B030D-6E8A-4147-A177-3AD203B41FA5}">
                      <a16:colId xmlns:a16="http://schemas.microsoft.com/office/drawing/2014/main" val="974592957"/>
                    </a:ext>
                  </a:extLst>
                </a:gridCol>
                <a:gridCol w="604560">
                  <a:extLst>
                    <a:ext uri="{9D8B030D-6E8A-4147-A177-3AD203B41FA5}">
                      <a16:colId xmlns:a16="http://schemas.microsoft.com/office/drawing/2014/main" val="3133294093"/>
                    </a:ext>
                  </a:extLst>
                </a:gridCol>
                <a:gridCol w="546996">
                  <a:extLst>
                    <a:ext uri="{9D8B030D-6E8A-4147-A177-3AD203B41FA5}">
                      <a16:colId xmlns:a16="http://schemas.microsoft.com/office/drawing/2014/main" val="3557097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9296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2573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C678E-A8E9-4C96-84F1-C86E541E3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Bitmasks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98FFC-11D1-4025-9807-53D1BA3DA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93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We could use bitmasks, We’ll define values of the flags so their 1-bits won’t overlap. </a:t>
            </a:r>
          </a:p>
          <a:p>
            <a:r>
              <a:rPr lang="en-US" dirty="0"/>
              <a:t>Read or write will be OP_READ | OP_WRITE. </a:t>
            </a:r>
          </a:p>
          <a:p>
            <a:r>
              <a:rPr lang="en-US" dirty="0"/>
              <a:t>When checking for read event, it’s enough to check e &amp; OP_READ.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0FE830E-F8F8-4123-B8AB-4E531EF26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413771"/>
              </p:ext>
            </p:extLst>
          </p:nvPr>
        </p:nvGraphicFramePr>
        <p:xfrm>
          <a:off x="6096000" y="4809080"/>
          <a:ext cx="4606224" cy="3708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75778">
                  <a:extLst>
                    <a:ext uri="{9D8B030D-6E8A-4147-A177-3AD203B41FA5}">
                      <a16:colId xmlns:a16="http://schemas.microsoft.com/office/drawing/2014/main" val="2998794425"/>
                    </a:ext>
                  </a:extLst>
                </a:gridCol>
                <a:gridCol w="575778">
                  <a:extLst>
                    <a:ext uri="{9D8B030D-6E8A-4147-A177-3AD203B41FA5}">
                      <a16:colId xmlns:a16="http://schemas.microsoft.com/office/drawing/2014/main" val="3492263900"/>
                    </a:ext>
                  </a:extLst>
                </a:gridCol>
                <a:gridCol w="575778">
                  <a:extLst>
                    <a:ext uri="{9D8B030D-6E8A-4147-A177-3AD203B41FA5}">
                      <a16:colId xmlns:a16="http://schemas.microsoft.com/office/drawing/2014/main" val="2433915472"/>
                    </a:ext>
                  </a:extLst>
                </a:gridCol>
                <a:gridCol w="575778">
                  <a:extLst>
                    <a:ext uri="{9D8B030D-6E8A-4147-A177-3AD203B41FA5}">
                      <a16:colId xmlns:a16="http://schemas.microsoft.com/office/drawing/2014/main" val="1315220106"/>
                    </a:ext>
                  </a:extLst>
                </a:gridCol>
                <a:gridCol w="575778">
                  <a:extLst>
                    <a:ext uri="{9D8B030D-6E8A-4147-A177-3AD203B41FA5}">
                      <a16:colId xmlns:a16="http://schemas.microsoft.com/office/drawing/2014/main" val="1800587898"/>
                    </a:ext>
                  </a:extLst>
                </a:gridCol>
                <a:gridCol w="575778">
                  <a:extLst>
                    <a:ext uri="{9D8B030D-6E8A-4147-A177-3AD203B41FA5}">
                      <a16:colId xmlns:a16="http://schemas.microsoft.com/office/drawing/2014/main" val="974592957"/>
                    </a:ext>
                  </a:extLst>
                </a:gridCol>
                <a:gridCol w="604560">
                  <a:extLst>
                    <a:ext uri="{9D8B030D-6E8A-4147-A177-3AD203B41FA5}">
                      <a16:colId xmlns:a16="http://schemas.microsoft.com/office/drawing/2014/main" val="3133294093"/>
                    </a:ext>
                  </a:extLst>
                </a:gridCol>
                <a:gridCol w="546996">
                  <a:extLst>
                    <a:ext uri="{9D8B030D-6E8A-4147-A177-3AD203B41FA5}">
                      <a16:colId xmlns:a16="http://schemas.microsoft.com/office/drawing/2014/main" val="3557097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929672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3490F86-BCEE-4660-B122-7106AECC3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931124"/>
              </p:ext>
            </p:extLst>
          </p:nvPr>
        </p:nvGraphicFramePr>
        <p:xfrm>
          <a:off x="6096000" y="4001294"/>
          <a:ext cx="4606224" cy="3708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75778">
                  <a:extLst>
                    <a:ext uri="{9D8B030D-6E8A-4147-A177-3AD203B41FA5}">
                      <a16:colId xmlns:a16="http://schemas.microsoft.com/office/drawing/2014/main" val="2998794425"/>
                    </a:ext>
                  </a:extLst>
                </a:gridCol>
                <a:gridCol w="575778">
                  <a:extLst>
                    <a:ext uri="{9D8B030D-6E8A-4147-A177-3AD203B41FA5}">
                      <a16:colId xmlns:a16="http://schemas.microsoft.com/office/drawing/2014/main" val="3492263900"/>
                    </a:ext>
                  </a:extLst>
                </a:gridCol>
                <a:gridCol w="575778">
                  <a:extLst>
                    <a:ext uri="{9D8B030D-6E8A-4147-A177-3AD203B41FA5}">
                      <a16:colId xmlns:a16="http://schemas.microsoft.com/office/drawing/2014/main" val="2433915472"/>
                    </a:ext>
                  </a:extLst>
                </a:gridCol>
                <a:gridCol w="575778">
                  <a:extLst>
                    <a:ext uri="{9D8B030D-6E8A-4147-A177-3AD203B41FA5}">
                      <a16:colId xmlns:a16="http://schemas.microsoft.com/office/drawing/2014/main" val="1315220106"/>
                    </a:ext>
                  </a:extLst>
                </a:gridCol>
                <a:gridCol w="575778">
                  <a:extLst>
                    <a:ext uri="{9D8B030D-6E8A-4147-A177-3AD203B41FA5}">
                      <a16:colId xmlns:a16="http://schemas.microsoft.com/office/drawing/2014/main" val="1800587898"/>
                    </a:ext>
                  </a:extLst>
                </a:gridCol>
                <a:gridCol w="575778">
                  <a:extLst>
                    <a:ext uri="{9D8B030D-6E8A-4147-A177-3AD203B41FA5}">
                      <a16:colId xmlns:a16="http://schemas.microsoft.com/office/drawing/2014/main" val="974592957"/>
                    </a:ext>
                  </a:extLst>
                </a:gridCol>
                <a:gridCol w="604560">
                  <a:extLst>
                    <a:ext uri="{9D8B030D-6E8A-4147-A177-3AD203B41FA5}">
                      <a16:colId xmlns:a16="http://schemas.microsoft.com/office/drawing/2014/main" val="3133294093"/>
                    </a:ext>
                  </a:extLst>
                </a:gridCol>
                <a:gridCol w="546996">
                  <a:extLst>
                    <a:ext uri="{9D8B030D-6E8A-4147-A177-3AD203B41FA5}">
                      <a16:colId xmlns:a16="http://schemas.microsoft.com/office/drawing/2014/main" val="3557097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9296725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B3879D3E-36A2-4AC5-B50D-22ECB754F68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8337" y="4119514"/>
            <a:ext cx="171429" cy="134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A3AABD-5095-48F1-ABFE-0EF7E62EAD8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9323" y="4112047"/>
            <a:ext cx="196571" cy="1493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C82FE3F-36B9-4CBD-8281-9524777D261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0309" y="4111778"/>
            <a:ext cx="198095" cy="15238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30E10C3-0302-4BAD-A70C-7F90B585618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7300" y="4111778"/>
            <a:ext cx="201143" cy="14933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FB588EE-1047-4417-BCC4-206C64D3CDC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6800" y="4109889"/>
            <a:ext cx="196571" cy="15238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E232D8D-E06F-4446-813F-20D5A3A26A5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8363" y="4119514"/>
            <a:ext cx="198095" cy="15238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3D4680E-BD17-4838-813B-5F7D1AE75A99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7699" y="4104581"/>
            <a:ext cx="204190" cy="15238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EA7FBCA-D511-4F06-B2C4-50CDCCE3B1F5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8366" y="4104581"/>
            <a:ext cx="198095" cy="15238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A78F356-BE31-47C9-95A8-4D00C230897D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0946" y="4010727"/>
            <a:ext cx="188564" cy="21757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DF2C5502-5243-41DF-907E-67955994C2E4}"/>
              </a:ext>
            </a:extLst>
          </p:cNvPr>
          <p:cNvSpPr txBox="1"/>
          <p:nvPr/>
        </p:nvSpPr>
        <p:spPr>
          <a:xfrm>
            <a:off x="3752939" y="4674695"/>
            <a:ext cx="2713522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dirty="0"/>
              <a:t>OP_READ</a:t>
            </a:r>
            <a:endParaRPr lang="he-IL" sz="28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E22C04-FECA-4665-B352-B00C206926CF}"/>
              </a:ext>
            </a:extLst>
          </p:cNvPr>
          <p:cNvSpPr txBox="1"/>
          <p:nvPr/>
        </p:nvSpPr>
        <p:spPr>
          <a:xfrm>
            <a:off x="7946458" y="4292760"/>
            <a:ext cx="2713522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dirty="0"/>
              <a:t>&amp;</a:t>
            </a:r>
            <a:endParaRPr lang="he-IL" sz="2800" dirty="0"/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89B1A417-6303-4209-ADC0-AF60A85C85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641078"/>
              </p:ext>
            </p:extLst>
          </p:nvPr>
        </p:nvGraphicFramePr>
        <p:xfrm>
          <a:off x="6102730" y="5670823"/>
          <a:ext cx="4606224" cy="3708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75778">
                  <a:extLst>
                    <a:ext uri="{9D8B030D-6E8A-4147-A177-3AD203B41FA5}">
                      <a16:colId xmlns:a16="http://schemas.microsoft.com/office/drawing/2014/main" val="2998794425"/>
                    </a:ext>
                  </a:extLst>
                </a:gridCol>
                <a:gridCol w="575778">
                  <a:extLst>
                    <a:ext uri="{9D8B030D-6E8A-4147-A177-3AD203B41FA5}">
                      <a16:colId xmlns:a16="http://schemas.microsoft.com/office/drawing/2014/main" val="3492263900"/>
                    </a:ext>
                  </a:extLst>
                </a:gridCol>
                <a:gridCol w="575778">
                  <a:extLst>
                    <a:ext uri="{9D8B030D-6E8A-4147-A177-3AD203B41FA5}">
                      <a16:colId xmlns:a16="http://schemas.microsoft.com/office/drawing/2014/main" val="2433915472"/>
                    </a:ext>
                  </a:extLst>
                </a:gridCol>
                <a:gridCol w="575778">
                  <a:extLst>
                    <a:ext uri="{9D8B030D-6E8A-4147-A177-3AD203B41FA5}">
                      <a16:colId xmlns:a16="http://schemas.microsoft.com/office/drawing/2014/main" val="1315220106"/>
                    </a:ext>
                  </a:extLst>
                </a:gridCol>
                <a:gridCol w="575778">
                  <a:extLst>
                    <a:ext uri="{9D8B030D-6E8A-4147-A177-3AD203B41FA5}">
                      <a16:colId xmlns:a16="http://schemas.microsoft.com/office/drawing/2014/main" val="1800587898"/>
                    </a:ext>
                  </a:extLst>
                </a:gridCol>
                <a:gridCol w="575778">
                  <a:extLst>
                    <a:ext uri="{9D8B030D-6E8A-4147-A177-3AD203B41FA5}">
                      <a16:colId xmlns:a16="http://schemas.microsoft.com/office/drawing/2014/main" val="974592957"/>
                    </a:ext>
                  </a:extLst>
                </a:gridCol>
                <a:gridCol w="604560">
                  <a:extLst>
                    <a:ext uri="{9D8B030D-6E8A-4147-A177-3AD203B41FA5}">
                      <a16:colId xmlns:a16="http://schemas.microsoft.com/office/drawing/2014/main" val="3133294093"/>
                    </a:ext>
                  </a:extLst>
                </a:gridCol>
                <a:gridCol w="546996">
                  <a:extLst>
                    <a:ext uri="{9D8B030D-6E8A-4147-A177-3AD203B41FA5}">
                      <a16:colId xmlns:a16="http://schemas.microsoft.com/office/drawing/2014/main" val="3557097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9296725"/>
                  </a:ext>
                </a:extLst>
              </a:tr>
            </a:tbl>
          </a:graphicData>
        </a:graphic>
      </p:graphicFrame>
      <p:pic>
        <p:nvPicPr>
          <p:cNvPr id="38" name="Picture 37">
            <a:extLst>
              <a:ext uri="{FF2B5EF4-FFF2-40B4-BE49-F238E27FC236}">
                <a16:creationId xmlns:a16="http://schemas.microsoft.com/office/drawing/2014/main" id="{F61C9E94-A4ED-470A-876D-313BAF0AAA3F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8172" y="5789043"/>
            <a:ext cx="171429" cy="1344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ABFB5928-350D-414B-843F-47D6E3D70E63}"/>
              </a:ext>
            </a:extLst>
          </p:cNvPr>
          <p:cNvSpPr txBox="1"/>
          <p:nvPr/>
        </p:nvSpPr>
        <p:spPr>
          <a:xfrm>
            <a:off x="831469" y="5594633"/>
            <a:ext cx="5550079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dirty="0"/>
              <a:t>Different than 0 </a:t>
            </a:r>
            <a:r>
              <a:rPr lang="en-US" sz="2800" dirty="0" err="1"/>
              <a:t>iff</a:t>
            </a:r>
            <a:r>
              <a:rPr lang="en-US" sz="2800" dirty="0"/>
              <a:t> </a:t>
            </a:r>
            <a:endParaRPr lang="he-IL" sz="28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F885817-7DB9-4DB6-8038-EE232C88CD80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2564" y="5709323"/>
            <a:ext cx="930133" cy="2880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89D25295-030F-4B52-B0FF-99F206AE8660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014" y="3951451"/>
            <a:ext cx="3523121" cy="38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895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2" grpId="0"/>
      <p:bldP spid="36" grpId="0"/>
      <p:bldP spid="3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6A26C-03B0-4FB1-A102-12DCFCF7A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Selector’s select()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533B1-3A5A-44A6-8245-B30D6BE76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Selector holds 3 lists of selection keys: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key – A set of all the selection keys in the Selector.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selected-key – A set of all the selection keys with a ready operation in the Selector.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cancelled-key – A set of all the selection keys that were cancelled but not yet unregistered in the selector.</a:t>
            </a:r>
          </a:p>
          <a:p>
            <a:r>
              <a:rPr lang="en-US" dirty="0"/>
              <a:t>Once a Selector is registered to some channel, one can use the “select()” method.</a:t>
            </a:r>
          </a:p>
          <a:p>
            <a:r>
              <a:rPr lang="en-US" dirty="0"/>
              <a:t>The method blocks until at least one of the channels is ready for the registered event. Then, a set of </a:t>
            </a:r>
            <a:r>
              <a:rPr lang="en-US" dirty="0" err="1"/>
              <a:t>SelectionKeys</a:t>
            </a:r>
            <a:r>
              <a:rPr lang="en-US" dirty="0"/>
              <a:t> is returned.</a:t>
            </a:r>
          </a:p>
        </p:txBody>
      </p:sp>
    </p:spTree>
    <p:extLst>
      <p:ext uri="{BB962C8B-B14F-4D97-AF65-F5344CB8AC3E}">
        <p14:creationId xmlns:p14="http://schemas.microsoft.com/office/powerpoint/2010/main" val="2747424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73694-5E8A-4B6A-BF04-727FC52FF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Reactor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B2A13-BE1E-4811-9B44-A2B3672B5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that we know how Java’s non-blocking IO works, we’ll take a closer look at the Reactor implementation which employs it.</a:t>
            </a:r>
          </a:p>
          <a:p>
            <a:r>
              <a:rPr lang="en-US" dirty="0"/>
              <a:t>We will concentrate on the “core” reactor classes – Reactor, NonblockingConnectionHandler, ActorThreadPool.</a:t>
            </a:r>
          </a:p>
          <a:p>
            <a:r>
              <a:rPr lang="en-US" dirty="0"/>
              <a:t>The Reactor is the main thread (a.k.a IO thread), which is tasked with reading, writing, and accepting new connections.</a:t>
            </a:r>
          </a:p>
          <a:p>
            <a:r>
              <a:rPr lang="en-US" dirty="0"/>
              <a:t>The reactor also holds a thread pool of workers, these workers are in charge of message tokenization and protocol handling.</a:t>
            </a:r>
          </a:p>
        </p:txBody>
      </p:sp>
    </p:spTree>
    <p:extLst>
      <p:ext uri="{BB962C8B-B14F-4D97-AF65-F5344CB8AC3E}">
        <p14:creationId xmlns:p14="http://schemas.microsoft.com/office/powerpoint/2010/main" val="3558346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5ECA0-1D9C-C895-2FBD-9A2A7A4E5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 blocking Connection Handler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EA925-0D3C-FBC7-F6E9-469FE6514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longer a runnable as it was in TPC.</a:t>
            </a:r>
          </a:p>
          <a:p>
            <a:r>
              <a:rPr lang="en-US" dirty="0"/>
              <a:t>Contains the handling of reading and writing from Channels to </a:t>
            </a:r>
            <a:r>
              <a:rPr lang="en-US" dirty="0" err="1"/>
              <a:t>ByteBuffers</a:t>
            </a:r>
            <a:r>
              <a:rPr lang="en-US" dirty="0"/>
              <a:t> and vice versa.</a:t>
            </a:r>
          </a:p>
          <a:p>
            <a:r>
              <a:rPr lang="en-US" dirty="0"/>
              <a:t>Uses a </a:t>
            </a:r>
            <a:r>
              <a:rPr lang="en-US" dirty="0" err="1"/>
              <a:t>ByteBuffer</a:t>
            </a:r>
            <a:r>
              <a:rPr lang="en-US" dirty="0"/>
              <a:t> pool for minimizing allocation on memory.</a:t>
            </a:r>
          </a:p>
          <a:p>
            <a:r>
              <a:rPr lang="en-US" dirty="0"/>
              <a:t>When bytes are read, creates lambda to pass as a task to the ActorThreadPool (our tuned version of </a:t>
            </a:r>
            <a:r>
              <a:rPr lang="en-US" dirty="0" err="1"/>
              <a:t>ExecutorService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613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DC61D2-39F4-4BDE-A7FC-E9D0ADD0CDEC}"/>
              </a:ext>
            </a:extLst>
          </p:cNvPr>
          <p:cNvSpPr/>
          <p:nvPr/>
        </p:nvSpPr>
        <p:spPr>
          <a:xfrm>
            <a:off x="4286774" y="1677800"/>
            <a:ext cx="7267922" cy="12583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BD7011-79EE-4FD4-8A8F-D68E4A735F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2969" b="94531" l="6421" r="43981">
                        <a14:foregroundMark x1="15730" y1="77188" x2="23435" y2="74531"/>
                        <a14:foregroundMark x1="23435" y1="74531" x2="22472" y2="83594"/>
                        <a14:foregroundMark x1="22472" y1="83594" x2="35955" y2="71875"/>
                        <a14:foregroundMark x1="35955" y1="71875" x2="35955" y2="71719"/>
                        <a14:foregroundMark x1="20385" y1="78438" x2="20225" y2="78125"/>
                        <a14:foregroundMark x1="19422" y1="78906" x2="19583" y2="80469"/>
                        <a14:foregroundMark x1="25361" y1="83594" x2="24398" y2="84844"/>
                        <a14:foregroundMark x1="39165" y1="69531" x2="39165" y2="71094"/>
                        <a14:foregroundMark x1="19422" y1="91094" x2="24238" y2="90469"/>
                        <a14:foregroundMark x1="27127" y1="91719" x2="32584" y2="90781"/>
                        <a14:foregroundMark x1="40610" y1="71250" x2="40610" y2="71250"/>
                        <a14:foregroundMark x1="23917" y1="83906" x2="26324" y2="84063"/>
                        <a14:foregroundMark x1="40610" y1="73906" x2="40449" y2="77813"/>
                        <a14:foregroundMark x1="40931" y1="66406" x2="40861" y2="66136"/>
                        <a14:foregroundMark x1="40931" y1="66094" x2="41091" y2="67656"/>
                        <a14:foregroundMark x1="40770" y1="76719" x2="40770" y2="78750"/>
                        <a14:foregroundMark x1="40931" y1="88594" x2="40289" y2="84844"/>
                        <a14:foregroundMark x1="40770" y1="86719" x2="40289" y2="82656"/>
                        <a14:foregroundMark x1="40931" y1="84844" x2="40770" y2="82344"/>
                        <a14:foregroundMark x1="41252" y1="81719" x2="41252" y2="78438"/>
                        <a14:foregroundMark x1="41252" y1="67656" x2="40931" y2="78906"/>
                        <a14:foregroundMark x1="41252" y1="78281" x2="41573" y2="72344"/>
                        <a14:foregroundMark x1="41573" y1="67656" x2="41573" y2="65999"/>
                        <a14:foregroundMark x1="41252" y1="88281" x2="40931" y2="92344"/>
                        <a14:foregroundMark x1="40610" y1="92344" x2="36047" y2="92824"/>
                        <a14:backgroundMark x1="8828" y1="95156" x2="6902" y2="94063"/>
                        <a14:backgroundMark x1="39647" y1="63594" x2="38684" y2="62500"/>
                        <a14:backgroundMark x1="39326" y1="63281" x2="40770" y2="63281"/>
                        <a14:backgroundMark x1="40289" y1="64063" x2="41413" y2="64375"/>
                        <a14:backgroundMark x1="42055" y1="65625" x2="41252" y2="65000"/>
                        <a14:backgroundMark x1="41734" y1="65156" x2="41894" y2="65938"/>
                        <a14:backgroundMark x1="37079" y1="94844" x2="28571" y2="95000"/>
                        <a14:backgroundMark x1="36437" y1="94531" x2="38684" y2="94531"/>
                        <a14:backgroundMark x1="36918" y1="94063" x2="35474" y2="94219"/>
                        <a14:backgroundMark x1="8989" y1="94219" x2="8026" y2="94219"/>
                        <a14:backgroundMark x1="8668" y1="94844" x2="13162" y2="95000"/>
                        <a14:backgroundMark x1="12520" y1="94844" x2="17014" y2="94844"/>
                        <a14:backgroundMark x1="16212" y1="95156" x2="23435" y2="95313"/>
                        <a14:backgroundMark x1="23274" y1="94844" x2="28090" y2="946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846" t="59175" r="51113" b="2018"/>
          <a:stretch/>
        </p:blipFill>
        <p:spPr>
          <a:xfrm>
            <a:off x="10273334" y="1839967"/>
            <a:ext cx="1030743" cy="873524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2854A279-2520-4BEA-99E1-3C68EFC4A701}"/>
              </a:ext>
            </a:extLst>
          </p:cNvPr>
          <p:cNvSpPr/>
          <p:nvPr/>
        </p:nvSpPr>
        <p:spPr>
          <a:xfrm>
            <a:off x="486561" y="3127938"/>
            <a:ext cx="11068135" cy="33357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A8C2610-6E59-4E10-9CFE-49DB92E62CD7}"/>
              </a:ext>
            </a:extLst>
          </p:cNvPr>
          <p:cNvSpPr/>
          <p:nvPr/>
        </p:nvSpPr>
        <p:spPr>
          <a:xfrm>
            <a:off x="4658613" y="971606"/>
            <a:ext cx="1010449" cy="1010449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Read Task</a:t>
            </a:r>
            <a:endParaRPr lang="he-IL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D63ACD-E4E3-4907-87F9-812E81EBDCFC}"/>
              </a:ext>
            </a:extLst>
          </p:cNvPr>
          <p:cNvSpPr txBox="1"/>
          <p:nvPr/>
        </p:nvSpPr>
        <p:spPr>
          <a:xfrm>
            <a:off x="1020781" y="3212925"/>
            <a:ext cx="259219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Actor thread pool</a:t>
            </a:r>
            <a:endParaRPr lang="he-IL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61A172C-2625-44BC-8860-FA3973368E2E}"/>
              </a:ext>
            </a:extLst>
          </p:cNvPr>
          <p:cNvGrpSpPr/>
          <p:nvPr/>
        </p:nvGrpSpPr>
        <p:grpSpPr>
          <a:xfrm>
            <a:off x="8571346" y="2167929"/>
            <a:ext cx="632682" cy="632682"/>
            <a:chOff x="7332916" y="1625128"/>
            <a:chExt cx="858190" cy="85819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C6E71AA-437E-437E-BCCE-DBC5C374E548}"/>
                </a:ext>
              </a:extLst>
            </p:cNvPr>
            <p:cNvSpPr/>
            <p:nvPr/>
          </p:nvSpPr>
          <p:spPr>
            <a:xfrm>
              <a:off x="7332916" y="1625128"/>
              <a:ext cx="858190" cy="8581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BCFAF22D-9BC2-433E-81BA-F7C01C8944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62969" b="94531" l="6421" r="43981">
                          <a14:foregroundMark x1="15730" y1="77188" x2="23435" y2="74531"/>
                          <a14:foregroundMark x1="23435" y1="74531" x2="22472" y2="83594"/>
                          <a14:foregroundMark x1="22472" y1="83594" x2="35955" y2="71875"/>
                          <a14:foregroundMark x1="35955" y1="71875" x2="35955" y2="71719"/>
                          <a14:foregroundMark x1="20385" y1="78438" x2="20225" y2="78125"/>
                          <a14:foregroundMark x1="19422" y1="78906" x2="19583" y2="80469"/>
                          <a14:foregroundMark x1="25361" y1="83594" x2="24398" y2="84844"/>
                          <a14:foregroundMark x1="39165" y1="69531" x2="39165" y2="71094"/>
                          <a14:foregroundMark x1="19422" y1="91094" x2="24238" y2="90469"/>
                          <a14:foregroundMark x1="27127" y1="91719" x2="32584" y2="90781"/>
                          <a14:foregroundMark x1="40610" y1="71250" x2="40610" y2="71250"/>
                          <a14:foregroundMark x1="23917" y1="83906" x2="26324" y2="84063"/>
                          <a14:foregroundMark x1="40610" y1="73906" x2="40449" y2="77813"/>
                          <a14:foregroundMark x1="40931" y1="66406" x2="40861" y2="66136"/>
                          <a14:foregroundMark x1="40931" y1="66094" x2="41091" y2="67656"/>
                          <a14:foregroundMark x1="40770" y1="76719" x2="40770" y2="78750"/>
                          <a14:foregroundMark x1="40931" y1="88594" x2="40289" y2="84844"/>
                          <a14:foregroundMark x1="40770" y1="86719" x2="40289" y2="82656"/>
                          <a14:foregroundMark x1="40931" y1="84844" x2="40770" y2="82344"/>
                          <a14:foregroundMark x1="41252" y1="81719" x2="41252" y2="78438"/>
                          <a14:foregroundMark x1="41252" y1="67656" x2="40931" y2="78906"/>
                          <a14:foregroundMark x1="41252" y1="78281" x2="41573" y2="72344"/>
                          <a14:foregroundMark x1="41573" y1="67656" x2="41573" y2="65999"/>
                          <a14:foregroundMark x1="41252" y1="88281" x2="40931" y2="92344"/>
                          <a14:foregroundMark x1="40610" y1="92344" x2="36047" y2="92824"/>
                          <a14:backgroundMark x1="8828" y1="95156" x2="6902" y2="94063"/>
                          <a14:backgroundMark x1="39647" y1="63594" x2="38684" y2="62500"/>
                          <a14:backgroundMark x1="39326" y1="63281" x2="40770" y2="63281"/>
                          <a14:backgroundMark x1="40289" y1="64063" x2="41413" y2="64375"/>
                          <a14:backgroundMark x1="42055" y1="65625" x2="41252" y2="65000"/>
                          <a14:backgroundMark x1="41734" y1="65156" x2="41894" y2="65938"/>
                          <a14:backgroundMark x1="37079" y1="94844" x2="28571" y2="95000"/>
                          <a14:backgroundMark x1="36437" y1="94531" x2="38684" y2="94531"/>
                          <a14:backgroundMark x1="36918" y1="94063" x2="35474" y2="94219"/>
                          <a14:backgroundMark x1="8989" y1="94219" x2="8026" y2="94219"/>
                          <a14:backgroundMark x1="8668" y1="94844" x2="13162" y2="95000"/>
                          <a14:backgroundMark x1="12520" y1="94844" x2="17014" y2="94844"/>
                          <a14:backgroundMark x1="16212" y1="95156" x2="23435" y2="95313"/>
                          <a14:backgroundMark x1="23274" y1="94844" x2="28090" y2="946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1846" t="59175" r="51113" b="2018"/>
            <a:stretch/>
          </p:blipFill>
          <p:spPr>
            <a:xfrm>
              <a:off x="7401689" y="1716300"/>
              <a:ext cx="759143" cy="643351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F24C19A-B39B-4CF3-9DAB-1A4E365DE14E}"/>
              </a:ext>
            </a:extLst>
          </p:cNvPr>
          <p:cNvGrpSpPr/>
          <p:nvPr/>
        </p:nvGrpSpPr>
        <p:grpSpPr>
          <a:xfrm>
            <a:off x="7771053" y="2153962"/>
            <a:ext cx="632682" cy="632682"/>
            <a:chOff x="7332916" y="1625128"/>
            <a:chExt cx="858190" cy="85819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9DCC6F9-8890-48D0-845B-7048CFE6E8C8}"/>
                </a:ext>
              </a:extLst>
            </p:cNvPr>
            <p:cNvSpPr/>
            <p:nvPr/>
          </p:nvSpPr>
          <p:spPr>
            <a:xfrm>
              <a:off x="7332916" y="1625128"/>
              <a:ext cx="858190" cy="8581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ED186E51-BDFD-4A07-B0AD-CEFC63AC6B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62969" b="94531" l="6421" r="43981">
                          <a14:foregroundMark x1="15730" y1="77188" x2="23435" y2="74531"/>
                          <a14:foregroundMark x1="23435" y1="74531" x2="22472" y2="83594"/>
                          <a14:foregroundMark x1="22472" y1="83594" x2="35955" y2="71875"/>
                          <a14:foregroundMark x1="35955" y1="71875" x2="35955" y2="71719"/>
                          <a14:foregroundMark x1="20385" y1="78438" x2="20225" y2="78125"/>
                          <a14:foregroundMark x1="19422" y1="78906" x2="19583" y2="80469"/>
                          <a14:foregroundMark x1="25361" y1="83594" x2="24398" y2="84844"/>
                          <a14:foregroundMark x1="39165" y1="69531" x2="39165" y2="71094"/>
                          <a14:foregroundMark x1="19422" y1="91094" x2="24238" y2="90469"/>
                          <a14:foregroundMark x1="27127" y1="91719" x2="32584" y2="90781"/>
                          <a14:foregroundMark x1="40610" y1="71250" x2="40610" y2="71250"/>
                          <a14:foregroundMark x1="23917" y1="83906" x2="26324" y2="84063"/>
                          <a14:foregroundMark x1="40610" y1="73906" x2="40449" y2="77813"/>
                          <a14:foregroundMark x1="40931" y1="66406" x2="40861" y2="66136"/>
                          <a14:foregroundMark x1="40931" y1="66094" x2="41091" y2="67656"/>
                          <a14:foregroundMark x1="40770" y1="76719" x2="40770" y2="78750"/>
                          <a14:foregroundMark x1="40931" y1="88594" x2="40289" y2="84844"/>
                          <a14:foregroundMark x1="40770" y1="86719" x2="40289" y2="82656"/>
                          <a14:foregroundMark x1="40931" y1="84844" x2="40770" y2="82344"/>
                          <a14:foregroundMark x1="41252" y1="81719" x2="41252" y2="78438"/>
                          <a14:foregroundMark x1="41252" y1="67656" x2="40931" y2="78906"/>
                          <a14:foregroundMark x1="41252" y1="78281" x2="41573" y2="72344"/>
                          <a14:foregroundMark x1="41573" y1="67656" x2="41573" y2="65999"/>
                          <a14:foregroundMark x1="41252" y1="88281" x2="40931" y2="92344"/>
                          <a14:foregroundMark x1="40610" y1="92344" x2="36047" y2="92824"/>
                          <a14:backgroundMark x1="8828" y1="95156" x2="6902" y2="94063"/>
                          <a14:backgroundMark x1="39647" y1="63594" x2="38684" y2="62500"/>
                          <a14:backgroundMark x1="39326" y1="63281" x2="40770" y2="63281"/>
                          <a14:backgroundMark x1="40289" y1="64063" x2="41413" y2="64375"/>
                          <a14:backgroundMark x1="42055" y1="65625" x2="41252" y2="65000"/>
                          <a14:backgroundMark x1="41734" y1="65156" x2="41894" y2="65938"/>
                          <a14:backgroundMark x1="37079" y1="94844" x2="28571" y2="95000"/>
                          <a14:backgroundMark x1="36437" y1="94531" x2="38684" y2="94531"/>
                          <a14:backgroundMark x1="36918" y1="94063" x2="35474" y2="94219"/>
                          <a14:backgroundMark x1="8989" y1="94219" x2="8026" y2="94219"/>
                          <a14:backgroundMark x1="8668" y1="94844" x2="13162" y2="95000"/>
                          <a14:backgroundMark x1="12520" y1="94844" x2="17014" y2="94844"/>
                          <a14:backgroundMark x1="16212" y1="95156" x2="23435" y2="95313"/>
                          <a14:backgroundMark x1="23274" y1="94844" x2="28090" y2="946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1846" t="59175" r="51113" b="2018"/>
            <a:stretch/>
          </p:blipFill>
          <p:spPr>
            <a:xfrm>
              <a:off x="7401689" y="1716300"/>
              <a:ext cx="759143" cy="643351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E508530-CD68-486E-8BD3-9878331370D9}"/>
              </a:ext>
            </a:extLst>
          </p:cNvPr>
          <p:cNvGrpSpPr/>
          <p:nvPr/>
        </p:nvGrpSpPr>
        <p:grpSpPr>
          <a:xfrm>
            <a:off x="6959994" y="2156505"/>
            <a:ext cx="632682" cy="632682"/>
            <a:chOff x="7332916" y="1625128"/>
            <a:chExt cx="858190" cy="85819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5A00382-E558-47F0-9376-6B6CBC51A7FE}"/>
                </a:ext>
              </a:extLst>
            </p:cNvPr>
            <p:cNvSpPr/>
            <p:nvPr/>
          </p:nvSpPr>
          <p:spPr>
            <a:xfrm>
              <a:off x="7332916" y="1625128"/>
              <a:ext cx="858190" cy="8581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B300AFB1-1D42-46CF-9449-2DCDEC76D7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62969" b="94531" l="6421" r="43981">
                          <a14:foregroundMark x1="15730" y1="77188" x2="23435" y2="74531"/>
                          <a14:foregroundMark x1="23435" y1="74531" x2="22472" y2="83594"/>
                          <a14:foregroundMark x1="22472" y1="83594" x2="35955" y2="71875"/>
                          <a14:foregroundMark x1="35955" y1="71875" x2="35955" y2="71719"/>
                          <a14:foregroundMark x1="20385" y1="78438" x2="20225" y2="78125"/>
                          <a14:foregroundMark x1="19422" y1="78906" x2="19583" y2="80469"/>
                          <a14:foregroundMark x1="25361" y1="83594" x2="24398" y2="84844"/>
                          <a14:foregroundMark x1="39165" y1="69531" x2="39165" y2="71094"/>
                          <a14:foregroundMark x1="19422" y1="91094" x2="24238" y2="90469"/>
                          <a14:foregroundMark x1="27127" y1="91719" x2="32584" y2="90781"/>
                          <a14:foregroundMark x1="40610" y1="71250" x2="40610" y2="71250"/>
                          <a14:foregroundMark x1="23917" y1="83906" x2="26324" y2="84063"/>
                          <a14:foregroundMark x1="40610" y1="73906" x2="40449" y2="77813"/>
                          <a14:foregroundMark x1="40931" y1="66406" x2="40861" y2="66136"/>
                          <a14:foregroundMark x1="40931" y1="66094" x2="41091" y2="67656"/>
                          <a14:foregroundMark x1="40770" y1="76719" x2="40770" y2="78750"/>
                          <a14:foregroundMark x1="40931" y1="88594" x2="40289" y2="84844"/>
                          <a14:foregroundMark x1="40770" y1="86719" x2="40289" y2="82656"/>
                          <a14:foregroundMark x1="40931" y1="84844" x2="40770" y2="82344"/>
                          <a14:foregroundMark x1="41252" y1="81719" x2="41252" y2="78438"/>
                          <a14:foregroundMark x1="41252" y1="67656" x2="40931" y2="78906"/>
                          <a14:foregroundMark x1="41252" y1="78281" x2="41573" y2="72344"/>
                          <a14:foregroundMark x1="41573" y1="67656" x2="41573" y2="65999"/>
                          <a14:foregroundMark x1="41252" y1="88281" x2="40931" y2="92344"/>
                          <a14:foregroundMark x1="40610" y1="92344" x2="36047" y2="92824"/>
                          <a14:backgroundMark x1="8828" y1="95156" x2="6902" y2="94063"/>
                          <a14:backgroundMark x1="39647" y1="63594" x2="38684" y2="62500"/>
                          <a14:backgroundMark x1="39326" y1="63281" x2="40770" y2="63281"/>
                          <a14:backgroundMark x1="40289" y1="64063" x2="41413" y2="64375"/>
                          <a14:backgroundMark x1="42055" y1="65625" x2="41252" y2="65000"/>
                          <a14:backgroundMark x1="41734" y1="65156" x2="41894" y2="65938"/>
                          <a14:backgroundMark x1="37079" y1="94844" x2="28571" y2="95000"/>
                          <a14:backgroundMark x1="36437" y1="94531" x2="38684" y2="94531"/>
                          <a14:backgroundMark x1="36918" y1="94063" x2="35474" y2="94219"/>
                          <a14:backgroundMark x1="8989" y1="94219" x2="8026" y2="94219"/>
                          <a14:backgroundMark x1="8668" y1="94844" x2="13162" y2="95000"/>
                          <a14:backgroundMark x1="12520" y1="94844" x2="17014" y2="94844"/>
                          <a14:backgroundMark x1="16212" y1="95156" x2="23435" y2="95313"/>
                          <a14:backgroundMark x1="23274" y1="94844" x2="28090" y2="946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1846" t="59175" r="51113" b="2018"/>
            <a:stretch/>
          </p:blipFill>
          <p:spPr>
            <a:xfrm>
              <a:off x="7401689" y="1716300"/>
              <a:ext cx="759143" cy="643351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89607B-C6FD-494A-AAB0-7B47955A73EE}"/>
              </a:ext>
            </a:extLst>
          </p:cNvPr>
          <p:cNvGrpSpPr/>
          <p:nvPr/>
        </p:nvGrpSpPr>
        <p:grpSpPr>
          <a:xfrm>
            <a:off x="6148936" y="2153962"/>
            <a:ext cx="632682" cy="632682"/>
            <a:chOff x="7332916" y="1625128"/>
            <a:chExt cx="858190" cy="85819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C7EECF7-1574-487C-86CE-EE5528D042BB}"/>
                </a:ext>
              </a:extLst>
            </p:cNvPr>
            <p:cNvSpPr/>
            <p:nvPr/>
          </p:nvSpPr>
          <p:spPr>
            <a:xfrm>
              <a:off x="7332916" y="1625128"/>
              <a:ext cx="858190" cy="8581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8AD19415-8BBE-4E74-96A6-02F3235914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62969" b="94531" l="6421" r="43981">
                          <a14:foregroundMark x1="15730" y1="77188" x2="23435" y2="74531"/>
                          <a14:foregroundMark x1="23435" y1="74531" x2="22472" y2="83594"/>
                          <a14:foregroundMark x1="22472" y1="83594" x2="35955" y2="71875"/>
                          <a14:foregroundMark x1="35955" y1="71875" x2="35955" y2="71719"/>
                          <a14:foregroundMark x1="20385" y1="78438" x2="20225" y2="78125"/>
                          <a14:foregroundMark x1="19422" y1="78906" x2="19583" y2="80469"/>
                          <a14:foregroundMark x1="25361" y1="83594" x2="24398" y2="84844"/>
                          <a14:foregroundMark x1="39165" y1="69531" x2="39165" y2="71094"/>
                          <a14:foregroundMark x1="19422" y1="91094" x2="24238" y2="90469"/>
                          <a14:foregroundMark x1="27127" y1="91719" x2="32584" y2="90781"/>
                          <a14:foregroundMark x1="40610" y1="71250" x2="40610" y2="71250"/>
                          <a14:foregroundMark x1="23917" y1="83906" x2="26324" y2="84063"/>
                          <a14:foregroundMark x1="40610" y1="73906" x2="40449" y2="77813"/>
                          <a14:foregroundMark x1="40931" y1="66406" x2="40861" y2="66136"/>
                          <a14:foregroundMark x1="40931" y1="66094" x2="41091" y2="67656"/>
                          <a14:foregroundMark x1="40770" y1="76719" x2="40770" y2="78750"/>
                          <a14:foregroundMark x1="40931" y1="88594" x2="40289" y2="84844"/>
                          <a14:foregroundMark x1="40770" y1="86719" x2="40289" y2="82656"/>
                          <a14:foregroundMark x1="40931" y1="84844" x2="40770" y2="82344"/>
                          <a14:foregroundMark x1="41252" y1="81719" x2="41252" y2="78438"/>
                          <a14:foregroundMark x1="41252" y1="67656" x2="40931" y2="78906"/>
                          <a14:foregroundMark x1="41252" y1="78281" x2="41573" y2="72344"/>
                          <a14:foregroundMark x1="41573" y1="67656" x2="41573" y2="65999"/>
                          <a14:foregroundMark x1="41252" y1="88281" x2="40931" y2="92344"/>
                          <a14:foregroundMark x1="40610" y1="92344" x2="36047" y2="92824"/>
                          <a14:backgroundMark x1="8828" y1="95156" x2="6902" y2="94063"/>
                          <a14:backgroundMark x1="39647" y1="63594" x2="38684" y2="62500"/>
                          <a14:backgroundMark x1="39326" y1="63281" x2="40770" y2="63281"/>
                          <a14:backgroundMark x1="40289" y1="64063" x2="41413" y2="64375"/>
                          <a14:backgroundMark x1="42055" y1="65625" x2="41252" y2="65000"/>
                          <a14:backgroundMark x1="41734" y1="65156" x2="41894" y2="65938"/>
                          <a14:backgroundMark x1="37079" y1="94844" x2="28571" y2="95000"/>
                          <a14:backgroundMark x1="36437" y1="94531" x2="38684" y2="94531"/>
                          <a14:backgroundMark x1="36918" y1="94063" x2="35474" y2="94219"/>
                          <a14:backgroundMark x1="8989" y1="94219" x2="8026" y2="94219"/>
                          <a14:backgroundMark x1="8668" y1="94844" x2="13162" y2="95000"/>
                          <a14:backgroundMark x1="12520" y1="94844" x2="17014" y2="94844"/>
                          <a14:backgroundMark x1="16212" y1="95156" x2="23435" y2="95313"/>
                          <a14:backgroundMark x1="23274" y1="94844" x2="28090" y2="946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1846" t="59175" r="51113" b="2018"/>
            <a:stretch/>
          </p:blipFill>
          <p:spPr>
            <a:xfrm>
              <a:off x="7401689" y="1716300"/>
              <a:ext cx="759143" cy="643351"/>
            </a:xfrm>
            <a:prstGeom prst="rect">
              <a:avLst/>
            </a:prstGeom>
          </p:spPr>
        </p:pic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F837B782-0CEB-456F-8943-95662495ADE8}"/>
              </a:ext>
            </a:extLst>
          </p:cNvPr>
          <p:cNvSpPr/>
          <p:nvPr/>
        </p:nvSpPr>
        <p:spPr>
          <a:xfrm>
            <a:off x="5481650" y="1397801"/>
            <a:ext cx="1823925" cy="1580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F2870CB-DE58-49DD-9E64-F1A388CDA113}"/>
              </a:ext>
            </a:extLst>
          </p:cNvPr>
          <p:cNvSpPr/>
          <p:nvPr/>
        </p:nvSpPr>
        <p:spPr>
          <a:xfrm>
            <a:off x="5495938" y="1409706"/>
            <a:ext cx="91328" cy="1349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7096B29-77D7-4C08-8EE9-1FFAF6B0A392}"/>
              </a:ext>
            </a:extLst>
          </p:cNvPr>
          <p:cNvSpPr/>
          <p:nvPr/>
        </p:nvSpPr>
        <p:spPr>
          <a:xfrm>
            <a:off x="5595954" y="1409702"/>
            <a:ext cx="91328" cy="1349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EEB455C-4C96-423A-BC21-C7DD131C7F53}"/>
              </a:ext>
            </a:extLst>
          </p:cNvPr>
          <p:cNvSpPr/>
          <p:nvPr/>
        </p:nvSpPr>
        <p:spPr>
          <a:xfrm>
            <a:off x="5695964" y="1409707"/>
            <a:ext cx="91328" cy="1349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A47864E-213D-4F8A-A64E-02CB04E9364C}"/>
              </a:ext>
            </a:extLst>
          </p:cNvPr>
          <p:cNvSpPr/>
          <p:nvPr/>
        </p:nvSpPr>
        <p:spPr>
          <a:xfrm>
            <a:off x="5795974" y="1409702"/>
            <a:ext cx="91328" cy="1349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F8FD2DF-20C9-413A-8721-D3239290E0B8}"/>
              </a:ext>
            </a:extLst>
          </p:cNvPr>
          <p:cNvSpPr/>
          <p:nvPr/>
        </p:nvSpPr>
        <p:spPr>
          <a:xfrm>
            <a:off x="5895984" y="1409356"/>
            <a:ext cx="91328" cy="1349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25F2AB-3C73-4F59-9426-4D0AE2BFFC8C}"/>
              </a:ext>
            </a:extLst>
          </p:cNvPr>
          <p:cNvSpPr txBox="1"/>
          <p:nvPr/>
        </p:nvSpPr>
        <p:spPr>
          <a:xfrm>
            <a:off x="6875896" y="1677800"/>
            <a:ext cx="259219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IO Thread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670688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5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104 0.00509 -0.00182 0.01042 -0.00313 0.01551 C -0.00482 0.02153 -0.01081 0.03634 -0.0125 0.04097 C -0.01459 0.04629 -0.01693 0.05116 -0.01875 0.05648 C -0.01979 0.05949 -0.02084 0.0625 -0.02188 0.06551 C -0.02292 0.06805 -0.02409 0.0706 -0.025 0.07315 C -0.02995 0.08657 -0.02565 0.07546 -0.02878 0.08657 C -0.0306 0.09282 -0.03255 0.09907 -0.03438 0.10532 C -0.03503 0.10764 -0.03581 0.10972 -0.03633 0.11204 C -0.04063 0.12986 -0.03529 0.10856 -0.04375 0.13866 C -0.04427 0.14051 -0.04453 0.14259 -0.04505 0.14421 C -0.04584 0.14653 -0.04688 0.14861 -0.04753 0.15092 C -0.05547 0.17731 -0.04414 0.14352 -0.05313 0.17199 C -0.05469 0.17708 -0.05677 0.18148 -0.05821 0.18657 C -0.06003 0.19329 -0.06094 0.20069 -0.0625 0.20764 C -0.06472 0.2169 -0.06719 0.22616 -0.0694 0.23542 C -0.07005 0.23796 -0.07084 0.24051 -0.07136 0.24305 L -0.07448 0.26319 C -0.07461 0.26643 -0.07487 0.26991 -0.075 0.27315 C -0.07539 0.2787 -0.07591 0.28426 -0.0763 0.28981 C -0.07709 0.30162 -0.07761 0.31435 -0.07813 0.32639 C -0.078 0.33727 -0.07839 0.34792 -0.07761 0.35856 C -0.07709 0.36528 -0.07526 0.37106 -0.07448 0.37754 C -0.07383 0.3831 -0.07344 0.38866 -0.07318 0.39421 C -0.07175 0.42129 -0.0737 0.41597 -0.07071 0.43079 C -0.07031 0.43264 -0.07005 0.43472 -0.0694 0.43634 C -0.06693 0.44398 -0.06563 0.44491 -0.0625 0.45208 C -0.06159 0.45417 -0.06107 0.45671 -0.06003 0.45856 C -0.05899 0.46088 -0.05742 0.46227 -0.05625 0.46412 C -0.05573 0.46504 -0.0556 0.46667 -0.05508 0.46759 C -0.05287 0.47153 -0.05287 0.46991 -0.05065 0.47315 C -0.05 0.47407 -0.04948 0.47546 -0.04883 0.47639 C -0.04518 0.48125 -0.04531 0.47917 -0.04063 0.4831 C -0.0388 0.48472 -0.03698 0.4868 -0.03503 0.48866 C -0.03347 0.49028 -0.03177 0.49167 -0.03008 0.49305 C -0.02865 0.49421 -0.02722 0.4956 -0.02565 0.49653 C -0.0237 0.49745 -0.02149 0.49792 -0.0194 0.49861 C -0.01172 0.50116 -0.01302 0.49977 -0.00065 0.50092 C 0.00221 0.50116 0.00521 0.50162 0.00807 0.50208 L 0.07747 0.50092 C 0.08047 0.50069 0.0832 0.49745 0.0862 0.49653 C 0.09075 0.49467 0.08828 0.4956 0.09375 0.49421 C 0.09557 0.49305 0.09739 0.49167 0.09935 0.49097 C 0.10156 0.48981 0.1039 0.48958 0.10625 0.48866 C 0.10794 0.48796 0.1095 0.48704 0.1112 0.48634 C 0.11497 0.48495 0.11875 0.48379 0.12252 0.48194 C 0.12474 0.48079 0.12695 0.47917 0.12943 0.4787 C 0.13541 0.47731 0.1414 0.47731 0.14752 0.47639 C 0.15456 0.47523 0.15807 0.475 0.16562 0.47199 C 0.17591 0.46782 0.17448 0.46528 0.1862 0.45856 C 0.19179 0.45555 0.20052 0.45046 0.20625 0.44861 C 0.21732 0.44537 0.22435 0.44745 0.23568 0.4419 L 0.24687 0.43634 C 0.24935 0.43518 0.25195 0.43449 0.25443 0.4331 C 0.25742 0.43148 0.26028 0.42963 0.26315 0.42754 C 0.27513 0.41921 0.26497 0.42523 0.2707 0.42199 C 0.27383 0.41782 0.27409 0.41736 0.27812 0.41319 C 0.27943 0.4118 0.2806 0.41088 0.2819 0.40972 C 0.28255 0.40926 0.28385 0.40856 0.28385 0.40856 L 0.2806 0.40417 " pathEditMode="relative" ptsTypes="AAAAAAAAAAAAAAAAAAAAAAAAAAAAAAAAAAAAAAAAAAAAAAAAAAAAAAAAAAAAA">
                                      <p:cBhvr>
                                        <p:cTn id="38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104 0.00509 -0.00182 0.01042 -0.00313 0.01551 C -0.00482 0.02153 -0.01081 0.03634 -0.0125 0.04097 C -0.01459 0.04629 -0.01693 0.05116 -0.01875 0.05648 C -0.01979 0.05949 -0.02084 0.0625 -0.02188 0.06551 C -0.02292 0.06805 -0.02409 0.0706 -0.025 0.07315 C -0.02995 0.08657 -0.02565 0.07546 -0.02878 0.08657 C -0.0306 0.09282 -0.03255 0.09907 -0.03438 0.10532 C -0.03503 0.10764 -0.03581 0.10972 -0.03633 0.11204 C -0.04063 0.12986 -0.03529 0.10856 -0.04375 0.13866 C -0.04427 0.14051 -0.04453 0.14259 -0.04505 0.14421 C -0.04584 0.14653 -0.04688 0.14861 -0.04753 0.15092 C -0.05547 0.17731 -0.04414 0.14352 -0.05313 0.17199 C -0.05469 0.17708 -0.05677 0.18148 -0.05821 0.18657 C -0.06003 0.19329 -0.06094 0.20069 -0.0625 0.20764 C -0.06472 0.2169 -0.06719 0.22616 -0.0694 0.23542 C -0.07005 0.23796 -0.07084 0.24051 -0.07136 0.24305 L -0.07448 0.26319 C -0.07461 0.26643 -0.07487 0.26991 -0.075 0.27315 C -0.07539 0.2787 -0.07591 0.28426 -0.0763 0.28981 C -0.07709 0.30162 -0.07761 0.31435 -0.07813 0.32639 C -0.078 0.33727 -0.07839 0.34792 -0.07761 0.35856 C -0.07709 0.36528 -0.07526 0.37106 -0.07448 0.37754 C -0.07383 0.3831 -0.07344 0.38866 -0.07318 0.39421 C -0.07175 0.42129 -0.0737 0.41597 -0.07071 0.43079 C -0.07031 0.43264 -0.07005 0.43472 -0.0694 0.43634 C -0.06693 0.44398 -0.06563 0.44491 -0.0625 0.45208 C -0.06159 0.45417 -0.06107 0.45671 -0.06003 0.45856 C -0.05899 0.46088 -0.05742 0.46227 -0.05625 0.46412 C -0.05573 0.46504 -0.0556 0.46667 -0.05508 0.46759 C -0.05287 0.47153 -0.05287 0.46991 -0.05065 0.47315 C -0.05 0.47407 -0.04948 0.47546 -0.04883 0.47639 C -0.04518 0.48125 -0.04531 0.47917 -0.04063 0.4831 C -0.0388 0.48472 -0.03698 0.4868 -0.03503 0.48866 C -0.03347 0.49028 -0.03177 0.49167 -0.03008 0.49305 C -0.02865 0.49421 -0.02722 0.4956 -0.02565 0.49653 C -0.0237 0.49745 -0.02149 0.49792 -0.0194 0.49861 C -0.01172 0.50116 -0.01302 0.49977 -0.00065 0.50092 C 0.00221 0.50116 0.00521 0.50162 0.00807 0.50208 L 0.07747 0.50092 C 0.08047 0.50069 0.0832 0.49745 0.0862 0.49653 C 0.09075 0.49467 0.08828 0.4956 0.09375 0.49421 C 0.09557 0.49305 0.09739 0.49167 0.09935 0.49097 C 0.10156 0.48981 0.1039 0.48958 0.10625 0.48866 C 0.10794 0.48796 0.1095 0.48704 0.1112 0.48634 C 0.11497 0.48495 0.11875 0.48379 0.12252 0.48194 C 0.12474 0.48079 0.12695 0.47917 0.12943 0.4787 C 0.13541 0.47731 0.1414 0.47731 0.14752 0.47639 C 0.15456 0.47523 0.15807 0.475 0.16562 0.47199 C 0.17591 0.46782 0.17448 0.46528 0.1862 0.45856 C 0.19179 0.45555 0.20052 0.45046 0.20625 0.44861 C 0.21732 0.44537 0.22435 0.44745 0.23568 0.4419 L 0.24687 0.43634 C 0.24935 0.43518 0.25195 0.43449 0.25443 0.4331 C 0.25742 0.43148 0.26028 0.42963 0.26315 0.42754 C 0.27513 0.41921 0.26497 0.42523 0.2707 0.42199 C 0.27383 0.41782 0.27409 0.41736 0.27812 0.41319 C 0.27943 0.4118 0.2806 0.41088 0.2819 0.40972 C 0.28255 0.40926 0.28385 0.40856 0.28385 0.40856 L 0.2806 0.40417 " pathEditMode="relative" ptsTypes="AAAAAAAAAAAAAAAAAAAAAAAAAAAAAAAAAAAAAAAAAAAAAAAAAAAAAAAAAAAAA">
                                      <p:cBhvr>
                                        <p:cTn id="40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104 0.00509 -0.00182 0.01042 -0.00313 0.01551 C -0.00482 0.02153 -0.01081 0.03634 -0.0125 0.04097 C -0.01459 0.04629 -0.01693 0.05116 -0.01875 0.05648 C -0.01979 0.05949 -0.02084 0.0625 -0.02188 0.06551 C -0.02292 0.06805 -0.02409 0.0706 -0.025 0.07315 C -0.02995 0.08657 -0.02565 0.07546 -0.02878 0.08657 C -0.0306 0.09282 -0.03255 0.09907 -0.03438 0.10532 C -0.03503 0.10764 -0.03581 0.10972 -0.03633 0.11204 C -0.04063 0.12986 -0.03529 0.10856 -0.04375 0.13866 C -0.04427 0.14051 -0.04453 0.14259 -0.04505 0.14421 C -0.04584 0.14653 -0.04688 0.14861 -0.04753 0.15092 C -0.05547 0.17731 -0.04414 0.14352 -0.05313 0.17199 C -0.05469 0.17708 -0.05677 0.18148 -0.05821 0.18657 C -0.06003 0.19329 -0.06094 0.20069 -0.0625 0.20764 C -0.06472 0.2169 -0.06719 0.22616 -0.0694 0.23542 C -0.07005 0.23796 -0.07084 0.24051 -0.07136 0.24305 L -0.07448 0.26319 C -0.07461 0.26643 -0.07487 0.26991 -0.075 0.27315 C -0.07539 0.2787 -0.07591 0.28426 -0.0763 0.28981 C -0.07709 0.30162 -0.07761 0.31435 -0.07813 0.32639 C -0.078 0.33727 -0.07839 0.34792 -0.07761 0.35856 C -0.07709 0.36528 -0.07526 0.37106 -0.07448 0.37754 C -0.07383 0.3831 -0.07344 0.38866 -0.07318 0.39421 C -0.07175 0.42129 -0.0737 0.41597 -0.07071 0.43079 C -0.07031 0.43264 -0.07005 0.43472 -0.0694 0.43634 C -0.06693 0.44398 -0.06563 0.44491 -0.0625 0.45208 C -0.06159 0.45417 -0.06107 0.45671 -0.06003 0.45856 C -0.05899 0.46088 -0.05742 0.46227 -0.05625 0.46412 C -0.05573 0.46504 -0.0556 0.46667 -0.05508 0.46759 C -0.05287 0.47153 -0.05287 0.46991 -0.05065 0.47315 C -0.05 0.47407 -0.04948 0.47546 -0.04883 0.47639 C -0.04518 0.48125 -0.04531 0.47917 -0.04063 0.4831 C -0.0388 0.48472 -0.03698 0.4868 -0.03503 0.48866 C -0.03347 0.49028 -0.03177 0.49167 -0.03008 0.49305 C -0.02865 0.49421 -0.02722 0.4956 -0.02565 0.49653 C -0.0237 0.49745 -0.02149 0.49792 -0.0194 0.49861 C -0.01172 0.50116 -0.01302 0.49977 -0.00065 0.50092 C 0.00221 0.50116 0.00521 0.50162 0.00807 0.50208 L 0.07747 0.50092 C 0.08047 0.50069 0.0832 0.49745 0.0862 0.49653 C 0.09075 0.49467 0.08828 0.4956 0.09375 0.49421 C 0.09557 0.49305 0.09739 0.49167 0.09935 0.49097 C 0.10156 0.48981 0.1039 0.48958 0.10625 0.48866 C 0.10794 0.48796 0.1095 0.48704 0.1112 0.48634 C 0.11497 0.48495 0.11875 0.48379 0.12252 0.48194 C 0.12474 0.48079 0.12695 0.47917 0.12943 0.4787 C 0.13541 0.47731 0.1414 0.47731 0.14752 0.47639 C 0.15456 0.47523 0.15807 0.475 0.16562 0.47199 C 0.17591 0.46782 0.17448 0.46528 0.1862 0.45856 C 0.19179 0.45555 0.20052 0.45046 0.20625 0.44861 C 0.21732 0.44537 0.22435 0.44745 0.23568 0.4419 L 0.24687 0.43634 C 0.24935 0.43518 0.25195 0.43449 0.25443 0.4331 C 0.25742 0.43148 0.26028 0.42963 0.26315 0.42754 C 0.27513 0.41921 0.26497 0.42523 0.2707 0.42199 C 0.27383 0.41782 0.27409 0.41736 0.27812 0.41319 C 0.27943 0.4118 0.2806 0.41088 0.2819 0.40972 C 0.28255 0.40926 0.28385 0.40856 0.28385 0.40856 L 0.2806 0.40417 " pathEditMode="relative" ptsTypes="AAAAAAAAAAAAAAAAAAAAAAAAAAAAAAAAAAAAAAAAAAAAAAAAAAAAAAAAAAAAA">
                                      <p:cBhvr>
                                        <p:cTn id="42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104 0.00509 -0.00182 0.01042 -0.00313 0.01551 C -0.00482 0.02153 -0.01081 0.03634 -0.0125 0.04097 C -0.01459 0.04629 -0.01693 0.05116 -0.01875 0.05648 C -0.01979 0.05949 -0.02084 0.0625 -0.02188 0.06551 C -0.02292 0.06805 -0.02409 0.0706 -0.025 0.07315 C -0.02995 0.08657 -0.02565 0.07546 -0.02878 0.08657 C -0.0306 0.09282 -0.03255 0.09907 -0.03438 0.10532 C -0.03503 0.10764 -0.03581 0.10972 -0.03633 0.11204 C -0.04063 0.12986 -0.03529 0.10856 -0.04375 0.13866 C -0.04427 0.14051 -0.04453 0.14259 -0.04505 0.14421 C -0.04584 0.14653 -0.04688 0.14861 -0.04753 0.15092 C -0.05547 0.17731 -0.04414 0.14352 -0.05313 0.17199 C -0.05469 0.17708 -0.05677 0.18148 -0.05821 0.18657 C -0.06003 0.19329 -0.06094 0.20069 -0.0625 0.20764 C -0.06472 0.2169 -0.06719 0.22616 -0.0694 0.23542 C -0.07005 0.23796 -0.07084 0.24051 -0.07136 0.24305 L -0.07448 0.26319 C -0.07461 0.26643 -0.07487 0.26991 -0.075 0.27315 C -0.07539 0.2787 -0.07591 0.28426 -0.0763 0.28981 C -0.07709 0.30162 -0.07761 0.31435 -0.07813 0.32639 C -0.078 0.33727 -0.07839 0.34792 -0.07761 0.35856 C -0.07709 0.36528 -0.07526 0.37106 -0.07448 0.37754 C -0.07383 0.3831 -0.07344 0.38866 -0.07318 0.39421 C -0.07175 0.42129 -0.0737 0.41597 -0.07071 0.43079 C -0.07031 0.43264 -0.07005 0.43472 -0.0694 0.43634 C -0.06693 0.44398 -0.06563 0.44491 -0.0625 0.45208 C -0.06159 0.45417 -0.06107 0.45671 -0.06003 0.45856 C -0.05899 0.46088 -0.05742 0.46227 -0.05625 0.46412 C -0.05573 0.46504 -0.0556 0.46667 -0.05508 0.46759 C -0.05287 0.47153 -0.05287 0.46991 -0.05065 0.47315 C -0.05 0.47407 -0.04948 0.47546 -0.04883 0.47639 C -0.04518 0.48125 -0.04531 0.47917 -0.04063 0.4831 C -0.0388 0.48472 -0.03698 0.4868 -0.03503 0.48866 C -0.03347 0.49028 -0.03177 0.49167 -0.03008 0.49305 C -0.02865 0.49421 -0.02722 0.4956 -0.02565 0.49653 C -0.0237 0.49745 -0.02149 0.49792 -0.0194 0.49861 C -0.01172 0.50116 -0.01302 0.49977 -0.00065 0.50092 C 0.00221 0.50116 0.00521 0.50162 0.00807 0.50208 L 0.07747 0.50092 C 0.08047 0.50069 0.0832 0.49745 0.0862 0.49653 C 0.09075 0.49467 0.08828 0.4956 0.09375 0.49421 C 0.09557 0.49305 0.09739 0.49167 0.09935 0.49097 C 0.10156 0.48981 0.1039 0.48958 0.10625 0.48866 C 0.10794 0.48796 0.1095 0.48704 0.1112 0.48634 C 0.11497 0.48495 0.11875 0.48379 0.12252 0.48194 C 0.12474 0.48079 0.12695 0.47917 0.12943 0.4787 C 0.13541 0.47731 0.1414 0.47731 0.14752 0.47639 C 0.15456 0.47523 0.15807 0.475 0.16562 0.47199 C 0.17591 0.46782 0.17448 0.46528 0.1862 0.45856 C 0.19179 0.45555 0.20052 0.45046 0.20625 0.44861 C 0.21732 0.44537 0.22435 0.44745 0.23568 0.4419 L 0.24687 0.43634 C 0.24935 0.43518 0.25195 0.43449 0.25443 0.4331 C 0.25742 0.43148 0.26028 0.42963 0.26315 0.42754 C 0.27513 0.41921 0.26497 0.42523 0.2707 0.42199 C 0.27383 0.41782 0.27409 0.41736 0.27812 0.41319 C 0.27943 0.4118 0.2806 0.41088 0.2819 0.40972 C 0.28255 0.40926 0.28385 0.40856 0.28385 0.40856 L 0.2806 0.40417 " pathEditMode="relative" ptsTypes="AAAAAAAAAAAAAAAAAAAAAAAAAAAAAAAAAAAAAAAAAAAAAAAAAAAAAAAAAAAAA">
                                      <p:cBhvr>
                                        <p:cTn id="44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104 0.00509 -0.00182 0.01042 -0.00313 0.01551 C -0.00482 0.02153 -0.01081 0.03634 -0.0125 0.04097 C -0.01459 0.04629 -0.01693 0.05116 -0.01875 0.05648 C -0.01979 0.05949 -0.02084 0.0625 -0.02188 0.06551 C -0.02292 0.06805 -0.02409 0.0706 -0.025 0.07315 C -0.02995 0.08657 -0.02565 0.07546 -0.02878 0.08657 C -0.0306 0.09282 -0.03255 0.09907 -0.03438 0.10532 C -0.03503 0.10764 -0.03581 0.10972 -0.03633 0.11204 C -0.04063 0.12986 -0.03529 0.10856 -0.04375 0.13866 C -0.04427 0.14051 -0.04453 0.14259 -0.04505 0.14421 C -0.04584 0.14653 -0.04688 0.14861 -0.04753 0.15092 C -0.05547 0.17731 -0.04414 0.14352 -0.05313 0.17199 C -0.05469 0.17708 -0.05677 0.18148 -0.05821 0.18657 C -0.06003 0.19329 -0.06094 0.20069 -0.0625 0.20764 C -0.06472 0.2169 -0.06719 0.22616 -0.0694 0.23542 C -0.07005 0.23796 -0.07084 0.24051 -0.07136 0.24305 L -0.07448 0.26319 C -0.07461 0.26643 -0.07487 0.26991 -0.075 0.27315 C -0.07539 0.2787 -0.07591 0.28426 -0.0763 0.28981 C -0.07709 0.30162 -0.07761 0.31435 -0.07813 0.32639 C -0.078 0.33727 -0.07839 0.34792 -0.07761 0.35856 C -0.07709 0.36528 -0.07526 0.37106 -0.07448 0.37754 C -0.07383 0.3831 -0.07344 0.38866 -0.07318 0.39421 C -0.07175 0.42129 -0.0737 0.41597 -0.07071 0.43079 C -0.07031 0.43264 -0.07005 0.43472 -0.0694 0.43634 C -0.06693 0.44398 -0.06563 0.44491 -0.0625 0.45208 C -0.06159 0.45417 -0.06107 0.45671 -0.06003 0.45856 C -0.05899 0.46088 -0.05742 0.46227 -0.05625 0.46412 C -0.05573 0.46504 -0.0556 0.46667 -0.05508 0.46759 C -0.05287 0.47153 -0.05287 0.46991 -0.05065 0.47315 C -0.05 0.47407 -0.04948 0.47546 -0.04883 0.47639 C -0.04518 0.48125 -0.04531 0.47917 -0.04063 0.4831 C -0.0388 0.48472 -0.03698 0.4868 -0.03503 0.48866 C -0.03347 0.49028 -0.03177 0.49167 -0.03008 0.49305 C -0.02865 0.49421 -0.02722 0.4956 -0.02565 0.49653 C -0.0237 0.49745 -0.02149 0.49792 -0.0194 0.49861 C -0.01172 0.50116 -0.01302 0.49977 -0.00065 0.50092 C 0.00221 0.50116 0.00521 0.50162 0.00807 0.50208 L 0.07747 0.50092 C 0.08047 0.50069 0.0832 0.49745 0.0862 0.49653 C 0.09075 0.49467 0.08828 0.4956 0.09375 0.49421 C 0.09557 0.49305 0.09739 0.49167 0.09935 0.49097 C 0.10156 0.48981 0.1039 0.48958 0.10625 0.48866 C 0.10794 0.48796 0.1095 0.48704 0.1112 0.48634 C 0.11497 0.48495 0.11875 0.48379 0.12252 0.48194 C 0.12474 0.48079 0.12695 0.47917 0.12943 0.4787 C 0.13541 0.47731 0.1414 0.47731 0.14752 0.47639 C 0.15456 0.47523 0.15807 0.475 0.16562 0.47199 C 0.17591 0.46782 0.17448 0.46528 0.1862 0.45856 C 0.19179 0.45555 0.20052 0.45046 0.20625 0.44861 C 0.21732 0.44537 0.22435 0.44745 0.23568 0.4419 L 0.24687 0.43634 C 0.24935 0.43518 0.25195 0.43449 0.25443 0.4331 C 0.25742 0.43148 0.26028 0.42963 0.26315 0.42754 C 0.27513 0.41921 0.26497 0.42523 0.2707 0.42199 C 0.27383 0.41782 0.27409 0.41736 0.27812 0.41319 C 0.27943 0.4118 0.2806 0.41088 0.2819 0.40972 C 0.28255 0.40926 0.28385 0.40856 0.28385 0.40856 L 0.2806 0.40417 " pathEditMode="relative" ptsTypes="AAAAAAAAAAAAAAAAAAAAAAAAAAAAAAAAAAAAAAAAAAAAAAAAAAAAAAAAAAAAA">
                                      <p:cBhvr>
                                        <p:cTn id="46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104 0.00509 -0.00182 0.01042 -0.00313 0.01551 C -0.00482 0.02153 -0.01081 0.03634 -0.0125 0.04097 C -0.01459 0.04629 -0.01693 0.05116 -0.01875 0.05648 C -0.01979 0.05949 -0.02084 0.0625 -0.02188 0.06551 C -0.02292 0.06805 -0.02409 0.0706 -0.025 0.07315 C -0.02995 0.08657 -0.02565 0.07546 -0.02878 0.08657 C -0.0306 0.09282 -0.03255 0.09907 -0.03438 0.10532 C -0.03503 0.10764 -0.03581 0.10972 -0.03633 0.11204 C -0.04063 0.12986 -0.03529 0.10856 -0.04375 0.13866 C -0.04427 0.14051 -0.04453 0.14259 -0.04505 0.14421 C -0.04584 0.14653 -0.04688 0.14861 -0.04753 0.15092 C -0.05547 0.17731 -0.04414 0.14352 -0.05313 0.17199 C -0.05469 0.17708 -0.05677 0.18148 -0.05821 0.18657 C -0.06003 0.19329 -0.06094 0.20069 -0.0625 0.20764 C -0.06472 0.2169 -0.06719 0.22616 -0.0694 0.23542 C -0.07005 0.23796 -0.07084 0.24051 -0.07136 0.24305 L -0.07448 0.26319 C -0.07461 0.26643 -0.07487 0.26991 -0.075 0.27315 C -0.07539 0.2787 -0.07591 0.28426 -0.0763 0.28981 C -0.07709 0.30162 -0.07761 0.31435 -0.07813 0.32639 C -0.078 0.33727 -0.07839 0.34792 -0.07761 0.35856 C -0.07709 0.36528 -0.07526 0.37106 -0.07448 0.37754 C -0.07383 0.3831 -0.07344 0.38866 -0.07318 0.39421 C -0.07175 0.42129 -0.0737 0.41597 -0.07071 0.43079 C -0.07031 0.43264 -0.07005 0.43472 -0.0694 0.43634 C -0.06693 0.44398 -0.06563 0.44491 -0.0625 0.45208 C -0.06159 0.45417 -0.06107 0.45671 -0.06003 0.45856 C -0.05899 0.46088 -0.05742 0.46227 -0.05625 0.46412 C -0.05573 0.46504 -0.0556 0.46667 -0.05508 0.46759 C -0.05287 0.47153 -0.05287 0.46991 -0.05065 0.47315 C -0.05 0.47407 -0.04948 0.47546 -0.04883 0.47639 C -0.04518 0.48125 -0.04531 0.47917 -0.04063 0.4831 C -0.0388 0.48472 -0.03698 0.4868 -0.03503 0.48866 C -0.03347 0.49028 -0.03177 0.49167 -0.03008 0.49305 C -0.02865 0.49421 -0.02722 0.4956 -0.02565 0.49653 C -0.0237 0.49745 -0.02149 0.49792 -0.0194 0.49861 C -0.01172 0.50116 -0.01302 0.49977 -0.00065 0.50092 C 0.00221 0.50116 0.00521 0.50162 0.00807 0.50208 L 0.07747 0.50092 C 0.08047 0.50069 0.0832 0.49745 0.0862 0.49653 C 0.09075 0.49467 0.08828 0.4956 0.09375 0.49421 C 0.09557 0.49305 0.09739 0.49167 0.09935 0.49097 C 0.10156 0.48981 0.1039 0.48958 0.10625 0.48866 C 0.10794 0.48796 0.1095 0.48704 0.1112 0.48634 C 0.11497 0.48495 0.11875 0.48379 0.12252 0.48194 C 0.12474 0.48079 0.12695 0.47917 0.12943 0.4787 C 0.13541 0.47731 0.1414 0.47731 0.14752 0.47639 C 0.15456 0.47523 0.15807 0.475 0.16562 0.47199 C 0.17591 0.46782 0.17448 0.46528 0.1862 0.45856 C 0.19179 0.45555 0.20052 0.45046 0.20625 0.44861 C 0.21732 0.44537 0.22435 0.44745 0.23568 0.4419 L 0.24687 0.43634 C 0.24935 0.43518 0.25195 0.43449 0.25443 0.4331 C 0.25742 0.43148 0.26028 0.42963 0.26315 0.42754 C 0.27513 0.41921 0.26497 0.42523 0.2707 0.42199 C 0.27383 0.41782 0.27409 0.41736 0.27812 0.41319 C 0.27943 0.4118 0.2806 0.41088 0.2819 0.40972 C 0.28255 0.40926 0.28385 0.40856 0.28385 0.40856 L 0.2806 0.40417 " pathEditMode="relative" ptsTypes="AAAAAAAAAAAAAAAAAAAAAAAAAAAAAAAAAAAAAAAAAAAAAAAAAAAAAAAAAAAAA">
                                      <p:cBhvr>
                                        <p:cTn id="48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104 0.00509 -0.00182 0.01042 -0.00313 0.01551 C -0.00482 0.02153 -0.01081 0.03634 -0.0125 0.04097 C -0.01459 0.04629 -0.01693 0.05116 -0.01875 0.05648 C -0.01979 0.05949 -0.02084 0.0625 -0.02188 0.06551 C -0.02292 0.06805 -0.02409 0.0706 -0.025 0.07315 C -0.02995 0.08657 -0.02565 0.07546 -0.02878 0.08657 C -0.0306 0.09282 -0.03255 0.09907 -0.03438 0.10532 C -0.03503 0.10764 -0.03581 0.10972 -0.03633 0.11204 C -0.04063 0.12986 -0.03529 0.10856 -0.04375 0.13866 C -0.04427 0.14051 -0.04453 0.14259 -0.04505 0.14421 C -0.04584 0.14653 -0.04688 0.14861 -0.04753 0.15092 C -0.05547 0.17731 -0.04414 0.14352 -0.05313 0.17199 C -0.05469 0.17708 -0.05677 0.18148 -0.05821 0.18657 C -0.06003 0.19329 -0.06094 0.20069 -0.0625 0.20764 C -0.06472 0.2169 -0.06719 0.22616 -0.0694 0.23542 C -0.07005 0.23796 -0.07084 0.24051 -0.07136 0.24305 L -0.07448 0.26319 C -0.07461 0.26643 -0.07487 0.26991 -0.075 0.27315 C -0.07539 0.2787 -0.07591 0.28426 -0.0763 0.28981 C -0.07709 0.30162 -0.07761 0.31435 -0.07813 0.32639 C -0.078 0.33727 -0.07839 0.34792 -0.07761 0.35856 C -0.07709 0.36528 -0.07526 0.37106 -0.07448 0.37754 C -0.07383 0.3831 -0.07344 0.38866 -0.07318 0.39421 C -0.07175 0.42129 -0.0737 0.41597 -0.07071 0.43079 C -0.07031 0.43264 -0.07005 0.43472 -0.0694 0.43634 C -0.06693 0.44398 -0.06563 0.44491 -0.0625 0.45208 C -0.06159 0.45417 -0.06107 0.45671 -0.06003 0.45856 C -0.05899 0.46088 -0.05742 0.46227 -0.05625 0.46412 C -0.05573 0.46504 -0.0556 0.46667 -0.05508 0.46759 C -0.05287 0.47153 -0.05287 0.46991 -0.05065 0.47315 C -0.05 0.47407 -0.04948 0.47546 -0.04883 0.47639 C -0.04518 0.48125 -0.04531 0.47917 -0.04063 0.4831 C -0.0388 0.48472 -0.03698 0.4868 -0.03503 0.48866 C -0.03347 0.49028 -0.03177 0.49167 -0.03008 0.49305 C -0.02865 0.49421 -0.02722 0.4956 -0.02565 0.49653 C -0.0237 0.49745 -0.02149 0.49792 -0.0194 0.49861 C -0.01172 0.50116 -0.01302 0.49977 -0.00065 0.50092 C 0.00221 0.50116 0.00521 0.50162 0.00807 0.50208 L 0.07747 0.50092 C 0.08047 0.50069 0.0832 0.49745 0.0862 0.49653 C 0.09075 0.49467 0.08828 0.4956 0.09375 0.49421 C 0.09557 0.49305 0.09739 0.49167 0.09935 0.49097 C 0.10156 0.48981 0.1039 0.48958 0.10625 0.48866 C 0.10794 0.48796 0.1095 0.48704 0.1112 0.48634 C 0.11497 0.48495 0.11875 0.48379 0.12252 0.48194 C 0.12474 0.48079 0.12695 0.47917 0.12943 0.4787 C 0.13541 0.47731 0.1414 0.47731 0.14752 0.47639 C 0.15456 0.47523 0.15807 0.475 0.16562 0.47199 C 0.17591 0.46782 0.17448 0.46528 0.1862 0.45856 C 0.19179 0.45555 0.20052 0.45046 0.20625 0.44861 C 0.21732 0.44537 0.22435 0.44745 0.23568 0.4419 L 0.24687 0.43634 C 0.24935 0.43518 0.25195 0.43449 0.25443 0.4331 C 0.25742 0.43148 0.26028 0.42963 0.26315 0.42754 C 0.27513 0.41921 0.26497 0.42523 0.2707 0.42199 C 0.27383 0.41782 0.27409 0.41736 0.27812 0.41319 C 0.27943 0.4118 0.2806 0.41088 0.2819 0.40972 C 0.28255 0.40926 0.28385 0.40856 0.28385 0.40856 L 0.2806 0.40417 " pathEditMode="relative" ptsTypes="AAAAAAAAAAAAAAAAAAAAAAAAAAAAAAAAAAAAAAAAAAAAAAAAAAAAAAAAAAAAA">
                                      <p:cBhvr>
                                        <p:cTn id="50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9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DC61D2-39F4-4BDE-A7FC-E9D0ADD0CDEC}"/>
              </a:ext>
            </a:extLst>
          </p:cNvPr>
          <p:cNvSpPr/>
          <p:nvPr/>
        </p:nvSpPr>
        <p:spPr>
          <a:xfrm>
            <a:off x="4286774" y="1677800"/>
            <a:ext cx="7267922" cy="12583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BD7011-79EE-4FD4-8A8F-D68E4A735F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2969" b="94531" l="6421" r="43981">
                        <a14:foregroundMark x1="15730" y1="77188" x2="23435" y2="74531"/>
                        <a14:foregroundMark x1="23435" y1="74531" x2="22472" y2="83594"/>
                        <a14:foregroundMark x1="22472" y1="83594" x2="35955" y2="71875"/>
                        <a14:foregroundMark x1="35955" y1="71875" x2="35955" y2="71719"/>
                        <a14:foregroundMark x1="20385" y1="78438" x2="20225" y2="78125"/>
                        <a14:foregroundMark x1="19422" y1="78906" x2="19583" y2="80469"/>
                        <a14:foregroundMark x1="25361" y1="83594" x2="24398" y2="84844"/>
                        <a14:foregroundMark x1="39165" y1="69531" x2="39165" y2="71094"/>
                        <a14:foregroundMark x1="19422" y1="91094" x2="24238" y2="90469"/>
                        <a14:foregroundMark x1="27127" y1="91719" x2="32584" y2="90781"/>
                        <a14:foregroundMark x1="40610" y1="71250" x2="40610" y2="71250"/>
                        <a14:foregroundMark x1="23917" y1="83906" x2="26324" y2="84063"/>
                        <a14:foregroundMark x1="40610" y1="73906" x2="40449" y2="77813"/>
                        <a14:foregroundMark x1="40931" y1="66406" x2="40861" y2="66136"/>
                        <a14:foregroundMark x1="40931" y1="66094" x2="41091" y2="67656"/>
                        <a14:foregroundMark x1="40770" y1="76719" x2="40770" y2="78750"/>
                        <a14:foregroundMark x1="40931" y1="88594" x2="40289" y2="84844"/>
                        <a14:foregroundMark x1="40770" y1="86719" x2="40289" y2="82656"/>
                        <a14:foregroundMark x1="40931" y1="84844" x2="40770" y2="82344"/>
                        <a14:foregroundMark x1="41252" y1="81719" x2="41252" y2="78438"/>
                        <a14:foregroundMark x1="41252" y1="67656" x2="40931" y2="78906"/>
                        <a14:foregroundMark x1="41252" y1="78281" x2="41573" y2="72344"/>
                        <a14:foregroundMark x1="41573" y1="67656" x2="41573" y2="65999"/>
                        <a14:foregroundMark x1="41252" y1="88281" x2="40931" y2="92344"/>
                        <a14:foregroundMark x1="40610" y1="92344" x2="36047" y2="92824"/>
                        <a14:backgroundMark x1="8828" y1="95156" x2="6902" y2="94063"/>
                        <a14:backgroundMark x1="39647" y1="63594" x2="38684" y2="62500"/>
                        <a14:backgroundMark x1="39326" y1="63281" x2="40770" y2="63281"/>
                        <a14:backgroundMark x1="40289" y1="64063" x2="41413" y2="64375"/>
                        <a14:backgroundMark x1="42055" y1="65625" x2="41252" y2="65000"/>
                        <a14:backgroundMark x1="41734" y1="65156" x2="41894" y2="65938"/>
                        <a14:backgroundMark x1="37079" y1="94844" x2="28571" y2="95000"/>
                        <a14:backgroundMark x1="36437" y1="94531" x2="38684" y2="94531"/>
                        <a14:backgroundMark x1="36918" y1="94063" x2="35474" y2="94219"/>
                        <a14:backgroundMark x1="8989" y1="94219" x2="8026" y2="94219"/>
                        <a14:backgroundMark x1="8668" y1="94844" x2="13162" y2="95000"/>
                        <a14:backgroundMark x1="12520" y1="94844" x2="17014" y2="94844"/>
                        <a14:backgroundMark x1="16212" y1="95156" x2="23435" y2="95313"/>
                        <a14:backgroundMark x1="23274" y1="94844" x2="28090" y2="946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846" t="59175" r="51113" b="2018"/>
          <a:stretch/>
        </p:blipFill>
        <p:spPr>
          <a:xfrm>
            <a:off x="10273334" y="1839967"/>
            <a:ext cx="1030743" cy="873524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2854A279-2520-4BEA-99E1-3C68EFC4A701}"/>
              </a:ext>
            </a:extLst>
          </p:cNvPr>
          <p:cNvSpPr/>
          <p:nvPr/>
        </p:nvSpPr>
        <p:spPr>
          <a:xfrm>
            <a:off x="486561" y="3127938"/>
            <a:ext cx="11068135" cy="33357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A8C2610-6E59-4E10-9CFE-49DB92E62CD7}"/>
              </a:ext>
            </a:extLst>
          </p:cNvPr>
          <p:cNvSpPr/>
          <p:nvPr/>
        </p:nvSpPr>
        <p:spPr>
          <a:xfrm>
            <a:off x="8085371" y="3743683"/>
            <a:ext cx="1010449" cy="1010449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Read Task</a:t>
            </a:r>
            <a:endParaRPr lang="he-IL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D63ACD-E4E3-4907-87F9-812E81EBDCFC}"/>
              </a:ext>
            </a:extLst>
          </p:cNvPr>
          <p:cNvSpPr txBox="1"/>
          <p:nvPr/>
        </p:nvSpPr>
        <p:spPr>
          <a:xfrm>
            <a:off x="1020781" y="3212925"/>
            <a:ext cx="259219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Actor thread pool</a:t>
            </a:r>
            <a:endParaRPr lang="he-IL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61A172C-2625-44BC-8860-FA3973368E2E}"/>
              </a:ext>
            </a:extLst>
          </p:cNvPr>
          <p:cNvGrpSpPr/>
          <p:nvPr/>
        </p:nvGrpSpPr>
        <p:grpSpPr>
          <a:xfrm>
            <a:off x="8571346" y="2167929"/>
            <a:ext cx="632682" cy="632682"/>
            <a:chOff x="7332916" y="1625128"/>
            <a:chExt cx="858190" cy="85819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C6E71AA-437E-437E-BCCE-DBC5C374E548}"/>
                </a:ext>
              </a:extLst>
            </p:cNvPr>
            <p:cNvSpPr/>
            <p:nvPr/>
          </p:nvSpPr>
          <p:spPr>
            <a:xfrm>
              <a:off x="7332916" y="1625128"/>
              <a:ext cx="858190" cy="8581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BCFAF22D-9BC2-433E-81BA-F7C01C8944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62969" b="94531" l="6421" r="43981">
                          <a14:foregroundMark x1="15730" y1="77188" x2="23435" y2="74531"/>
                          <a14:foregroundMark x1="23435" y1="74531" x2="22472" y2="83594"/>
                          <a14:foregroundMark x1="22472" y1="83594" x2="35955" y2="71875"/>
                          <a14:foregroundMark x1="35955" y1="71875" x2="35955" y2="71719"/>
                          <a14:foregroundMark x1="20385" y1="78438" x2="20225" y2="78125"/>
                          <a14:foregroundMark x1="19422" y1="78906" x2="19583" y2="80469"/>
                          <a14:foregroundMark x1="25361" y1="83594" x2="24398" y2="84844"/>
                          <a14:foregroundMark x1="39165" y1="69531" x2="39165" y2="71094"/>
                          <a14:foregroundMark x1="19422" y1="91094" x2="24238" y2="90469"/>
                          <a14:foregroundMark x1="27127" y1="91719" x2="32584" y2="90781"/>
                          <a14:foregroundMark x1="40610" y1="71250" x2="40610" y2="71250"/>
                          <a14:foregroundMark x1="23917" y1="83906" x2="26324" y2="84063"/>
                          <a14:foregroundMark x1="40610" y1="73906" x2="40449" y2="77813"/>
                          <a14:foregroundMark x1="40931" y1="66406" x2="40861" y2="66136"/>
                          <a14:foregroundMark x1="40931" y1="66094" x2="41091" y2="67656"/>
                          <a14:foregroundMark x1="40770" y1="76719" x2="40770" y2="78750"/>
                          <a14:foregroundMark x1="40931" y1="88594" x2="40289" y2="84844"/>
                          <a14:foregroundMark x1="40770" y1="86719" x2="40289" y2="82656"/>
                          <a14:foregroundMark x1="40931" y1="84844" x2="40770" y2="82344"/>
                          <a14:foregroundMark x1="41252" y1="81719" x2="41252" y2="78438"/>
                          <a14:foregroundMark x1="41252" y1="67656" x2="40931" y2="78906"/>
                          <a14:foregroundMark x1="41252" y1="78281" x2="41573" y2="72344"/>
                          <a14:foregroundMark x1="41573" y1="67656" x2="41573" y2="65999"/>
                          <a14:foregroundMark x1="41252" y1="88281" x2="40931" y2="92344"/>
                          <a14:foregroundMark x1="40610" y1="92344" x2="36047" y2="92824"/>
                          <a14:backgroundMark x1="8828" y1="95156" x2="6902" y2="94063"/>
                          <a14:backgroundMark x1="39647" y1="63594" x2="38684" y2="62500"/>
                          <a14:backgroundMark x1="39326" y1="63281" x2="40770" y2="63281"/>
                          <a14:backgroundMark x1="40289" y1="64063" x2="41413" y2="64375"/>
                          <a14:backgroundMark x1="42055" y1="65625" x2="41252" y2="65000"/>
                          <a14:backgroundMark x1="41734" y1="65156" x2="41894" y2="65938"/>
                          <a14:backgroundMark x1="37079" y1="94844" x2="28571" y2="95000"/>
                          <a14:backgroundMark x1="36437" y1="94531" x2="38684" y2="94531"/>
                          <a14:backgroundMark x1="36918" y1="94063" x2="35474" y2="94219"/>
                          <a14:backgroundMark x1="8989" y1="94219" x2="8026" y2="94219"/>
                          <a14:backgroundMark x1="8668" y1="94844" x2="13162" y2="95000"/>
                          <a14:backgroundMark x1="12520" y1="94844" x2="17014" y2="94844"/>
                          <a14:backgroundMark x1="16212" y1="95156" x2="23435" y2="95313"/>
                          <a14:backgroundMark x1="23274" y1="94844" x2="28090" y2="946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1846" t="59175" r="51113" b="2018"/>
            <a:stretch/>
          </p:blipFill>
          <p:spPr>
            <a:xfrm>
              <a:off x="7401689" y="1716300"/>
              <a:ext cx="759143" cy="643351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F24C19A-B39B-4CF3-9DAB-1A4E365DE14E}"/>
              </a:ext>
            </a:extLst>
          </p:cNvPr>
          <p:cNvGrpSpPr/>
          <p:nvPr/>
        </p:nvGrpSpPr>
        <p:grpSpPr>
          <a:xfrm>
            <a:off x="7771053" y="2153962"/>
            <a:ext cx="632682" cy="632682"/>
            <a:chOff x="7332916" y="1625128"/>
            <a:chExt cx="858190" cy="85819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9DCC6F9-8890-48D0-845B-7048CFE6E8C8}"/>
                </a:ext>
              </a:extLst>
            </p:cNvPr>
            <p:cNvSpPr/>
            <p:nvPr/>
          </p:nvSpPr>
          <p:spPr>
            <a:xfrm>
              <a:off x="7332916" y="1625128"/>
              <a:ext cx="858190" cy="8581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ED186E51-BDFD-4A07-B0AD-CEFC63AC6B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62969" b="94531" l="6421" r="43981">
                          <a14:foregroundMark x1="15730" y1="77188" x2="23435" y2="74531"/>
                          <a14:foregroundMark x1="23435" y1="74531" x2="22472" y2="83594"/>
                          <a14:foregroundMark x1="22472" y1="83594" x2="35955" y2="71875"/>
                          <a14:foregroundMark x1="35955" y1="71875" x2="35955" y2="71719"/>
                          <a14:foregroundMark x1="20385" y1="78438" x2="20225" y2="78125"/>
                          <a14:foregroundMark x1="19422" y1="78906" x2="19583" y2="80469"/>
                          <a14:foregroundMark x1="25361" y1="83594" x2="24398" y2="84844"/>
                          <a14:foregroundMark x1="39165" y1="69531" x2="39165" y2="71094"/>
                          <a14:foregroundMark x1="19422" y1="91094" x2="24238" y2="90469"/>
                          <a14:foregroundMark x1="27127" y1="91719" x2="32584" y2="90781"/>
                          <a14:foregroundMark x1="40610" y1="71250" x2="40610" y2="71250"/>
                          <a14:foregroundMark x1="23917" y1="83906" x2="26324" y2="84063"/>
                          <a14:foregroundMark x1="40610" y1="73906" x2="40449" y2="77813"/>
                          <a14:foregroundMark x1="40931" y1="66406" x2="40861" y2="66136"/>
                          <a14:foregroundMark x1="40931" y1="66094" x2="41091" y2="67656"/>
                          <a14:foregroundMark x1="40770" y1="76719" x2="40770" y2="78750"/>
                          <a14:foregroundMark x1="40931" y1="88594" x2="40289" y2="84844"/>
                          <a14:foregroundMark x1="40770" y1="86719" x2="40289" y2="82656"/>
                          <a14:foregroundMark x1="40931" y1="84844" x2="40770" y2="82344"/>
                          <a14:foregroundMark x1="41252" y1="81719" x2="41252" y2="78438"/>
                          <a14:foregroundMark x1="41252" y1="67656" x2="40931" y2="78906"/>
                          <a14:foregroundMark x1="41252" y1="78281" x2="41573" y2="72344"/>
                          <a14:foregroundMark x1="41573" y1="67656" x2="41573" y2="65999"/>
                          <a14:foregroundMark x1="41252" y1="88281" x2="40931" y2="92344"/>
                          <a14:foregroundMark x1="40610" y1="92344" x2="36047" y2="92824"/>
                          <a14:backgroundMark x1="8828" y1="95156" x2="6902" y2="94063"/>
                          <a14:backgroundMark x1="39647" y1="63594" x2="38684" y2="62500"/>
                          <a14:backgroundMark x1="39326" y1="63281" x2="40770" y2="63281"/>
                          <a14:backgroundMark x1="40289" y1="64063" x2="41413" y2="64375"/>
                          <a14:backgroundMark x1="42055" y1="65625" x2="41252" y2="65000"/>
                          <a14:backgroundMark x1="41734" y1="65156" x2="41894" y2="65938"/>
                          <a14:backgroundMark x1="37079" y1="94844" x2="28571" y2="95000"/>
                          <a14:backgroundMark x1="36437" y1="94531" x2="38684" y2="94531"/>
                          <a14:backgroundMark x1="36918" y1="94063" x2="35474" y2="94219"/>
                          <a14:backgroundMark x1="8989" y1="94219" x2="8026" y2="94219"/>
                          <a14:backgroundMark x1="8668" y1="94844" x2="13162" y2="95000"/>
                          <a14:backgroundMark x1="12520" y1="94844" x2="17014" y2="94844"/>
                          <a14:backgroundMark x1="16212" y1="95156" x2="23435" y2="95313"/>
                          <a14:backgroundMark x1="23274" y1="94844" x2="28090" y2="946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1846" t="59175" r="51113" b="2018"/>
            <a:stretch/>
          </p:blipFill>
          <p:spPr>
            <a:xfrm>
              <a:off x="7401689" y="1716300"/>
              <a:ext cx="759143" cy="643351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E508530-CD68-486E-8BD3-9878331370D9}"/>
              </a:ext>
            </a:extLst>
          </p:cNvPr>
          <p:cNvGrpSpPr/>
          <p:nvPr/>
        </p:nvGrpSpPr>
        <p:grpSpPr>
          <a:xfrm>
            <a:off x="6959994" y="2156505"/>
            <a:ext cx="632682" cy="632682"/>
            <a:chOff x="7332916" y="1625128"/>
            <a:chExt cx="858190" cy="85819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5A00382-E558-47F0-9376-6B6CBC51A7FE}"/>
                </a:ext>
              </a:extLst>
            </p:cNvPr>
            <p:cNvSpPr/>
            <p:nvPr/>
          </p:nvSpPr>
          <p:spPr>
            <a:xfrm>
              <a:off x="7332916" y="1625128"/>
              <a:ext cx="858190" cy="8581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B300AFB1-1D42-46CF-9449-2DCDEC76D7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62969" b="94531" l="6421" r="43981">
                          <a14:foregroundMark x1="15730" y1="77188" x2="23435" y2="74531"/>
                          <a14:foregroundMark x1="23435" y1="74531" x2="22472" y2="83594"/>
                          <a14:foregroundMark x1="22472" y1="83594" x2="35955" y2="71875"/>
                          <a14:foregroundMark x1="35955" y1="71875" x2="35955" y2="71719"/>
                          <a14:foregroundMark x1="20385" y1="78438" x2="20225" y2="78125"/>
                          <a14:foregroundMark x1="19422" y1="78906" x2="19583" y2="80469"/>
                          <a14:foregroundMark x1="25361" y1="83594" x2="24398" y2="84844"/>
                          <a14:foregroundMark x1="39165" y1="69531" x2="39165" y2="71094"/>
                          <a14:foregroundMark x1="19422" y1="91094" x2="24238" y2="90469"/>
                          <a14:foregroundMark x1="27127" y1="91719" x2="32584" y2="90781"/>
                          <a14:foregroundMark x1="40610" y1="71250" x2="40610" y2="71250"/>
                          <a14:foregroundMark x1="23917" y1="83906" x2="26324" y2="84063"/>
                          <a14:foregroundMark x1="40610" y1="73906" x2="40449" y2="77813"/>
                          <a14:foregroundMark x1="40931" y1="66406" x2="40861" y2="66136"/>
                          <a14:foregroundMark x1="40931" y1="66094" x2="41091" y2="67656"/>
                          <a14:foregroundMark x1="40770" y1="76719" x2="40770" y2="78750"/>
                          <a14:foregroundMark x1="40931" y1="88594" x2="40289" y2="84844"/>
                          <a14:foregroundMark x1="40770" y1="86719" x2="40289" y2="82656"/>
                          <a14:foregroundMark x1="40931" y1="84844" x2="40770" y2="82344"/>
                          <a14:foregroundMark x1="41252" y1="81719" x2="41252" y2="78438"/>
                          <a14:foregroundMark x1="41252" y1="67656" x2="40931" y2="78906"/>
                          <a14:foregroundMark x1="41252" y1="78281" x2="41573" y2="72344"/>
                          <a14:foregroundMark x1="41573" y1="67656" x2="41573" y2="65999"/>
                          <a14:foregroundMark x1="41252" y1="88281" x2="40931" y2="92344"/>
                          <a14:foregroundMark x1="40610" y1="92344" x2="36047" y2="92824"/>
                          <a14:backgroundMark x1="8828" y1="95156" x2="6902" y2="94063"/>
                          <a14:backgroundMark x1="39647" y1="63594" x2="38684" y2="62500"/>
                          <a14:backgroundMark x1="39326" y1="63281" x2="40770" y2="63281"/>
                          <a14:backgroundMark x1="40289" y1="64063" x2="41413" y2="64375"/>
                          <a14:backgroundMark x1="42055" y1="65625" x2="41252" y2="65000"/>
                          <a14:backgroundMark x1="41734" y1="65156" x2="41894" y2="65938"/>
                          <a14:backgroundMark x1="37079" y1="94844" x2="28571" y2="95000"/>
                          <a14:backgroundMark x1="36437" y1="94531" x2="38684" y2="94531"/>
                          <a14:backgroundMark x1="36918" y1="94063" x2="35474" y2="94219"/>
                          <a14:backgroundMark x1="8989" y1="94219" x2="8026" y2="94219"/>
                          <a14:backgroundMark x1="8668" y1="94844" x2="13162" y2="95000"/>
                          <a14:backgroundMark x1="12520" y1="94844" x2="17014" y2="94844"/>
                          <a14:backgroundMark x1="16212" y1="95156" x2="23435" y2="95313"/>
                          <a14:backgroundMark x1="23274" y1="94844" x2="28090" y2="946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1846" t="59175" r="51113" b="2018"/>
            <a:stretch/>
          </p:blipFill>
          <p:spPr>
            <a:xfrm>
              <a:off x="7401689" y="1716300"/>
              <a:ext cx="759143" cy="643351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89607B-C6FD-494A-AAB0-7B47955A73EE}"/>
              </a:ext>
            </a:extLst>
          </p:cNvPr>
          <p:cNvGrpSpPr/>
          <p:nvPr/>
        </p:nvGrpSpPr>
        <p:grpSpPr>
          <a:xfrm>
            <a:off x="6148936" y="2153962"/>
            <a:ext cx="632682" cy="632682"/>
            <a:chOff x="7332916" y="1625128"/>
            <a:chExt cx="858190" cy="85819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C7EECF7-1574-487C-86CE-EE5528D042BB}"/>
                </a:ext>
              </a:extLst>
            </p:cNvPr>
            <p:cNvSpPr/>
            <p:nvPr/>
          </p:nvSpPr>
          <p:spPr>
            <a:xfrm>
              <a:off x="7332916" y="1625128"/>
              <a:ext cx="858190" cy="8581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8AD19415-8BBE-4E74-96A6-02F3235914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62969" b="94531" l="6421" r="43981">
                          <a14:foregroundMark x1="15730" y1="77188" x2="23435" y2="74531"/>
                          <a14:foregroundMark x1="23435" y1="74531" x2="22472" y2="83594"/>
                          <a14:foregroundMark x1="22472" y1="83594" x2="35955" y2="71875"/>
                          <a14:foregroundMark x1="35955" y1="71875" x2="35955" y2="71719"/>
                          <a14:foregroundMark x1="20385" y1="78438" x2="20225" y2="78125"/>
                          <a14:foregroundMark x1="19422" y1="78906" x2="19583" y2="80469"/>
                          <a14:foregroundMark x1="25361" y1="83594" x2="24398" y2="84844"/>
                          <a14:foregroundMark x1="39165" y1="69531" x2="39165" y2="71094"/>
                          <a14:foregroundMark x1="19422" y1="91094" x2="24238" y2="90469"/>
                          <a14:foregroundMark x1="27127" y1="91719" x2="32584" y2="90781"/>
                          <a14:foregroundMark x1="40610" y1="71250" x2="40610" y2="71250"/>
                          <a14:foregroundMark x1="23917" y1="83906" x2="26324" y2="84063"/>
                          <a14:foregroundMark x1="40610" y1="73906" x2="40449" y2="77813"/>
                          <a14:foregroundMark x1="40931" y1="66406" x2="40861" y2="66136"/>
                          <a14:foregroundMark x1="40931" y1="66094" x2="41091" y2="67656"/>
                          <a14:foregroundMark x1="40770" y1="76719" x2="40770" y2="78750"/>
                          <a14:foregroundMark x1="40931" y1="88594" x2="40289" y2="84844"/>
                          <a14:foregroundMark x1="40770" y1="86719" x2="40289" y2="82656"/>
                          <a14:foregroundMark x1="40931" y1="84844" x2="40770" y2="82344"/>
                          <a14:foregroundMark x1="41252" y1="81719" x2="41252" y2="78438"/>
                          <a14:foregroundMark x1="41252" y1="67656" x2="40931" y2="78906"/>
                          <a14:foregroundMark x1="41252" y1="78281" x2="41573" y2="72344"/>
                          <a14:foregroundMark x1="41573" y1="67656" x2="41573" y2="65999"/>
                          <a14:foregroundMark x1="41252" y1="88281" x2="40931" y2="92344"/>
                          <a14:foregroundMark x1="40610" y1="92344" x2="36047" y2="92824"/>
                          <a14:backgroundMark x1="8828" y1="95156" x2="6902" y2="94063"/>
                          <a14:backgroundMark x1="39647" y1="63594" x2="38684" y2="62500"/>
                          <a14:backgroundMark x1="39326" y1="63281" x2="40770" y2="63281"/>
                          <a14:backgroundMark x1="40289" y1="64063" x2="41413" y2="64375"/>
                          <a14:backgroundMark x1="42055" y1="65625" x2="41252" y2="65000"/>
                          <a14:backgroundMark x1="41734" y1="65156" x2="41894" y2="65938"/>
                          <a14:backgroundMark x1="37079" y1="94844" x2="28571" y2="95000"/>
                          <a14:backgroundMark x1="36437" y1="94531" x2="38684" y2="94531"/>
                          <a14:backgroundMark x1="36918" y1="94063" x2="35474" y2="94219"/>
                          <a14:backgroundMark x1="8989" y1="94219" x2="8026" y2="94219"/>
                          <a14:backgroundMark x1="8668" y1="94844" x2="13162" y2="95000"/>
                          <a14:backgroundMark x1="12520" y1="94844" x2="17014" y2="94844"/>
                          <a14:backgroundMark x1="16212" y1="95156" x2="23435" y2="95313"/>
                          <a14:backgroundMark x1="23274" y1="94844" x2="28090" y2="946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1846" t="59175" r="51113" b="2018"/>
            <a:stretch/>
          </p:blipFill>
          <p:spPr>
            <a:xfrm>
              <a:off x="7401689" y="1716300"/>
              <a:ext cx="759143" cy="643351"/>
            </a:xfrm>
            <a:prstGeom prst="rect">
              <a:avLst/>
            </a:prstGeom>
          </p:spPr>
        </p:pic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F837B782-0CEB-456F-8943-95662495ADE8}"/>
              </a:ext>
            </a:extLst>
          </p:cNvPr>
          <p:cNvSpPr/>
          <p:nvPr/>
        </p:nvSpPr>
        <p:spPr>
          <a:xfrm>
            <a:off x="8908408" y="4169878"/>
            <a:ext cx="1823925" cy="1580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F2870CB-DE58-49DD-9E64-F1A388CDA113}"/>
              </a:ext>
            </a:extLst>
          </p:cNvPr>
          <p:cNvSpPr/>
          <p:nvPr/>
        </p:nvSpPr>
        <p:spPr>
          <a:xfrm>
            <a:off x="8922696" y="4181783"/>
            <a:ext cx="91328" cy="1349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7096B29-77D7-4C08-8EE9-1FFAF6B0A392}"/>
              </a:ext>
            </a:extLst>
          </p:cNvPr>
          <p:cNvSpPr/>
          <p:nvPr/>
        </p:nvSpPr>
        <p:spPr>
          <a:xfrm>
            <a:off x="9022712" y="4181779"/>
            <a:ext cx="91328" cy="1349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EEB455C-4C96-423A-BC21-C7DD131C7F53}"/>
              </a:ext>
            </a:extLst>
          </p:cNvPr>
          <p:cNvSpPr/>
          <p:nvPr/>
        </p:nvSpPr>
        <p:spPr>
          <a:xfrm>
            <a:off x="9122722" y="4181784"/>
            <a:ext cx="91328" cy="1349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A47864E-213D-4F8A-A64E-02CB04E9364C}"/>
              </a:ext>
            </a:extLst>
          </p:cNvPr>
          <p:cNvSpPr/>
          <p:nvPr/>
        </p:nvSpPr>
        <p:spPr>
          <a:xfrm>
            <a:off x="9222732" y="4181779"/>
            <a:ext cx="91328" cy="1349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F8FD2DF-20C9-413A-8721-D3239290E0B8}"/>
              </a:ext>
            </a:extLst>
          </p:cNvPr>
          <p:cNvSpPr/>
          <p:nvPr/>
        </p:nvSpPr>
        <p:spPr>
          <a:xfrm>
            <a:off x="9322742" y="4181433"/>
            <a:ext cx="91328" cy="1349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25F2AB-3C73-4F59-9426-4D0AE2BFFC8C}"/>
              </a:ext>
            </a:extLst>
          </p:cNvPr>
          <p:cNvSpPr txBox="1"/>
          <p:nvPr/>
        </p:nvSpPr>
        <p:spPr>
          <a:xfrm>
            <a:off x="6875896" y="1677800"/>
            <a:ext cx="259219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IO Thread</a:t>
            </a:r>
            <a:endParaRPr lang="he-IL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6C64D67-C450-4F64-A9B4-5A0FB7B4FB98}"/>
              </a:ext>
            </a:extLst>
          </p:cNvPr>
          <p:cNvGrpSpPr/>
          <p:nvPr/>
        </p:nvGrpSpPr>
        <p:grpSpPr>
          <a:xfrm>
            <a:off x="6861690" y="3691081"/>
            <a:ext cx="929570" cy="1104745"/>
            <a:chOff x="2132016" y="1483215"/>
            <a:chExt cx="929570" cy="1104745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3F34EE5-4FF7-4528-83A6-803CB35626DA}"/>
                </a:ext>
              </a:extLst>
            </p:cNvPr>
            <p:cNvSpPr/>
            <p:nvPr/>
          </p:nvSpPr>
          <p:spPr>
            <a:xfrm>
              <a:off x="2132016" y="1483215"/>
              <a:ext cx="929570" cy="110474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135528A-1BDE-449C-99AD-07A992191281}"/>
                </a:ext>
              </a:extLst>
            </p:cNvPr>
            <p:cNvSpPr txBox="1"/>
            <p:nvPr/>
          </p:nvSpPr>
          <p:spPr>
            <a:xfrm>
              <a:off x="2170155" y="1489352"/>
              <a:ext cx="846901" cy="338554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600" dirty="0" err="1"/>
                <a:t>EncDec</a:t>
              </a:r>
              <a:endParaRPr lang="he-IL" sz="1600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F99A3A2-C6D4-49AD-A159-65A3514E44B9}"/>
              </a:ext>
            </a:extLst>
          </p:cNvPr>
          <p:cNvGrpSpPr/>
          <p:nvPr/>
        </p:nvGrpSpPr>
        <p:grpSpPr>
          <a:xfrm>
            <a:off x="5362984" y="3691081"/>
            <a:ext cx="980666" cy="1104745"/>
            <a:chOff x="2132016" y="1483215"/>
            <a:chExt cx="980666" cy="1104745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24B8F57-E728-48EB-8C76-F4443115D933}"/>
                </a:ext>
              </a:extLst>
            </p:cNvPr>
            <p:cNvSpPr/>
            <p:nvPr/>
          </p:nvSpPr>
          <p:spPr>
            <a:xfrm>
              <a:off x="2132016" y="1483215"/>
              <a:ext cx="980666" cy="110474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EF06DF3-0525-44DC-A881-4ADFE4BFBBC7}"/>
                </a:ext>
              </a:extLst>
            </p:cNvPr>
            <p:cNvSpPr txBox="1"/>
            <p:nvPr/>
          </p:nvSpPr>
          <p:spPr>
            <a:xfrm>
              <a:off x="2170155" y="1489352"/>
              <a:ext cx="891431" cy="338554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600" dirty="0"/>
                <a:t>Protocol</a:t>
              </a:r>
              <a:endParaRPr lang="he-IL" sz="1600" dirty="0"/>
            </a:p>
          </p:txBody>
        </p: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C6AEE254-D567-49A5-883F-F44580B67308}"/>
              </a:ext>
            </a:extLst>
          </p:cNvPr>
          <p:cNvSpPr/>
          <p:nvPr/>
        </p:nvSpPr>
        <p:spPr>
          <a:xfrm>
            <a:off x="6943805" y="4491346"/>
            <a:ext cx="758947" cy="1580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D0ECE9C-63D2-4FA1-9F28-6EF0410B25CC}"/>
              </a:ext>
            </a:extLst>
          </p:cNvPr>
          <p:cNvSpPr/>
          <p:nvPr/>
        </p:nvSpPr>
        <p:spPr>
          <a:xfrm>
            <a:off x="6957613" y="4505248"/>
            <a:ext cx="91328" cy="1349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92437BD-5CCF-42DA-88BD-B7D6B2DE9D46}"/>
              </a:ext>
            </a:extLst>
          </p:cNvPr>
          <p:cNvSpPr/>
          <p:nvPr/>
        </p:nvSpPr>
        <p:spPr>
          <a:xfrm>
            <a:off x="7054674" y="4505248"/>
            <a:ext cx="91328" cy="1349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BA35C23-BD0E-4E42-9F83-52E09ECF2B17}"/>
              </a:ext>
            </a:extLst>
          </p:cNvPr>
          <p:cNvSpPr/>
          <p:nvPr/>
        </p:nvSpPr>
        <p:spPr>
          <a:xfrm>
            <a:off x="7152309" y="4505248"/>
            <a:ext cx="91328" cy="1349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6BB93E0-0DE7-420B-8008-6983F6CC07E0}"/>
              </a:ext>
            </a:extLst>
          </p:cNvPr>
          <p:cNvSpPr/>
          <p:nvPr/>
        </p:nvSpPr>
        <p:spPr>
          <a:xfrm>
            <a:off x="7251484" y="4505248"/>
            <a:ext cx="91328" cy="1349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79129C0-9EF8-4593-BF32-AD43E39920AD}"/>
              </a:ext>
            </a:extLst>
          </p:cNvPr>
          <p:cNvSpPr/>
          <p:nvPr/>
        </p:nvSpPr>
        <p:spPr>
          <a:xfrm>
            <a:off x="7350659" y="4504934"/>
            <a:ext cx="91328" cy="1349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950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1" presetClass="exit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xit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50"/>
                            </p:stCondLst>
                            <p:childTnLst>
                              <p:par>
                                <p:cTn id="25" presetID="1" presetClass="exit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50" grpId="0" animBg="1"/>
      <p:bldP spid="51" grpId="0" animBg="1"/>
      <p:bldP spid="52" grpId="0" animBg="1"/>
      <p:bldP spid="58" grpId="0" animBg="1"/>
      <p:bldP spid="59" grpId="0" animBg="1"/>
      <p:bldP spid="60" grpId="0" animBg="1"/>
      <p:bldP spid="61" grpId="0" animBg="1"/>
      <p:bldP spid="6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DC61D2-39F4-4BDE-A7FC-E9D0ADD0CDEC}"/>
              </a:ext>
            </a:extLst>
          </p:cNvPr>
          <p:cNvSpPr/>
          <p:nvPr/>
        </p:nvSpPr>
        <p:spPr>
          <a:xfrm>
            <a:off x="4286774" y="1677800"/>
            <a:ext cx="7267922" cy="12583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BD7011-79EE-4FD4-8A8F-D68E4A735F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2969" b="94531" l="6421" r="43981">
                        <a14:foregroundMark x1="15730" y1="77188" x2="23435" y2="74531"/>
                        <a14:foregroundMark x1="23435" y1="74531" x2="22472" y2="83594"/>
                        <a14:foregroundMark x1="22472" y1="83594" x2="35955" y2="71875"/>
                        <a14:foregroundMark x1="35955" y1="71875" x2="35955" y2="71719"/>
                        <a14:foregroundMark x1="20385" y1="78438" x2="20225" y2="78125"/>
                        <a14:foregroundMark x1="19422" y1="78906" x2="19583" y2="80469"/>
                        <a14:foregroundMark x1="25361" y1="83594" x2="24398" y2="84844"/>
                        <a14:foregroundMark x1="39165" y1="69531" x2="39165" y2="71094"/>
                        <a14:foregroundMark x1="19422" y1="91094" x2="24238" y2="90469"/>
                        <a14:foregroundMark x1="27127" y1="91719" x2="32584" y2="90781"/>
                        <a14:foregroundMark x1="40610" y1="71250" x2="40610" y2="71250"/>
                        <a14:foregroundMark x1="23917" y1="83906" x2="26324" y2="84063"/>
                        <a14:foregroundMark x1="40610" y1="73906" x2="40449" y2="77813"/>
                        <a14:foregroundMark x1="40931" y1="66406" x2="40861" y2="66136"/>
                        <a14:foregroundMark x1="40931" y1="66094" x2="41091" y2="67656"/>
                        <a14:foregroundMark x1="40770" y1="76719" x2="40770" y2="78750"/>
                        <a14:foregroundMark x1="40931" y1="88594" x2="40289" y2="84844"/>
                        <a14:foregroundMark x1="40770" y1="86719" x2="40289" y2="82656"/>
                        <a14:foregroundMark x1="40931" y1="84844" x2="40770" y2="82344"/>
                        <a14:foregroundMark x1="41252" y1="81719" x2="41252" y2="78438"/>
                        <a14:foregroundMark x1="41252" y1="67656" x2="40931" y2="78906"/>
                        <a14:foregroundMark x1="41252" y1="78281" x2="41573" y2="72344"/>
                        <a14:foregroundMark x1="41573" y1="67656" x2="41573" y2="65999"/>
                        <a14:foregroundMark x1="41252" y1="88281" x2="40931" y2="92344"/>
                        <a14:foregroundMark x1="40610" y1="92344" x2="36047" y2="92824"/>
                        <a14:backgroundMark x1="8828" y1="95156" x2="6902" y2="94063"/>
                        <a14:backgroundMark x1="39647" y1="63594" x2="38684" y2="62500"/>
                        <a14:backgroundMark x1="39326" y1="63281" x2="40770" y2="63281"/>
                        <a14:backgroundMark x1="40289" y1="64063" x2="41413" y2="64375"/>
                        <a14:backgroundMark x1="42055" y1="65625" x2="41252" y2="65000"/>
                        <a14:backgroundMark x1="41734" y1="65156" x2="41894" y2="65938"/>
                        <a14:backgroundMark x1="37079" y1="94844" x2="28571" y2="95000"/>
                        <a14:backgroundMark x1="36437" y1="94531" x2="38684" y2="94531"/>
                        <a14:backgroundMark x1="36918" y1="94063" x2="35474" y2="94219"/>
                        <a14:backgroundMark x1="8989" y1="94219" x2="8026" y2="94219"/>
                        <a14:backgroundMark x1="8668" y1="94844" x2="13162" y2="95000"/>
                        <a14:backgroundMark x1="12520" y1="94844" x2="17014" y2="94844"/>
                        <a14:backgroundMark x1="16212" y1="95156" x2="23435" y2="95313"/>
                        <a14:backgroundMark x1="23274" y1="94844" x2="28090" y2="946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846" t="59175" r="51113" b="2018"/>
          <a:stretch/>
        </p:blipFill>
        <p:spPr>
          <a:xfrm>
            <a:off x="10273334" y="1839967"/>
            <a:ext cx="1030743" cy="873524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2854A279-2520-4BEA-99E1-3C68EFC4A701}"/>
              </a:ext>
            </a:extLst>
          </p:cNvPr>
          <p:cNvSpPr/>
          <p:nvPr/>
        </p:nvSpPr>
        <p:spPr>
          <a:xfrm>
            <a:off x="486561" y="3127938"/>
            <a:ext cx="11068135" cy="33357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A8C2610-6E59-4E10-9CFE-49DB92E62CD7}"/>
              </a:ext>
            </a:extLst>
          </p:cNvPr>
          <p:cNvSpPr/>
          <p:nvPr/>
        </p:nvSpPr>
        <p:spPr>
          <a:xfrm>
            <a:off x="8085371" y="3743683"/>
            <a:ext cx="1010449" cy="1010449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Read Task</a:t>
            </a:r>
            <a:endParaRPr lang="he-IL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D63ACD-E4E3-4907-87F9-812E81EBDCFC}"/>
              </a:ext>
            </a:extLst>
          </p:cNvPr>
          <p:cNvSpPr txBox="1"/>
          <p:nvPr/>
        </p:nvSpPr>
        <p:spPr>
          <a:xfrm>
            <a:off x="1020781" y="3212925"/>
            <a:ext cx="259219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Actor thread pool</a:t>
            </a:r>
            <a:endParaRPr lang="he-IL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61A172C-2625-44BC-8860-FA3973368E2E}"/>
              </a:ext>
            </a:extLst>
          </p:cNvPr>
          <p:cNvGrpSpPr/>
          <p:nvPr/>
        </p:nvGrpSpPr>
        <p:grpSpPr>
          <a:xfrm>
            <a:off x="8571346" y="2167929"/>
            <a:ext cx="632682" cy="632682"/>
            <a:chOff x="7332916" y="1625128"/>
            <a:chExt cx="858190" cy="85819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C6E71AA-437E-437E-BCCE-DBC5C374E548}"/>
                </a:ext>
              </a:extLst>
            </p:cNvPr>
            <p:cNvSpPr/>
            <p:nvPr/>
          </p:nvSpPr>
          <p:spPr>
            <a:xfrm>
              <a:off x="7332916" y="1625128"/>
              <a:ext cx="858190" cy="8581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BCFAF22D-9BC2-433E-81BA-F7C01C8944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62969" b="94531" l="6421" r="43981">
                          <a14:foregroundMark x1="15730" y1="77188" x2="23435" y2="74531"/>
                          <a14:foregroundMark x1="23435" y1="74531" x2="22472" y2="83594"/>
                          <a14:foregroundMark x1="22472" y1="83594" x2="35955" y2="71875"/>
                          <a14:foregroundMark x1="35955" y1="71875" x2="35955" y2="71719"/>
                          <a14:foregroundMark x1="20385" y1="78438" x2="20225" y2="78125"/>
                          <a14:foregroundMark x1="19422" y1="78906" x2="19583" y2="80469"/>
                          <a14:foregroundMark x1="25361" y1="83594" x2="24398" y2="84844"/>
                          <a14:foregroundMark x1="39165" y1="69531" x2="39165" y2="71094"/>
                          <a14:foregroundMark x1="19422" y1="91094" x2="24238" y2="90469"/>
                          <a14:foregroundMark x1="27127" y1="91719" x2="32584" y2="90781"/>
                          <a14:foregroundMark x1="40610" y1="71250" x2="40610" y2="71250"/>
                          <a14:foregroundMark x1="23917" y1="83906" x2="26324" y2="84063"/>
                          <a14:foregroundMark x1="40610" y1="73906" x2="40449" y2="77813"/>
                          <a14:foregroundMark x1="40931" y1="66406" x2="40861" y2="66136"/>
                          <a14:foregroundMark x1="40931" y1="66094" x2="41091" y2="67656"/>
                          <a14:foregroundMark x1="40770" y1="76719" x2="40770" y2="78750"/>
                          <a14:foregroundMark x1="40931" y1="88594" x2="40289" y2="84844"/>
                          <a14:foregroundMark x1="40770" y1="86719" x2="40289" y2="82656"/>
                          <a14:foregroundMark x1="40931" y1="84844" x2="40770" y2="82344"/>
                          <a14:foregroundMark x1="41252" y1="81719" x2="41252" y2="78438"/>
                          <a14:foregroundMark x1="41252" y1="67656" x2="40931" y2="78906"/>
                          <a14:foregroundMark x1="41252" y1="78281" x2="41573" y2="72344"/>
                          <a14:foregroundMark x1="41573" y1="67656" x2="41573" y2="65999"/>
                          <a14:foregroundMark x1="41252" y1="88281" x2="40931" y2="92344"/>
                          <a14:foregroundMark x1="40610" y1="92344" x2="36047" y2="92824"/>
                          <a14:backgroundMark x1="8828" y1="95156" x2="6902" y2="94063"/>
                          <a14:backgroundMark x1="39647" y1="63594" x2="38684" y2="62500"/>
                          <a14:backgroundMark x1="39326" y1="63281" x2="40770" y2="63281"/>
                          <a14:backgroundMark x1="40289" y1="64063" x2="41413" y2="64375"/>
                          <a14:backgroundMark x1="42055" y1="65625" x2="41252" y2="65000"/>
                          <a14:backgroundMark x1="41734" y1="65156" x2="41894" y2="65938"/>
                          <a14:backgroundMark x1="37079" y1="94844" x2="28571" y2="95000"/>
                          <a14:backgroundMark x1="36437" y1="94531" x2="38684" y2="94531"/>
                          <a14:backgroundMark x1="36918" y1="94063" x2="35474" y2="94219"/>
                          <a14:backgroundMark x1="8989" y1="94219" x2="8026" y2="94219"/>
                          <a14:backgroundMark x1="8668" y1="94844" x2="13162" y2="95000"/>
                          <a14:backgroundMark x1="12520" y1="94844" x2="17014" y2="94844"/>
                          <a14:backgroundMark x1="16212" y1="95156" x2="23435" y2="95313"/>
                          <a14:backgroundMark x1="23274" y1="94844" x2="28090" y2="946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1846" t="59175" r="51113" b="2018"/>
            <a:stretch/>
          </p:blipFill>
          <p:spPr>
            <a:xfrm>
              <a:off x="7401689" y="1716300"/>
              <a:ext cx="759143" cy="643351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F24C19A-B39B-4CF3-9DAB-1A4E365DE14E}"/>
              </a:ext>
            </a:extLst>
          </p:cNvPr>
          <p:cNvGrpSpPr/>
          <p:nvPr/>
        </p:nvGrpSpPr>
        <p:grpSpPr>
          <a:xfrm>
            <a:off x="7771053" y="2153962"/>
            <a:ext cx="632682" cy="632682"/>
            <a:chOff x="7332916" y="1625128"/>
            <a:chExt cx="858190" cy="85819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9DCC6F9-8890-48D0-845B-7048CFE6E8C8}"/>
                </a:ext>
              </a:extLst>
            </p:cNvPr>
            <p:cNvSpPr/>
            <p:nvPr/>
          </p:nvSpPr>
          <p:spPr>
            <a:xfrm>
              <a:off x="7332916" y="1625128"/>
              <a:ext cx="858190" cy="8581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ED186E51-BDFD-4A07-B0AD-CEFC63AC6B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62969" b="94531" l="6421" r="43981">
                          <a14:foregroundMark x1="15730" y1="77188" x2="23435" y2="74531"/>
                          <a14:foregroundMark x1="23435" y1="74531" x2="22472" y2="83594"/>
                          <a14:foregroundMark x1="22472" y1="83594" x2="35955" y2="71875"/>
                          <a14:foregroundMark x1="35955" y1="71875" x2="35955" y2="71719"/>
                          <a14:foregroundMark x1="20385" y1="78438" x2="20225" y2="78125"/>
                          <a14:foregroundMark x1="19422" y1="78906" x2="19583" y2="80469"/>
                          <a14:foregroundMark x1="25361" y1="83594" x2="24398" y2="84844"/>
                          <a14:foregroundMark x1="39165" y1="69531" x2="39165" y2="71094"/>
                          <a14:foregroundMark x1="19422" y1="91094" x2="24238" y2="90469"/>
                          <a14:foregroundMark x1="27127" y1="91719" x2="32584" y2="90781"/>
                          <a14:foregroundMark x1="40610" y1="71250" x2="40610" y2="71250"/>
                          <a14:foregroundMark x1="23917" y1="83906" x2="26324" y2="84063"/>
                          <a14:foregroundMark x1="40610" y1="73906" x2="40449" y2="77813"/>
                          <a14:foregroundMark x1="40931" y1="66406" x2="40861" y2="66136"/>
                          <a14:foregroundMark x1="40931" y1="66094" x2="41091" y2="67656"/>
                          <a14:foregroundMark x1="40770" y1="76719" x2="40770" y2="78750"/>
                          <a14:foregroundMark x1="40931" y1="88594" x2="40289" y2="84844"/>
                          <a14:foregroundMark x1="40770" y1="86719" x2="40289" y2="82656"/>
                          <a14:foregroundMark x1="40931" y1="84844" x2="40770" y2="82344"/>
                          <a14:foregroundMark x1="41252" y1="81719" x2="41252" y2="78438"/>
                          <a14:foregroundMark x1="41252" y1="67656" x2="40931" y2="78906"/>
                          <a14:foregroundMark x1="41252" y1="78281" x2="41573" y2="72344"/>
                          <a14:foregroundMark x1="41573" y1="67656" x2="41573" y2="65999"/>
                          <a14:foregroundMark x1="41252" y1="88281" x2="40931" y2="92344"/>
                          <a14:foregroundMark x1="40610" y1="92344" x2="36047" y2="92824"/>
                          <a14:backgroundMark x1="8828" y1="95156" x2="6902" y2="94063"/>
                          <a14:backgroundMark x1="39647" y1="63594" x2="38684" y2="62500"/>
                          <a14:backgroundMark x1="39326" y1="63281" x2="40770" y2="63281"/>
                          <a14:backgroundMark x1="40289" y1="64063" x2="41413" y2="64375"/>
                          <a14:backgroundMark x1="42055" y1="65625" x2="41252" y2="65000"/>
                          <a14:backgroundMark x1="41734" y1="65156" x2="41894" y2="65938"/>
                          <a14:backgroundMark x1="37079" y1="94844" x2="28571" y2="95000"/>
                          <a14:backgroundMark x1="36437" y1="94531" x2="38684" y2="94531"/>
                          <a14:backgroundMark x1="36918" y1="94063" x2="35474" y2="94219"/>
                          <a14:backgroundMark x1="8989" y1="94219" x2="8026" y2="94219"/>
                          <a14:backgroundMark x1="8668" y1="94844" x2="13162" y2="95000"/>
                          <a14:backgroundMark x1="12520" y1="94844" x2="17014" y2="94844"/>
                          <a14:backgroundMark x1="16212" y1="95156" x2="23435" y2="95313"/>
                          <a14:backgroundMark x1="23274" y1="94844" x2="28090" y2="946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1846" t="59175" r="51113" b="2018"/>
            <a:stretch/>
          </p:blipFill>
          <p:spPr>
            <a:xfrm>
              <a:off x="7401689" y="1716300"/>
              <a:ext cx="759143" cy="643351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E508530-CD68-486E-8BD3-9878331370D9}"/>
              </a:ext>
            </a:extLst>
          </p:cNvPr>
          <p:cNvGrpSpPr/>
          <p:nvPr/>
        </p:nvGrpSpPr>
        <p:grpSpPr>
          <a:xfrm>
            <a:off x="6959994" y="2156505"/>
            <a:ext cx="632682" cy="632682"/>
            <a:chOff x="7332916" y="1625128"/>
            <a:chExt cx="858190" cy="85819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5A00382-E558-47F0-9376-6B6CBC51A7FE}"/>
                </a:ext>
              </a:extLst>
            </p:cNvPr>
            <p:cNvSpPr/>
            <p:nvPr/>
          </p:nvSpPr>
          <p:spPr>
            <a:xfrm>
              <a:off x="7332916" y="1625128"/>
              <a:ext cx="858190" cy="8581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B300AFB1-1D42-46CF-9449-2DCDEC76D7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62969" b="94531" l="6421" r="43981">
                          <a14:foregroundMark x1="15730" y1="77188" x2="23435" y2="74531"/>
                          <a14:foregroundMark x1="23435" y1="74531" x2="22472" y2="83594"/>
                          <a14:foregroundMark x1="22472" y1="83594" x2="35955" y2="71875"/>
                          <a14:foregroundMark x1="35955" y1="71875" x2="35955" y2="71719"/>
                          <a14:foregroundMark x1="20385" y1="78438" x2="20225" y2="78125"/>
                          <a14:foregroundMark x1="19422" y1="78906" x2="19583" y2="80469"/>
                          <a14:foregroundMark x1="25361" y1="83594" x2="24398" y2="84844"/>
                          <a14:foregroundMark x1="39165" y1="69531" x2="39165" y2="71094"/>
                          <a14:foregroundMark x1="19422" y1="91094" x2="24238" y2="90469"/>
                          <a14:foregroundMark x1="27127" y1="91719" x2="32584" y2="90781"/>
                          <a14:foregroundMark x1="40610" y1="71250" x2="40610" y2="71250"/>
                          <a14:foregroundMark x1="23917" y1="83906" x2="26324" y2="84063"/>
                          <a14:foregroundMark x1="40610" y1="73906" x2="40449" y2="77813"/>
                          <a14:foregroundMark x1="40931" y1="66406" x2="40861" y2="66136"/>
                          <a14:foregroundMark x1="40931" y1="66094" x2="41091" y2="67656"/>
                          <a14:foregroundMark x1="40770" y1="76719" x2="40770" y2="78750"/>
                          <a14:foregroundMark x1="40931" y1="88594" x2="40289" y2="84844"/>
                          <a14:foregroundMark x1="40770" y1="86719" x2="40289" y2="82656"/>
                          <a14:foregroundMark x1="40931" y1="84844" x2="40770" y2="82344"/>
                          <a14:foregroundMark x1="41252" y1="81719" x2="41252" y2="78438"/>
                          <a14:foregroundMark x1="41252" y1="67656" x2="40931" y2="78906"/>
                          <a14:foregroundMark x1="41252" y1="78281" x2="41573" y2="72344"/>
                          <a14:foregroundMark x1="41573" y1="67656" x2="41573" y2="65999"/>
                          <a14:foregroundMark x1="41252" y1="88281" x2="40931" y2="92344"/>
                          <a14:foregroundMark x1="40610" y1="92344" x2="36047" y2="92824"/>
                          <a14:backgroundMark x1="8828" y1="95156" x2="6902" y2="94063"/>
                          <a14:backgroundMark x1="39647" y1="63594" x2="38684" y2="62500"/>
                          <a14:backgroundMark x1="39326" y1="63281" x2="40770" y2="63281"/>
                          <a14:backgroundMark x1="40289" y1="64063" x2="41413" y2="64375"/>
                          <a14:backgroundMark x1="42055" y1="65625" x2="41252" y2="65000"/>
                          <a14:backgroundMark x1="41734" y1="65156" x2="41894" y2="65938"/>
                          <a14:backgroundMark x1="37079" y1="94844" x2="28571" y2="95000"/>
                          <a14:backgroundMark x1="36437" y1="94531" x2="38684" y2="94531"/>
                          <a14:backgroundMark x1="36918" y1="94063" x2="35474" y2="94219"/>
                          <a14:backgroundMark x1="8989" y1="94219" x2="8026" y2="94219"/>
                          <a14:backgroundMark x1="8668" y1="94844" x2="13162" y2="95000"/>
                          <a14:backgroundMark x1="12520" y1="94844" x2="17014" y2="94844"/>
                          <a14:backgroundMark x1="16212" y1="95156" x2="23435" y2="95313"/>
                          <a14:backgroundMark x1="23274" y1="94844" x2="28090" y2="946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1846" t="59175" r="51113" b="2018"/>
            <a:stretch/>
          </p:blipFill>
          <p:spPr>
            <a:xfrm>
              <a:off x="7401689" y="1716300"/>
              <a:ext cx="759143" cy="643351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89607B-C6FD-494A-AAB0-7B47955A73EE}"/>
              </a:ext>
            </a:extLst>
          </p:cNvPr>
          <p:cNvGrpSpPr/>
          <p:nvPr/>
        </p:nvGrpSpPr>
        <p:grpSpPr>
          <a:xfrm>
            <a:off x="6148936" y="2153962"/>
            <a:ext cx="632682" cy="632682"/>
            <a:chOff x="7332916" y="1625128"/>
            <a:chExt cx="858190" cy="85819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C7EECF7-1574-487C-86CE-EE5528D042BB}"/>
                </a:ext>
              </a:extLst>
            </p:cNvPr>
            <p:cNvSpPr/>
            <p:nvPr/>
          </p:nvSpPr>
          <p:spPr>
            <a:xfrm>
              <a:off x="7332916" y="1625128"/>
              <a:ext cx="858190" cy="8581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8AD19415-8BBE-4E74-96A6-02F3235914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62969" b="94531" l="6421" r="43981">
                          <a14:foregroundMark x1="15730" y1="77188" x2="23435" y2="74531"/>
                          <a14:foregroundMark x1="23435" y1="74531" x2="22472" y2="83594"/>
                          <a14:foregroundMark x1="22472" y1="83594" x2="35955" y2="71875"/>
                          <a14:foregroundMark x1="35955" y1="71875" x2="35955" y2="71719"/>
                          <a14:foregroundMark x1="20385" y1="78438" x2="20225" y2="78125"/>
                          <a14:foregroundMark x1="19422" y1="78906" x2="19583" y2="80469"/>
                          <a14:foregroundMark x1="25361" y1="83594" x2="24398" y2="84844"/>
                          <a14:foregroundMark x1="39165" y1="69531" x2="39165" y2="71094"/>
                          <a14:foregroundMark x1="19422" y1="91094" x2="24238" y2="90469"/>
                          <a14:foregroundMark x1="27127" y1="91719" x2="32584" y2="90781"/>
                          <a14:foregroundMark x1="40610" y1="71250" x2="40610" y2="71250"/>
                          <a14:foregroundMark x1="23917" y1="83906" x2="26324" y2="84063"/>
                          <a14:foregroundMark x1="40610" y1="73906" x2="40449" y2="77813"/>
                          <a14:foregroundMark x1="40931" y1="66406" x2="40861" y2="66136"/>
                          <a14:foregroundMark x1="40931" y1="66094" x2="41091" y2="67656"/>
                          <a14:foregroundMark x1="40770" y1="76719" x2="40770" y2="78750"/>
                          <a14:foregroundMark x1="40931" y1="88594" x2="40289" y2="84844"/>
                          <a14:foregroundMark x1="40770" y1="86719" x2="40289" y2="82656"/>
                          <a14:foregroundMark x1="40931" y1="84844" x2="40770" y2="82344"/>
                          <a14:foregroundMark x1="41252" y1="81719" x2="41252" y2="78438"/>
                          <a14:foregroundMark x1="41252" y1="67656" x2="40931" y2="78906"/>
                          <a14:foregroundMark x1="41252" y1="78281" x2="41573" y2="72344"/>
                          <a14:foregroundMark x1="41573" y1="67656" x2="41573" y2="65999"/>
                          <a14:foregroundMark x1="41252" y1="88281" x2="40931" y2="92344"/>
                          <a14:foregroundMark x1="40610" y1="92344" x2="36047" y2="92824"/>
                          <a14:backgroundMark x1="8828" y1="95156" x2="6902" y2="94063"/>
                          <a14:backgroundMark x1="39647" y1="63594" x2="38684" y2="62500"/>
                          <a14:backgroundMark x1="39326" y1="63281" x2="40770" y2="63281"/>
                          <a14:backgroundMark x1="40289" y1="64063" x2="41413" y2="64375"/>
                          <a14:backgroundMark x1="42055" y1="65625" x2="41252" y2="65000"/>
                          <a14:backgroundMark x1="41734" y1="65156" x2="41894" y2="65938"/>
                          <a14:backgroundMark x1="37079" y1="94844" x2="28571" y2="95000"/>
                          <a14:backgroundMark x1="36437" y1="94531" x2="38684" y2="94531"/>
                          <a14:backgroundMark x1="36918" y1="94063" x2="35474" y2="94219"/>
                          <a14:backgroundMark x1="8989" y1="94219" x2="8026" y2="94219"/>
                          <a14:backgroundMark x1="8668" y1="94844" x2="13162" y2="95000"/>
                          <a14:backgroundMark x1="12520" y1="94844" x2="17014" y2="94844"/>
                          <a14:backgroundMark x1="16212" y1="95156" x2="23435" y2="95313"/>
                          <a14:backgroundMark x1="23274" y1="94844" x2="28090" y2="946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1846" t="59175" r="51113" b="2018"/>
            <a:stretch/>
          </p:blipFill>
          <p:spPr>
            <a:xfrm>
              <a:off x="7401689" y="1716300"/>
              <a:ext cx="759143" cy="643351"/>
            </a:xfrm>
            <a:prstGeom prst="rect">
              <a:avLst/>
            </a:prstGeom>
          </p:spPr>
        </p:pic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F837B782-0CEB-456F-8943-95662495ADE8}"/>
              </a:ext>
            </a:extLst>
          </p:cNvPr>
          <p:cNvSpPr/>
          <p:nvPr/>
        </p:nvSpPr>
        <p:spPr>
          <a:xfrm>
            <a:off x="8908408" y="4169878"/>
            <a:ext cx="1823925" cy="1580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25F2AB-3C73-4F59-9426-4D0AE2BFFC8C}"/>
              </a:ext>
            </a:extLst>
          </p:cNvPr>
          <p:cNvSpPr txBox="1"/>
          <p:nvPr/>
        </p:nvSpPr>
        <p:spPr>
          <a:xfrm>
            <a:off x="6875896" y="1677800"/>
            <a:ext cx="259219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IO Thread</a:t>
            </a:r>
            <a:endParaRPr lang="he-IL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6C64D67-C450-4F64-A9B4-5A0FB7B4FB98}"/>
              </a:ext>
            </a:extLst>
          </p:cNvPr>
          <p:cNvGrpSpPr/>
          <p:nvPr/>
        </p:nvGrpSpPr>
        <p:grpSpPr>
          <a:xfrm>
            <a:off x="6861690" y="3691081"/>
            <a:ext cx="929570" cy="1104745"/>
            <a:chOff x="2132016" y="1483215"/>
            <a:chExt cx="929570" cy="1104745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3F34EE5-4FF7-4528-83A6-803CB35626DA}"/>
                </a:ext>
              </a:extLst>
            </p:cNvPr>
            <p:cNvSpPr/>
            <p:nvPr/>
          </p:nvSpPr>
          <p:spPr>
            <a:xfrm>
              <a:off x="2132016" y="1483215"/>
              <a:ext cx="929570" cy="110474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135528A-1BDE-449C-99AD-07A992191281}"/>
                </a:ext>
              </a:extLst>
            </p:cNvPr>
            <p:cNvSpPr txBox="1"/>
            <p:nvPr/>
          </p:nvSpPr>
          <p:spPr>
            <a:xfrm>
              <a:off x="2170155" y="1489352"/>
              <a:ext cx="846901" cy="338554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600" dirty="0" err="1"/>
                <a:t>EncDec</a:t>
              </a:r>
              <a:endParaRPr lang="he-IL" sz="1600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F99A3A2-C6D4-49AD-A159-65A3514E44B9}"/>
              </a:ext>
            </a:extLst>
          </p:cNvPr>
          <p:cNvGrpSpPr/>
          <p:nvPr/>
        </p:nvGrpSpPr>
        <p:grpSpPr>
          <a:xfrm>
            <a:off x="5362984" y="3691081"/>
            <a:ext cx="980666" cy="1104745"/>
            <a:chOff x="2132016" y="1483215"/>
            <a:chExt cx="980666" cy="1104745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24B8F57-E728-48EB-8C76-F4443115D933}"/>
                </a:ext>
              </a:extLst>
            </p:cNvPr>
            <p:cNvSpPr/>
            <p:nvPr/>
          </p:nvSpPr>
          <p:spPr>
            <a:xfrm>
              <a:off x="2132016" y="1483215"/>
              <a:ext cx="980666" cy="110474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EF06DF3-0525-44DC-A881-4ADFE4BFBBC7}"/>
                </a:ext>
              </a:extLst>
            </p:cNvPr>
            <p:cNvSpPr txBox="1"/>
            <p:nvPr/>
          </p:nvSpPr>
          <p:spPr>
            <a:xfrm>
              <a:off x="2170155" y="1489352"/>
              <a:ext cx="891431" cy="338554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600" dirty="0"/>
                <a:t>Protocol</a:t>
              </a:r>
              <a:endParaRPr lang="he-IL" sz="1600" dirty="0"/>
            </a:p>
          </p:txBody>
        </p: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C6AEE254-D567-49A5-883F-F44580B67308}"/>
              </a:ext>
            </a:extLst>
          </p:cNvPr>
          <p:cNvSpPr/>
          <p:nvPr/>
        </p:nvSpPr>
        <p:spPr>
          <a:xfrm>
            <a:off x="6943805" y="4491346"/>
            <a:ext cx="758947" cy="1580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D0ECE9C-63D2-4FA1-9F28-6EF0410B25CC}"/>
              </a:ext>
            </a:extLst>
          </p:cNvPr>
          <p:cNvSpPr/>
          <p:nvPr/>
        </p:nvSpPr>
        <p:spPr>
          <a:xfrm>
            <a:off x="6957613" y="4505248"/>
            <a:ext cx="91328" cy="1349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92437BD-5CCF-42DA-88BD-B7D6B2DE9D46}"/>
              </a:ext>
            </a:extLst>
          </p:cNvPr>
          <p:cNvSpPr/>
          <p:nvPr/>
        </p:nvSpPr>
        <p:spPr>
          <a:xfrm>
            <a:off x="7054674" y="4505248"/>
            <a:ext cx="91328" cy="1349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BA35C23-BD0E-4E42-9F83-52E09ECF2B17}"/>
              </a:ext>
            </a:extLst>
          </p:cNvPr>
          <p:cNvSpPr/>
          <p:nvPr/>
        </p:nvSpPr>
        <p:spPr>
          <a:xfrm>
            <a:off x="7152309" y="4505248"/>
            <a:ext cx="91328" cy="1349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6BB93E0-0DE7-420B-8008-6983F6CC07E0}"/>
              </a:ext>
            </a:extLst>
          </p:cNvPr>
          <p:cNvSpPr/>
          <p:nvPr/>
        </p:nvSpPr>
        <p:spPr>
          <a:xfrm>
            <a:off x="7251484" y="4505248"/>
            <a:ext cx="91328" cy="1349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79129C0-9EF8-4593-BF32-AD43E39920AD}"/>
              </a:ext>
            </a:extLst>
          </p:cNvPr>
          <p:cNvSpPr/>
          <p:nvPr/>
        </p:nvSpPr>
        <p:spPr>
          <a:xfrm>
            <a:off x="7350659" y="4504934"/>
            <a:ext cx="91328" cy="1349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204F55AC-DAFD-4C35-A423-92BED402E2DB}"/>
              </a:ext>
            </a:extLst>
          </p:cNvPr>
          <p:cNvSpPr/>
          <p:nvPr/>
        </p:nvSpPr>
        <p:spPr>
          <a:xfrm>
            <a:off x="7036261" y="3983028"/>
            <a:ext cx="453493" cy="4534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9238DBF5-C056-45FE-802D-1665FB9CA5B5}"/>
              </a:ext>
            </a:extLst>
          </p:cNvPr>
          <p:cNvSpPr/>
          <p:nvPr/>
        </p:nvSpPr>
        <p:spPr>
          <a:xfrm>
            <a:off x="5639195" y="4243453"/>
            <a:ext cx="453493" cy="453493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1363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1.11111E-6 L -0.11497 0.00255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55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1.85185E-6 L 0.11406 -0.03796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29" y="-18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9" grpId="0" animBg="1"/>
      <p:bldP spid="60" grpId="0" animBg="1"/>
      <p:bldP spid="61" grpId="0" animBg="1"/>
      <p:bldP spid="62" grpId="0" animBg="1"/>
      <p:bldP spid="64" grpId="0" animBg="1"/>
      <p:bldP spid="64" grpId="1" animBg="1"/>
      <p:bldP spid="64" grpId="2" animBg="1"/>
      <p:bldP spid="65" grpId="0" animBg="1"/>
      <p:bldP spid="65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DC61D2-39F4-4BDE-A7FC-E9D0ADD0CDEC}"/>
              </a:ext>
            </a:extLst>
          </p:cNvPr>
          <p:cNvSpPr/>
          <p:nvPr/>
        </p:nvSpPr>
        <p:spPr>
          <a:xfrm>
            <a:off x="4286774" y="1677800"/>
            <a:ext cx="7267922" cy="12583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BD7011-79EE-4FD4-8A8F-D68E4A735F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2969" b="94531" l="6421" r="43981">
                        <a14:foregroundMark x1="15730" y1="77188" x2="23435" y2="74531"/>
                        <a14:foregroundMark x1="23435" y1="74531" x2="22472" y2="83594"/>
                        <a14:foregroundMark x1="22472" y1="83594" x2="35955" y2="71875"/>
                        <a14:foregroundMark x1="35955" y1="71875" x2="35955" y2="71719"/>
                        <a14:foregroundMark x1="20385" y1="78438" x2="20225" y2="78125"/>
                        <a14:foregroundMark x1="19422" y1="78906" x2="19583" y2="80469"/>
                        <a14:foregroundMark x1="25361" y1="83594" x2="24398" y2="84844"/>
                        <a14:foregroundMark x1="39165" y1="69531" x2="39165" y2="71094"/>
                        <a14:foregroundMark x1="19422" y1="91094" x2="24238" y2="90469"/>
                        <a14:foregroundMark x1="27127" y1="91719" x2="32584" y2="90781"/>
                        <a14:foregroundMark x1="40610" y1="71250" x2="40610" y2="71250"/>
                        <a14:foregroundMark x1="23917" y1="83906" x2="26324" y2="84063"/>
                        <a14:foregroundMark x1="40610" y1="73906" x2="40449" y2="77813"/>
                        <a14:foregroundMark x1="40931" y1="66406" x2="40861" y2="66136"/>
                        <a14:foregroundMark x1="40931" y1="66094" x2="41091" y2="67656"/>
                        <a14:foregroundMark x1="40770" y1="76719" x2="40770" y2="78750"/>
                        <a14:foregroundMark x1="40931" y1="88594" x2="40289" y2="84844"/>
                        <a14:foregroundMark x1="40770" y1="86719" x2="40289" y2="82656"/>
                        <a14:foregroundMark x1="40931" y1="84844" x2="40770" y2="82344"/>
                        <a14:foregroundMark x1="41252" y1="81719" x2="41252" y2="78438"/>
                        <a14:foregroundMark x1="41252" y1="67656" x2="40931" y2="78906"/>
                        <a14:foregroundMark x1="41252" y1="78281" x2="41573" y2="72344"/>
                        <a14:foregroundMark x1="41573" y1="67656" x2="41573" y2="65999"/>
                        <a14:foregroundMark x1="41252" y1="88281" x2="40931" y2="92344"/>
                        <a14:foregroundMark x1="40610" y1="92344" x2="36047" y2="92824"/>
                        <a14:backgroundMark x1="8828" y1="95156" x2="6902" y2="94063"/>
                        <a14:backgroundMark x1="39647" y1="63594" x2="38684" y2="62500"/>
                        <a14:backgroundMark x1="39326" y1="63281" x2="40770" y2="63281"/>
                        <a14:backgroundMark x1="40289" y1="64063" x2="41413" y2="64375"/>
                        <a14:backgroundMark x1="42055" y1="65625" x2="41252" y2="65000"/>
                        <a14:backgroundMark x1="41734" y1="65156" x2="41894" y2="65938"/>
                        <a14:backgroundMark x1="37079" y1="94844" x2="28571" y2="95000"/>
                        <a14:backgroundMark x1="36437" y1="94531" x2="38684" y2="94531"/>
                        <a14:backgroundMark x1="36918" y1="94063" x2="35474" y2="94219"/>
                        <a14:backgroundMark x1="8989" y1="94219" x2="8026" y2="94219"/>
                        <a14:backgroundMark x1="8668" y1="94844" x2="13162" y2="95000"/>
                        <a14:backgroundMark x1="12520" y1="94844" x2="17014" y2="94844"/>
                        <a14:backgroundMark x1="16212" y1="95156" x2="23435" y2="95313"/>
                        <a14:backgroundMark x1="23274" y1="94844" x2="28090" y2="946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846" t="59175" r="51113" b="2018"/>
          <a:stretch/>
        </p:blipFill>
        <p:spPr>
          <a:xfrm>
            <a:off x="10273334" y="1839967"/>
            <a:ext cx="1030743" cy="873524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2854A279-2520-4BEA-99E1-3C68EFC4A701}"/>
              </a:ext>
            </a:extLst>
          </p:cNvPr>
          <p:cNvSpPr/>
          <p:nvPr/>
        </p:nvSpPr>
        <p:spPr>
          <a:xfrm>
            <a:off x="486561" y="3127938"/>
            <a:ext cx="11068135" cy="33357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A8C2610-6E59-4E10-9CFE-49DB92E62CD7}"/>
              </a:ext>
            </a:extLst>
          </p:cNvPr>
          <p:cNvSpPr/>
          <p:nvPr/>
        </p:nvSpPr>
        <p:spPr>
          <a:xfrm>
            <a:off x="8085371" y="3743683"/>
            <a:ext cx="1010449" cy="1010449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Read Task</a:t>
            </a:r>
            <a:endParaRPr lang="he-IL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D63ACD-E4E3-4907-87F9-812E81EBDCFC}"/>
              </a:ext>
            </a:extLst>
          </p:cNvPr>
          <p:cNvSpPr txBox="1"/>
          <p:nvPr/>
        </p:nvSpPr>
        <p:spPr>
          <a:xfrm>
            <a:off x="1020781" y="3212925"/>
            <a:ext cx="259219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Actor thread pool</a:t>
            </a:r>
            <a:endParaRPr lang="he-IL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61A172C-2625-44BC-8860-FA3973368E2E}"/>
              </a:ext>
            </a:extLst>
          </p:cNvPr>
          <p:cNvGrpSpPr/>
          <p:nvPr/>
        </p:nvGrpSpPr>
        <p:grpSpPr>
          <a:xfrm>
            <a:off x="8571346" y="2167929"/>
            <a:ext cx="632682" cy="632682"/>
            <a:chOff x="7332916" y="1625128"/>
            <a:chExt cx="858190" cy="85819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C6E71AA-437E-437E-BCCE-DBC5C374E548}"/>
                </a:ext>
              </a:extLst>
            </p:cNvPr>
            <p:cNvSpPr/>
            <p:nvPr/>
          </p:nvSpPr>
          <p:spPr>
            <a:xfrm>
              <a:off x="7332916" y="1625128"/>
              <a:ext cx="858190" cy="8581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BCFAF22D-9BC2-433E-81BA-F7C01C8944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62969" b="94531" l="6421" r="43981">
                          <a14:foregroundMark x1="15730" y1="77188" x2="23435" y2="74531"/>
                          <a14:foregroundMark x1="23435" y1="74531" x2="22472" y2="83594"/>
                          <a14:foregroundMark x1="22472" y1="83594" x2="35955" y2="71875"/>
                          <a14:foregroundMark x1="35955" y1="71875" x2="35955" y2="71719"/>
                          <a14:foregroundMark x1="20385" y1="78438" x2="20225" y2="78125"/>
                          <a14:foregroundMark x1="19422" y1="78906" x2="19583" y2="80469"/>
                          <a14:foregroundMark x1="25361" y1="83594" x2="24398" y2="84844"/>
                          <a14:foregroundMark x1="39165" y1="69531" x2="39165" y2="71094"/>
                          <a14:foregroundMark x1="19422" y1="91094" x2="24238" y2="90469"/>
                          <a14:foregroundMark x1="27127" y1="91719" x2="32584" y2="90781"/>
                          <a14:foregroundMark x1="40610" y1="71250" x2="40610" y2="71250"/>
                          <a14:foregroundMark x1="23917" y1="83906" x2="26324" y2="84063"/>
                          <a14:foregroundMark x1="40610" y1="73906" x2="40449" y2="77813"/>
                          <a14:foregroundMark x1="40931" y1="66406" x2="40861" y2="66136"/>
                          <a14:foregroundMark x1="40931" y1="66094" x2="41091" y2="67656"/>
                          <a14:foregroundMark x1="40770" y1="76719" x2="40770" y2="78750"/>
                          <a14:foregroundMark x1="40931" y1="88594" x2="40289" y2="84844"/>
                          <a14:foregroundMark x1="40770" y1="86719" x2="40289" y2="82656"/>
                          <a14:foregroundMark x1="40931" y1="84844" x2="40770" y2="82344"/>
                          <a14:foregroundMark x1="41252" y1="81719" x2="41252" y2="78438"/>
                          <a14:foregroundMark x1="41252" y1="67656" x2="40931" y2="78906"/>
                          <a14:foregroundMark x1="41252" y1="78281" x2="41573" y2="72344"/>
                          <a14:foregroundMark x1="41573" y1="67656" x2="41573" y2="65999"/>
                          <a14:foregroundMark x1="41252" y1="88281" x2="40931" y2="92344"/>
                          <a14:foregroundMark x1="40610" y1="92344" x2="36047" y2="92824"/>
                          <a14:backgroundMark x1="8828" y1="95156" x2="6902" y2="94063"/>
                          <a14:backgroundMark x1="39647" y1="63594" x2="38684" y2="62500"/>
                          <a14:backgroundMark x1="39326" y1="63281" x2="40770" y2="63281"/>
                          <a14:backgroundMark x1="40289" y1="64063" x2="41413" y2="64375"/>
                          <a14:backgroundMark x1="42055" y1="65625" x2="41252" y2="65000"/>
                          <a14:backgroundMark x1="41734" y1="65156" x2="41894" y2="65938"/>
                          <a14:backgroundMark x1="37079" y1="94844" x2="28571" y2="95000"/>
                          <a14:backgroundMark x1="36437" y1="94531" x2="38684" y2="94531"/>
                          <a14:backgroundMark x1="36918" y1="94063" x2="35474" y2="94219"/>
                          <a14:backgroundMark x1="8989" y1="94219" x2="8026" y2="94219"/>
                          <a14:backgroundMark x1="8668" y1="94844" x2="13162" y2="95000"/>
                          <a14:backgroundMark x1="12520" y1="94844" x2="17014" y2="94844"/>
                          <a14:backgroundMark x1="16212" y1="95156" x2="23435" y2="95313"/>
                          <a14:backgroundMark x1="23274" y1="94844" x2="28090" y2="946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1846" t="59175" r="51113" b="2018"/>
            <a:stretch/>
          </p:blipFill>
          <p:spPr>
            <a:xfrm>
              <a:off x="7401689" y="1716300"/>
              <a:ext cx="759143" cy="643351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F24C19A-B39B-4CF3-9DAB-1A4E365DE14E}"/>
              </a:ext>
            </a:extLst>
          </p:cNvPr>
          <p:cNvGrpSpPr/>
          <p:nvPr/>
        </p:nvGrpSpPr>
        <p:grpSpPr>
          <a:xfrm>
            <a:off x="7771053" y="2153962"/>
            <a:ext cx="632682" cy="632682"/>
            <a:chOff x="7332916" y="1625128"/>
            <a:chExt cx="858190" cy="85819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9DCC6F9-8890-48D0-845B-7048CFE6E8C8}"/>
                </a:ext>
              </a:extLst>
            </p:cNvPr>
            <p:cNvSpPr/>
            <p:nvPr/>
          </p:nvSpPr>
          <p:spPr>
            <a:xfrm>
              <a:off x="7332916" y="1625128"/>
              <a:ext cx="858190" cy="8581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ED186E51-BDFD-4A07-B0AD-CEFC63AC6B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62969" b="94531" l="6421" r="43981">
                          <a14:foregroundMark x1="15730" y1="77188" x2="23435" y2="74531"/>
                          <a14:foregroundMark x1="23435" y1="74531" x2="22472" y2="83594"/>
                          <a14:foregroundMark x1="22472" y1="83594" x2="35955" y2="71875"/>
                          <a14:foregroundMark x1="35955" y1="71875" x2="35955" y2="71719"/>
                          <a14:foregroundMark x1="20385" y1="78438" x2="20225" y2="78125"/>
                          <a14:foregroundMark x1="19422" y1="78906" x2="19583" y2="80469"/>
                          <a14:foregroundMark x1="25361" y1="83594" x2="24398" y2="84844"/>
                          <a14:foregroundMark x1="39165" y1="69531" x2="39165" y2="71094"/>
                          <a14:foregroundMark x1="19422" y1="91094" x2="24238" y2="90469"/>
                          <a14:foregroundMark x1="27127" y1="91719" x2="32584" y2="90781"/>
                          <a14:foregroundMark x1="40610" y1="71250" x2="40610" y2="71250"/>
                          <a14:foregroundMark x1="23917" y1="83906" x2="26324" y2="84063"/>
                          <a14:foregroundMark x1="40610" y1="73906" x2="40449" y2="77813"/>
                          <a14:foregroundMark x1="40931" y1="66406" x2="40861" y2="66136"/>
                          <a14:foregroundMark x1="40931" y1="66094" x2="41091" y2="67656"/>
                          <a14:foregroundMark x1="40770" y1="76719" x2="40770" y2="78750"/>
                          <a14:foregroundMark x1="40931" y1="88594" x2="40289" y2="84844"/>
                          <a14:foregroundMark x1="40770" y1="86719" x2="40289" y2="82656"/>
                          <a14:foregroundMark x1="40931" y1="84844" x2="40770" y2="82344"/>
                          <a14:foregroundMark x1="41252" y1="81719" x2="41252" y2="78438"/>
                          <a14:foregroundMark x1="41252" y1="67656" x2="40931" y2="78906"/>
                          <a14:foregroundMark x1="41252" y1="78281" x2="41573" y2="72344"/>
                          <a14:foregroundMark x1="41573" y1="67656" x2="41573" y2="65999"/>
                          <a14:foregroundMark x1="41252" y1="88281" x2="40931" y2="92344"/>
                          <a14:foregroundMark x1="40610" y1="92344" x2="36047" y2="92824"/>
                          <a14:backgroundMark x1="8828" y1="95156" x2="6902" y2="94063"/>
                          <a14:backgroundMark x1="39647" y1="63594" x2="38684" y2="62500"/>
                          <a14:backgroundMark x1="39326" y1="63281" x2="40770" y2="63281"/>
                          <a14:backgroundMark x1="40289" y1="64063" x2="41413" y2="64375"/>
                          <a14:backgroundMark x1="42055" y1="65625" x2="41252" y2="65000"/>
                          <a14:backgroundMark x1="41734" y1="65156" x2="41894" y2="65938"/>
                          <a14:backgroundMark x1="37079" y1="94844" x2="28571" y2="95000"/>
                          <a14:backgroundMark x1="36437" y1="94531" x2="38684" y2="94531"/>
                          <a14:backgroundMark x1="36918" y1="94063" x2="35474" y2="94219"/>
                          <a14:backgroundMark x1="8989" y1="94219" x2="8026" y2="94219"/>
                          <a14:backgroundMark x1="8668" y1="94844" x2="13162" y2="95000"/>
                          <a14:backgroundMark x1="12520" y1="94844" x2="17014" y2="94844"/>
                          <a14:backgroundMark x1="16212" y1="95156" x2="23435" y2="95313"/>
                          <a14:backgroundMark x1="23274" y1="94844" x2="28090" y2="946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1846" t="59175" r="51113" b="2018"/>
            <a:stretch/>
          </p:blipFill>
          <p:spPr>
            <a:xfrm>
              <a:off x="7401689" y="1716300"/>
              <a:ext cx="759143" cy="643351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E508530-CD68-486E-8BD3-9878331370D9}"/>
              </a:ext>
            </a:extLst>
          </p:cNvPr>
          <p:cNvGrpSpPr/>
          <p:nvPr/>
        </p:nvGrpSpPr>
        <p:grpSpPr>
          <a:xfrm>
            <a:off x="6959994" y="2156505"/>
            <a:ext cx="632682" cy="632682"/>
            <a:chOff x="7332916" y="1625128"/>
            <a:chExt cx="858190" cy="85819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5A00382-E558-47F0-9376-6B6CBC51A7FE}"/>
                </a:ext>
              </a:extLst>
            </p:cNvPr>
            <p:cNvSpPr/>
            <p:nvPr/>
          </p:nvSpPr>
          <p:spPr>
            <a:xfrm>
              <a:off x="7332916" y="1625128"/>
              <a:ext cx="858190" cy="8581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B300AFB1-1D42-46CF-9449-2DCDEC76D7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62969" b="94531" l="6421" r="43981">
                          <a14:foregroundMark x1="15730" y1="77188" x2="23435" y2="74531"/>
                          <a14:foregroundMark x1="23435" y1="74531" x2="22472" y2="83594"/>
                          <a14:foregroundMark x1="22472" y1="83594" x2="35955" y2="71875"/>
                          <a14:foregroundMark x1="35955" y1="71875" x2="35955" y2="71719"/>
                          <a14:foregroundMark x1="20385" y1="78438" x2="20225" y2="78125"/>
                          <a14:foregroundMark x1="19422" y1="78906" x2="19583" y2="80469"/>
                          <a14:foregroundMark x1="25361" y1="83594" x2="24398" y2="84844"/>
                          <a14:foregroundMark x1="39165" y1="69531" x2="39165" y2="71094"/>
                          <a14:foregroundMark x1="19422" y1="91094" x2="24238" y2="90469"/>
                          <a14:foregroundMark x1="27127" y1="91719" x2="32584" y2="90781"/>
                          <a14:foregroundMark x1="40610" y1="71250" x2="40610" y2="71250"/>
                          <a14:foregroundMark x1="23917" y1="83906" x2="26324" y2="84063"/>
                          <a14:foregroundMark x1="40610" y1="73906" x2="40449" y2="77813"/>
                          <a14:foregroundMark x1="40931" y1="66406" x2="40861" y2="66136"/>
                          <a14:foregroundMark x1="40931" y1="66094" x2="41091" y2="67656"/>
                          <a14:foregroundMark x1="40770" y1="76719" x2="40770" y2="78750"/>
                          <a14:foregroundMark x1="40931" y1="88594" x2="40289" y2="84844"/>
                          <a14:foregroundMark x1="40770" y1="86719" x2="40289" y2="82656"/>
                          <a14:foregroundMark x1="40931" y1="84844" x2="40770" y2="82344"/>
                          <a14:foregroundMark x1="41252" y1="81719" x2="41252" y2="78438"/>
                          <a14:foregroundMark x1="41252" y1="67656" x2="40931" y2="78906"/>
                          <a14:foregroundMark x1="41252" y1="78281" x2="41573" y2="72344"/>
                          <a14:foregroundMark x1="41573" y1="67656" x2="41573" y2="65999"/>
                          <a14:foregroundMark x1="41252" y1="88281" x2="40931" y2="92344"/>
                          <a14:foregroundMark x1="40610" y1="92344" x2="36047" y2="92824"/>
                          <a14:backgroundMark x1="8828" y1="95156" x2="6902" y2="94063"/>
                          <a14:backgroundMark x1="39647" y1="63594" x2="38684" y2="62500"/>
                          <a14:backgroundMark x1="39326" y1="63281" x2="40770" y2="63281"/>
                          <a14:backgroundMark x1="40289" y1="64063" x2="41413" y2="64375"/>
                          <a14:backgroundMark x1="42055" y1="65625" x2="41252" y2="65000"/>
                          <a14:backgroundMark x1="41734" y1="65156" x2="41894" y2="65938"/>
                          <a14:backgroundMark x1="37079" y1="94844" x2="28571" y2="95000"/>
                          <a14:backgroundMark x1="36437" y1="94531" x2="38684" y2="94531"/>
                          <a14:backgroundMark x1="36918" y1="94063" x2="35474" y2="94219"/>
                          <a14:backgroundMark x1="8989" y1="94219" x2="8026" y2="94219"/>
                          <a14:backgroundMark x1="8668" y1="94844" x2="13162" y2="95000"/>
                          <a14:backgroundMark x1="12520" y1="94844" x2="17014" y2="94844"/>
                          <a14:backgroundMark x1="16212" y1="95156" x2="23435" y2="95313"/>
                          <a14:backgroundMark x1="23274" y1="94844" x2="28090" y2="946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1846" t="59175" r="51113" b="2018"/>
            <a:stretch/>
          </p:blipFill>
          <p:spPr>
            <a:xfrm>
              <a:off x="7401689" y="1716300"/>
              <a:ext cx="759143" cy="643351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89607B-C6FD-494A-AAB0-7B47955A73EE}"/>
              </a:ext>
            </a:extLst>
          </p:cNvPr>
          <p:cNvGrpSpPr/>
          <p:nvPr/>
        </p:nvGrpSpPr>
        <p:grpSpPr>
          <a:xfrm>
            <a:off x="6148936" y="2153962"/>
            <a:ext cx="632682" cy="632682"/>
            <a:chOff x="7332916" y="1625128"/>
            <a:chExt cx="858190" cy="85819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C7EECF7-1574-487C-86CE-EE5528D042BB}"/>
                </a:ext>
              </a:extLst>
            </p:cNvPr>
            <p:cNvSpPr/>
            <p:nvPr/>
          </p:nvSpPr>
          <p:spPr>
            <a:xfrm>
              <a:off x="7332916" y="1625128"/>
              <a:ext cx="858190" cy="8581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8AD19415-8BBE-4E74-96A6-02F3235914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62969" b="94531" l="6421" r="43981">
                          <a14:foregroundMark x1="15730" y1="77188" x2="23435" y2="74531"/>
                          <a14:foregroundMark x1="23435" y1="74531" x2="22472" y2="83594"/>
                          <a14:foregroundMark x1="22472" y1="83594" x2="35955" y2="71875"/>
                          <a14:foregroundMark x1="35955" y1="71875" x2="35955" y2="71719"/>
                          <a14:foregroundMark x1="20385" y1="78438" x2="20225" y2="78125"/>
                          <a14:foregroundMark x1="19422" y1="78906" x2="19583" y2="80469"/>
                          <a14:foregroundMark x1="25361" y1="83594" x2="24398" y2="84844"/>
                          <a14:foregroundMark x1="39165" y1="69531" x2="39165" y2="71094"/>
                          <a14:foregroundMark x1="19422" y1="91094" x2="24238" y2="90469"/>
                          <a14:foregroundMark x1="27127" y1="91719" x2="32584" y2="90781"/>
                          <a14:foregroundMark x1="40610" y1="71250" x2="40610" y2="71250"/>
                          <a14:foregroundMark x1="23917" y1="83906" x2="26324" y2="84063"/>
                          <a14:foregroundMark x1="40610" y1="73906" x2="40449" y2="77813"/>
                          <a14:foregroundMark x1="40931" y1="66406" x2="40861" y2="66136"/>
                          <a14:foregroundMark x1="40931" y1="66094" x2="41091" y2="67656"/>
                          <a14:foregroundMark x1="40770" y1="76719" x2="40770" y2="78750"/>
                          <a14:foregroundMark x1="40931" y1="88594" x2="40289" y2="84844"/>
                          <a14:foregroundMark x1="40770" y1="86719" x2="40289" y2="82656"/>
                          <a14:foregroundMark x1="40931" y1="84844" x2="40770" y2="82344"/>
                          <a14:foregroundMark x1="41252" y1="81719" x2="41252" y2="78438"/>
                          <a14:foregroundMark x1="41252" y1="67656" x2="40931" y2="78906"/>
                          <a14:foregroundMark x1="41252" y1="78281" x2="41573" y2="72344"/>
                          <a14:foregroundMark x1="41573" y1="67656" x2="41573" y2="65999"/>
                          <a14:foregroundMark x1="41252" y1="88281" x2="40931" y2="92344"/>
                          <a14:foregroundMark x1="40610" y1="92344" x2="36047" y2="92824"/>
                          <a14:backgroundMark x1="8828" y1="95156" x2="6902" y2="94063"/>
                          <a14:backgroundMark x1="39647" y1="63594" x2="38684" y2="62500"/>
                          <a14:backgroundMark x1="39326" y1="63281" x2="40770" y2="63281"/>
                          <a14:backgroundMark x1="40289" y1="64063" x2="41413" y2="64375"/>
                          <a14:backgroundMark x1="42055" y1="65625" x2="41252" y2="65000"/>
                          <a14:backgroundMark x1="41734" y1="65156" x2="41894" y2="65938"/>
                          <a14:backgroundMark x1="37079" y1="94844" x2="28571" y2="95000"/>
                          <a14:backgroundMark x1="36437" y1="94531" x2="38684" y2="94531"/>
                          <a14:backgroundMark x1="36918" y1="94063" x2="35474" y2="94219"/>
                          <a14:backgroundMark x1="8989" y1="94219" x2="8026" y2="94219"/>
                          <a14:backgroundMark x1="8668" y1="94844" x2="13162" y2="95000"/>
                          <a14:backgroundMark x1="12520" y1="94844" x2="17014" y2="94844"/>
                          <a14:backgroundMark x1="16212" y1="95156" x2="23435" y2="95313"/>
                          <a14:backgroundMark x1="23274" y1="94844" x2="28090" y2="946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1846" t="59175" r="51113" b="2018"/>
            <a:stretch/>
          </p:blipFill>
          <p:spPr>
            <a:xfrm>
              <a:off x="7401689" y="1716300"/>
              <a:ext cx="759143" cy="643351"/>
            </a:xfrm>
            <a:prstGeom prst="rect">
              <a:avLst/>
            </a:prstGeom>
          </p:spPr>
        </p:pic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F837B782-0CEB-456F-8943-95662495ADE8}"/>
              </a:ext>
            </a:extLst>
          </p:cNvPr>
          <p:cNvSpPr/>
          <p:nvPr/>
        </p:nvSpPr>
        <p:spPr>
          <a:xfrm>
            <a:off x="8908408" y="4169878"/>
            <a:ext cx="1823925" cy="1580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25F2AB-3C73-4F59-9426-4D0AE2BFFC8C}"/>
              </a:ext>
            </a:extLst>
          </p:cNvPr>
          <p:cNvSpPr txBox="1"/>
          <p:nvPr/>
        </p:nvSpPr>
        <p:spPr>
          <a:xfrm>
            <a:off x="6875896" y="1677800"/>
            <a:ext cx="259219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IO Thread</a:t>
            </a:r>
            <a:endParaRPr lang="he-IL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6C64D67-C450-4F64-A9B4-5A0FB7B4FB98}"/>
              </a:ext>
            </a:extLst>
          </p:cNvPr>
          <p:cNvGrpSpPr/>
          <p:nvPr/>
        </p:nvGrpSpPr>
        <p:grpSpPr>
          <a:xfrm>
            <a:off x="6861690" y="3691081"/>
            <a:ext cx="929570" cy="1104745"/>
            <a:chOff x="2132016" y="1483215"/>
            <a:chExt cx="929570" cy="1104745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3F34EE5-4FF7-4528-83A6-803CB35626DA}"/>
                </a:ext>
              </a:extLst>
            </p:cNvPr>
            <p:cNvSpPr/>
            <p:nvPr/>
          </p:nvSpPr>
          <p:spPr>
            <a:xfrm>
              <a:off x="2132016" y="1483215"/>
              <a:ext cx="929570" cy="110474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135528A-1BDE-449C-99AD-07A992191281}"/>
                </a:ext>
              </a:extLst>
            </p:cNvPr>
            <p:cNvSpPr txBox="1"/>
            <p:nvPr/>
          </p:nvSpPr>
          <p:spPr>
            <a:xfrm>
              <a:off x="2170155" y="1489352"/>
              <a:ext cx="846901" cy="338554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600" dirty="0" err="1"/>
                <a:t>EncDec</a:t>
              </a:r>
              <a:endParaRPr lang="he-IL" sz="1600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F99A3A2-C6D4-49AD-A159-65A3514E44B9}"/>
              </a:ext>
            </a:extLst>
          </p:cNvPr>
          <p:cNvGrpSpPr/>
          <p:nvPr/>
        </p:nvGrpSpPr>
        <p:grpSpPr>
          <a:xfrm>
            <a:off x="5362984" y="3691081"/>
            <a:ext cx="980666" cy="1104745"/>
            <a:chOff x="2132016" y="1483215"/>
            <a:chExt cx="980666" cy="1104745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24B8F57-E728-48EB-8C76-F4443115D933}"/>
                </a:ext>
              </a:extLst>
            </p:cNvPr>
            <p:cNvSpPr/>
            <p:nvPr/>
          </p:nvSpPr>
          <p:spPr>
            <a:xfrm>
              <a:off x="2132016" y="1483215"/>
              <a:ext cx="980666" cy="110474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EF06DF3-0525-44DC-A881-4ADFE4BFBBC7}"/>
                </a:ext>
              </a:extLst>
            </p:cNvPr>
            <p:cNvSpPr txBox="1"/>
            <p:nvPr/>
          </p:nvSpPr>
          <p:spPr>
            <a:xfrm>
              <a:off x="2170155" y="1489352"/>
              <a:ext cx="891431" cy="338554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600" dirty="0"/>
                <a:t>Protocol</a:t>
              </a:r>
              <a:endParaRPr lang="he-IL" sz="1600" dirty="0"/>
            </a:p>
          </p:txBody>
        </p: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C6AEE254-D567-49A5-883F-F44580B67308}"/>
              </a:ext>
            </a:extLst>
          </p:cNvPr>
          <p:cNvSpPr/>
          <p:nvPr/>
        </p:nvSpPr>
        <p:spPr>
          <a:xfrm>
            <a:off x="6943805" y="4491346"/>
            <a:ext cx="758947" cy="1580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D0ECE9C-63D2-4FA1-9F28-6EF0410B25CC}"/>
              </a:ext>
            </a:extLst>
          </p:cNvPr>
          <p:cNvSpPr/>
          <p:nvPr/>
        </p:nvSpPr>
        <p:spPr>
          <a:xfrm>
            <a:off x="6957613" y="4505248"/>
            <a:ext cx="91328" cy="1349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92437BD-5CCF-42DA-88BD-B7D6B2DE9D46}"/>
              </a:ext>
            </a:extLst>
          </p:cNvPr>
          <p:cNvSpPr/>
          <p:nvPr/>
        </p:nvSpPr>
        <p:spPr>
          <a:xfrm>
            <a:off x="7054674" y="4505248"/>
            <a:ext cx="91328" cy="1349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BA35C23-BD0E-4E42-9F83-52E09ECF2B17}"/>
              </a:ext>
            </a:extLst>
          </p:cNvPr>
          <p:cNvSpPr/>
          <p:nvPr/>
        </p:nvSpPr>
        <p:spPr>
          <a:xfrm>
            <a:off x="7152309" y="4505248"/>
            <a:ext cx="91328" cy="1349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6BB93E0-0DE7-420B-8008-6983F6CC07E0}"/>
              </a:ext>
            </a:extLst>
          </p:cNvPr>
          <p:cNvSpPr/>
          <p:nvPr/>
        </p:nvSpPr>
        <p:spPr>
          <a:xfrm>
            <a:off x="7251484" y="4505248"/>
            <a:ext cx="91328" cy="1349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9238DBF5-C056-45FE-802D-1665FB9CA5B5}"/>
              </a:ext>
            </a:extLst>
          </p:cNvPr>
          <p:cNvSpPr/>
          <p:nvPr/>
        </p:nvSpPr>
        <p:spPr>
          <a:xfrm>
            <a:off x="7028198" y="3983785"/>
            <a:ext cx="453493" cy="453493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37BD7BF-FD9E-43BF-84E4-71F1461521FE}"/>
              </a:ext>
            </a:extLst>
          </p:cNvPr>
          <p:cNvSpPr/>
          <p:nvPr/>
        </p:nvSpPr>
        <p:spPr>
          <a:xfrm>
            <a:off x="5361959" y="4856244"/>
            <a:ext cx="2409094" cy="129195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88B6C9D-C2E2-470E-98FC-66853252B14A}"/>
              </a:ext>
            </a:extLst>
          </p:cNvPr>
          <p:cNvSpPr txBox="1"/>
          <p:nvPr/>
        </p:nvSpPr>
        <p:spPr>
          <a:xfrm>
            <a:off x="5401122" y="4859766"/>
            <a:ext cx="1310828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/>
              <a:t>Write Queue</a:t>
            </a:r>
            <a:endParaRPr lang="he-IL" sz="1600" dirty="0"/>
          </a:p>
        </p:txBody>
      </p:sp>
    </p:spTree>
    <p:extLst>
      <p:ext uri="{BB962C8B-B14F-4D97-AF65-F5344CB8AC3E}">
        <p14:creationId xmlns:p14="http://schemas.microsoft.com/office/powerpoint/2010/main" val="1647599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9" grpId="0" animBg="1"/>
      <p:bldP spid="60" grpId="0" animBg="1"/>
      <p:bldP spid="61" grpId="0" animBg="1"/>
      <p:bldP spid="65" grpId="0" animBg="1"/>
      <p:bldP spid="48" grpId="0" animBg="1"/>
      <p:bldP spid="4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DC61D2-39F4-4BDE-A7FC-E9D0ADD0CDEC}"/>
              </a:ext>
            </a:extLst>
          </p:cNvPr>
          <p:cNvSpPr/>
          <p:nvPr/>
        </p:nvSpPr>
        <p:spPr>
          <a:xfrm>
            <a:off x="4286774" y="1677800"/>
            <a:ext cx="7267922" cy="12583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BD7011-79EE-4FD4-8A8F-D68E4A735F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2969" b="94531" l="6421" r="43981">
                        <a14:foregroundMark x1="15730" y1="77188" x2="23435" y2="74531"/>
                        <a14:foregroundMark x1="23435" y1="74531" x2="22472" y2="83594"/>
                        <a14:foregroundMark x1="22472" y1="83594" x2="35955" y2="71875"/>
                        <a14:foregroundMark x1="35955" y1="71875" x2="35955" y2="71719"/>
                        <a14:foregroundMark x1="20385" y1="78438" x2="20225" y2="78125"/>
                        <a14:foregroundMark x1="19422" y1="78906" x2="19583" y2="80469"/>
                        <a14:foregroundMark x1="25361" y1="83594" x2="24398" y2="84844"/>
                        <a14:foregroundMark x1="39165" y1="69531" x2="39165" y2="71094"/>
                        <a14:foregroundMark x1="19422" y1="91094" x2="24238" y2="90469"/>
                        <a14:foregroundMark x1="27127" y1="91719" x2="32584" y2="90781"/>
                        <a14:foregroundMark x1="40610" y1="71250" x2="40610" y2="71250"/>
                        <a14:foregroundMark x1="23917" y1="83906" x2="26324" y2="84063"/>
                        <a14:foregroundMark x1="40610" y1="73906" x2="40449" y2="77813"/>
                        <a14:foregroundMark x1="40931" y1="66406" x2="40861" y2="66136"/>
                        <a14:foregroundMark x1="40931" y1="66094" x2="41091" y2="67656"/>
                        <a14:foregroundMark x1="40770" y1="76719" x2="40770" y2="78750"/>
                        <a14:foregroundMark x1="40931" y1="88594" x2="40289" y2="84844"/>
                        <a14:foregroundMark x1="40770" y1="86719" x2="40289" y2="82656"/>
                        <a14:foregroundMark x1="40931" y1="84844" x2="40770" y2="82344"/>
                        <a14:foregroundMark x1="41252" y1="81719" x2="41252" y2="78438"/>
                        <a14:foregroundMark x1="41252" y1="67656" x2="40931" y2="78906"/>
                        <a14:foregroundMark x1="41252" y1="78281" x2="41573" y2="72344"/>
                        <a14:foregroundMark x1="41573" y1="67656" x2="41573" y2="65999"/>
                        <a14:foregroundMark x1="41252" y1="88281" x2="40931" y2="92344"/>
                        <a14:foregroundMark x1="40610" y1="92344" x2="36047" y2="92824"/>
                        <a14:backgroundMark x1="8828" y1="95156" x2="6902" y2="94063"/>
                        <a14:backgroundMark x1="39647" y1="63594" x2="38684" y2="62500"/>
                        <a14:backgroundMark x1="39326" y1="63281" x2="40770" y2="63281"/>
                        <a14:backgroundMark x1="40289" y1="64063" x2="41413" y2="64375"/>
                        <a14:backgroundMark x1="42055" y1="65625" x2="41252" y2="65000"/>
                        <a14:backgroundMark x1="41734" y1="65156" x2="41894" y2="65938"/>
                        <a14:backgroundMark x1="37079" y1="94844" x2="28571" y2="95000"/>
                        <a14:backgroundMark x1="36437" y1="94531" x2="38684" y2="94531"/>
                        <a14:backgroundMark x1="36918" y1="94063" x2="35474" y2="94219"/>
                        <a14:backgroundMark x1="8989" y1="94219" x2="8026" y2="94219"/>
                        <a14:backgroundMark x1="8668" y1="94844" x2="13162" y2="95000"/>
                        <a14:backgroundMark x1="12520" y1="94844" x2="17014" y2="94844"/>
                        <a14:backgroundMark x1="16212" y1="95156" x2="23435" y2="95313"/>
                        <a14:backgroundMark x1="23274" y1="94844" x2="28090" y2="946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846" t="59175" r="51113" b="2018"/>
          <a:stretch/>
        </p:blipFill>
        <p:spPr>
          <a:xfrm>
            <a:off x="10273334" y="1839967"/>
            <a:ext cx="1030743" cy="873524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2854A279-2520-4BEA-99E1-3C68EFC4A701}"/>
              </a:ext>
            </a:extLst>
          </p:cNvPr>
          <p:cNvSpPr/>
          <p:nvPr/>
        </p:nvSpPr>
        <p:spPr>
          <a:xfrm>
            <a:off x="486561" y="3127938"/>
            <a:ext cx="11068135" cy="33357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A8C2610-6E59-4E10-9CFE-49DB92E62CD7}"/>
              </a:ext>
            </a:extLst>
          </p:cNvPr>
          <p:cNvSpPr/>
          <p:nvPr/>
        </p:nvSpPr>
        <p:spPr>
          <a:xfrm>
            <a:off x="8085371" y="3743683"/>
            <a:ext cx="1010449" cy="1010449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Read Task</a:t>
            </a:r>
            <a:endParaRPr lang="he-IL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D63ACD-E4E3-4907-87F9-812E81EBDCFC}"/>
              </a:ext>
            </a:extLst>
          </p:cNvPr>
          <p:cNvSpPr txBox="1"/>
          <p:nvPr/>
        </p:nvSpPr>
        <p:spPr>
          <a:xfrm>
            <a:off x="1020781" y="3212925"/>
            <a:ext cx="259219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Actor thread pool</a:t>
            </a:r>
            <a:endParaRPr lang="he-IL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61A172C-2625-44BC-8860-FA3973368E2E}"/>
              </a:ext>
            </a:extLst>
          </p:cNvPr>
          <p:cNvGrpSpPr/>
          <p:nvPr/>
        </p:nvGrpSpPr>
        <p:grpSpPr>
          <a:xfrm>
            <a:off x="8571346" y="2167929"/>
            <a:ext cx="632682" cy="632682"/>
            <a:chOff x="7332916" y="1625128"/>
            <a:chExt cx="858190" cy="85819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C6E71AA-437E-437E-BCCE-DBC5C374E548}"/>
                </a:ext>
              </a:extLst>
            </p:cNvPr>
            <p:cNvSpPr/>
            <p:nvPr/>
          </p:nvSpPr>
          <p:spPr>
            <a:xfrm>
              <a:off x="7332916" y="1625128"/>
              <a:ext cx="858190" cy="8581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BCFAF22D-9BC2-433E-81BA-F7C01C8944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62969" b="94531" l="6421" r="43981">
                          <a14:foregroundMark x1="15730" y1="77188" x2="23435" y2="74531"/>
                          <a14:foregroundMark x1="23435" y1="74531" x2="22472" y2="83594"/>
                          <a14:foregroundMark x1="22472" y1="83594" x2="35955" y2="71875"/>
                          <a14:foregroundMark x1="35955" y1="71875" x2="35955" y2="71719"/>
                          <a14:foregroundMark x1="20385" y1="78438" x2="20225" y2="78125"/>
                          <a14:foregroundMark x1="19422" y1="78906" x2="19583" y2="80469"/>
                          <a14:foregroundMark x1="25361" y1="83594" x2="24398" y2="84844"/>
                          <a14:foregroundMark x1="39165" y1="69531" x2="39165" y2="71094"/>
                          <a14:foregroundMark x1="19422" y1="91094" x2="24238" y2="90469"/>
                          <a14:foregroundMark x1="27127" y1="91719" x2="32584" y2="90781"/>
                          <a14:foregroundMark x1="40610" y1="71250" x2="40610" y2="71250"/>
                          <a14:foregroundMark x1="23917" y1="83906" x2="26324" y2="84063"/>
                          <a14:foregroundMark x1="40610" y1="73906" x2="40449" y2="77813"/>
                          <a14:foregroundMark x1="40931" y1="66406" x2="40861" y2="66136"/>
                          <a14:foregroundMark x1="40931" y1="66094" x2="41091" y2="67656"/>
                          <a14:foregroundMark x1="40770" y1="76719" x2="40770" y2="78750"/>
                          <a14:foregroundMark x1="40931" y1="88594" x2="40289" y2="84844"/>
                          <a14:foregroundMark x1="40770" y1="86719" x2="40289" y2="82656"/>
                          <a14:foregroundMark x1="40931" y1="84844" x2="40770" y2="82344"/>
                          <a14:foregroundMark x1="41252" y1="81719" x2="41252" y2="78438"/>
                          <a14:foregroundMark x1="41252" y1="67656" x2="40931" y2="78906"/>
                          <a14:foregroundMark x1="41252" y1="78281" x2="41573" y2="72344"/>
                          <a14:foregroundMark x1="41573" y1="67656" x2="41573" y2="65999"/>
                          <a14:foregroundMark x1="41252" y1="88281" x2="40931" y2="92344"/>
                          <a14:foregroundMark x1="40610" y1="92344" x2="36047" y2="92824"/>
                          <a14:backgroundMark x1="8828" y1="95156" x2="6902" y2="94063"/>
                          <a14:backgroundMark x1="39647" y1="63594" x2="38684" y2="62500"/>
                          <a14:backgroundMark x1="39326" y1="63281" x2="40770" y2="63281"/>
                          <a14:backgroundMark x1="40289" y1="64063" x2="41413" y2="64375"/>
                          <a14:backgroundMark x1="42055" y1="65625" x2="41252" y2="65000"/>
                          <a14:backgroundMark x1="41734" y1="65156" x2="41894" y2="65938"/>
                          <a14:backgroundMark x1="37079" y1="94844" x2="28571" y2="95000"/>
                          <a14:backgroundMark x1="36437" y1="94531" x2="38684" y2="94531"/>
                          <a14:backgroundMark x1="36918" y1="94063" x2="35474" y2="94219"/>
                          <a14:backgroundMark x1="8989" y1="94219" x2="8026" y2="94219"/>
                          <a14:backgroundMark x1="8668" y1="94844" x2="13162" y2="95000"/>
                          <a14:backgroundMark x1="12520" y1="94844" x2="17014" y2="94844"/>
                          <a14:backgroundMark x1="16212" y1="95156" x2="23435" y2="95313"/>
                          <a14:backgroundMark x1="23274" y1="94844" x2="28090" y2="946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1846" t="59175" r="51113" b="2018"/>
            <a:stretch/>
          </p:blipFill>
          <p:spPr>
            <a:xfrm>
              <a:off x="7401689" y="1716300"/>
              <a:ext cx="759143" cy="643351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F24C19A-B39B-4CF3-9DAB-1A4E365DE14E}"/>
              </a:ext>
            </a:extLst>
          </p:cNvPr>
          <p:cNvGrpSpPr/>
          <p:nvPr/>
        </p:nvGrpSpPr>
        <p:grpSpPr>
          <a:xfrm>
            <a:off x="7771053" y="2153962"/>
            <a:ext cx="632682" cy="632682"/>
            <a:chOff x="7332916" y="1625128"/>
            <a:chExt cx="858190" cy="85819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9DCC6F9-8890-48D0-845B-7048CFE6E8C8}"/>
                </a:ext>
              </a:extLst>
            </p:cNvPr>
            <p:cNvSpPr/>
            <p:nvPr/>
          </p:nvSpPr>
          <p:spPr>
            <a:xfrm>
              <a:off x="7332916" y="1625128"/>
              <a:ext cx="858190" cy="8581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ED186E51-BDFD-4A07-B0AD-CEFC63AC6B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62969" b="94531" l="6421" r="43981">
                          <a14:foregroundMark x1="15730" y1="77188" x2="23435" y2="74531"/>
                          <a14:foregroundMark x1="23435" y1="74531" x2="22472" y2="83594"/>
                          <a14:foregroundMark x1="22472" y1="83594" x2="35955" y2="71875"/>
                          <a14:foregroundMark x1="35955" y1="71875" x2="35955" y2="71719"/>
                          <a14:foregroundMark x1="20385" y1="78438" x2="20225" y2="78125"/>
                          <a14:foregroundMark x1="19422" y1="78906" x2="19583" y2="80469"/>
                          <a14:foregroundMark x1="25361" y1="83594" x2="24398" y2="84844"/>
                          <a14:foregroundMark x1="39165" y1="69531" x2="39165" y2="71094"/>
                          <a14:foregroundMark x1="19422" y1="91094" x2="24238" y2="90469"/>
                          <a14:foregroundMark x1="27127" y1="91719" x2="32584" y2="90781"/>
                          <a14:foregroundMark x1="40610" y1="71250" x2="40610" y2="71250"/>
                          <a14:foregroundMark x1="23917" y1="83906" x2="26324" y2="84063"/>
                          <a14:foregroundMark x1="40610" y1="73906" x2="40449" y2="77813"/>
                          <a14:foregroundMark x1="40931" y1="66406" x2="40861" y2="66136"/>
                          <a14:foregroundMark x1="40931" y1="66094" x2="41091" y2="67656"/>
                          <a14:foregroundMark x1="40770" y1="76719" x2="40770" y2="78750"/>
                          <a14:foregroundMark x1="40931" y1="88594" x2="40289" y2="84844"/>
                          <a14:foregroundMark x1="40770" y1="86719" x2="40289" y2="82656"/>
                          <a14:foregroundMark x1="40931" y1="84844" x2="40770" y2="82344"/>
                          <a14:foregroundMark x1="41252" y1="81719" x2="41252" y2="78438"/>
                          <a14:foregroundMark x1="41252" y1="67656" x2="40931" y2="78906"/>
                          <a14:foregroundMark x1="41252" y1="78281" x2="41573" y2="72344"/>
                          <a14:foregroundMark x1="41573" y1="67656" x2="41573" y2="65999"/>
                          <a14:foregroundMark x1="41252" y1="88281" x2="40931" y2="92344"/>
                          <a14:foregroundMark x1="40610" y1="92344" x2="36047" y2="92824"/>
                          <a14:backgroundMark x1="8828" y1="95156" x2="6902" y2="94063"/>
                          <a14:backgroundMark x1="39647" y1="63594" x2="38684" y2="62500"/>
                          <a14:backgroundMark x1="39326" y1="63281" x2="40770" y2="63281"/>
                          <a14:backgroundMark x1="40289" y1="64063" x2="41413" y2="64375"/>
                          <a14:backgroundMark x1="42055" y1="65625" x2="41252" y2="65000"/>
                          <a14:backgroundMark x1="41734" y1="65156" x2="41894" y2="65938"/>
                          <a14:backgroundMark x1="37079" y1="94844" x2="28571" y2="95000"/>
                          <a14:backgroundMark x1="36437" y1="94531" x2="38684" y2="94531"/>
                          <a14:backgroundMark x1="36918" y1="94063" x2="35474" y2="94219"/>
                          <a14:backgroundMark x1="8989" y1="94219" x2="8026" y2="94219"/>
                          <a14:backgroundMark x1="8668" y1="94844" x2="13162" y2="95000"/>
                          <a14:backgroundMark x1="12520" y1="94844" x2="17014" y2="94844"/>
                          <a14:backgroundMark x1="16212" y1="95156" x2="23435" y2="95313"/>
                          <a14:backgroundMark x1="23274" y1="94844" x2="28090" y2="946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1846" t="59175" r="51113" b="2018"/>
            <a:stretch/>
          </p:blipFill>
          <p:spPr>
            <a:xfrm>
              <a:off x="7401689" y="1716300"/>
              <a:ext cx="759143" cy="643351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E508530-CD68-486E-8BD3-9878331370D9}"/>
              </a:ext>
            </a:extLst>
          </p:cNvPr>
          <p:cNvGrpSpPr/>
          <p:nvPr/>
        </p:nvGrpSpPr>
        <p:grpSpPr>
          <a:xfrm>
            <a:off x="6959994" y="2156505"/>
            <a:ext cx="632682" cy="632682"/>
            <a:chOff x="7332916" y="1625128"/>
            <a:chExt cx="858190" cy="85819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5A00382-E558-47F0-9376-6B6CBC51A7FE}"/>
                </a:ext>
              </a:extLst>
            </p:cNvPr>
            <p:cNvSpPr/>
            <p:nvPr/>
          </p:nvSpPr>
          <p:spPr>
            <a:xfrm>
              <a:off x="7332916" y="1625128"/>
              <a:ext cx="858190" cy="8581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B300AFB1-1D42-46CF-9449-2DCDEC76D7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62969" b="94531" l="6421" r="43981">
                          <a14:foregroundMark x1="15730" y1="77188" x2="23435" y2="74531"/>
                          <a14:foregroundMark x1="23435" y1="74531" x2="22472" y2="83594"/>
                          <a14:foregroundMark x1="22472" y1="83594" x2="35955" y2="71875"/>
                          <a14:foregroundMark x1="35955" y1="71875" x2="35955" y2="71719"/>
                          <a14:foregroundMark x1="20385" y1="78438" x2="20225" y2="78125"/>
                          <a14:foregroundMark x1="19422" y1="78906" x2="19583" y2="80469"/>
                          <a14:foregroundMark x1="25361" y1="83594" x2="24398" y2="84844"/>
                          <a14:foregroundMark x1="39165" y1="69531" x2="39165" y2="71094"/>
                          <a14:foregroundMark x1="19422" y1="91094" x2="24238" y2="90469"/>
                          <a14:foregroundMark x1="27127" y1="91719" x2="32584" y2="90781"/>
                          <a14:foregroundMark x1="40610" y1="71250" x2="40610" y2="71250"/>
                          <a14:foregroundMark x1="23917" y1="83906" x2="26324" y2="84063"/>
                          <a14:foregroundMark x1="40610" y1="73906" x2="40449" y2="77813"/>
                          <a14:foregroundMark x1="40931" y1="66406" x2="40861" y2="66136"/>
                          <a14:foregroundMark x1="40931" y1="66094" x2="41091" y2="67656"/>
                          <a14:foregroundMark x1="40770" y1="76719" x2="40770" y2="78750"/>
                          <a14:foregroundMark x1="40931" y1="88594" x2="40289" y2="84844"/>
                          <a14:foregroundMark x1="40770" y1="86719" x2="40289" y2="82656"/>
                          <a14:foregroundMark x1="40931" y1="84844" x2="40770" y2="82344"/>
                          <a14:foregroundMark x1="41252" y1="81719" x2="41252" y2="78438"/>
                          <a14:foregroundMark x1="41252" y1="67656" x2="40931" y2="78906"/>
                          <a14:foregroundMark x1="41252" y1="78281" x2="41573" y2="72344"/>
                          <a14:foregroundMark x1="41573" y1="67656" x2="41573" y2="65999"/>
                          <a14:foregroundMark x1="41252" y1="88281" x2="40931" y2="92344"/>
                          <a14:foregroundMark x1="40610" y1="92344" x2="36047" y2="92824"/>
                          <a14:backgroundMark x1="8828" y1="95156" x2="6902" y2="94063"/>
                          <a14:backgroundMark x1="39647" y1="63594" x2="38684" y2="62500"/>
                          <a14:backgroundMark x1="39326" y1="63281" x2="40770" y2="63281"/>
                          <a14:backgroundMark x1="40289" y1="64063" x2="41413" y2="64375"/>
                          <a14:backgroundMark x1="42055" y1="65625" x2="41252" y2="65000"/>
                          <a14:backgroundMark x1="41734" y1="65156" x2="41894" y2="65938"/>
                          <a14:backgroundMark x1="37079" y1="94844" x2="28571" y2="95000"/>
                          <a14:backgroundMark x1="36437" y1="94531" x2="38684" y2="94531"/>
                          <a14:backgroundMark x1="36918" y1="94063" x2="35474" y2="94219"/>
                          <a14:backgroundMark x1="8989" y1="94219" x2="8026" y2="94219"/>
                          <a14:backgroundMark x1="8668" y1="94844" x2="13162" y2="95000"/>
                          <a14:backgroundMark x1="12520" y1="94844" x2="17014" y2="94844"/>
                          <a14:backgroundMark x1="16212" y1="95156" x2="23435" y2="95313"/>
                          <a14:backgroundMark x1="23274" y1="94844" x2="28090" y2="946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1846" t="59175" r="51113" b="2018"/>
            <a:stretch/>
          </p:blipFill>
          <p:spPr>
            <a:xfrm>
              <a:off x="7401689" y="1716300"/>
              <a:ext cx="759143" cy="643351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89607B-C6FD-494A-AAB0-7B47955A73EE}"/>
              </a:ext>
            </a:extLst>
          </p:cNvPr>
          <p:cNvGrpSpPr/>
          <p:nvPr/>
        </p:nvGrpSpPr>
        <p:grpSpPr>
          <a:xfrm>
            <a:off x="6148936" y="2153962"/>
            <a:ext cx="632682" cy="632682"/>
            <a:chOff x="7332916" y="1625128"/>
            <a:chExt cx="858190" cy="85819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C7EECF7-1574-487C-86CE-EE5528D042BB}"/>
                </a:ext>
              </a:extLst>
            </p:cNvPr>
            <p:cNvSpPr/>
            <p:nvPr/>
          </p:nvSpPr>
          <p:spPr>
            <a:xfrm>
              <a:off x="7332916" y="1625128"/>
              <a:ext cx="858190" cy="8581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8AD19415-8BBE-4E74-96A6-02F3235914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62969" b="94531" l="6421" r="43981">
                          <a14:foregroundMark x1="15730" y1="77188" x2="23435" y2="74531"/>
                          <a14:foregroundMark x1="23435" y1="74531" x2="22472" y2="83594"/>
                          <a14:foregroundMark x1="22472" y1="83594" x2="35955" y2="71875"/>
                          <a14:foregroundMark x1="35955" y1="71875" x2="35955" y2="71719"/>
                          <a14:foregroundMark x1="20385" y1="78438" x2="20225" y2="78125"/>
                          <a14:foregroundMark x1="19422" y1="78906" x2="19583" y2="80469"/>
                          <a14:foregroundMark x1="25361" y1="83594" x2="24398" y2="84844"/>
                          <a14:foregroundMark x1="39165" y1="69531" x2="39165" y2="71094"/>
                          <a14:foregroundMark x1="19422" y1="91094" x2="24238" y2="90469"/>
                          <a14:foregroundMark x1="27127" y1="91719" x2="32584" y2="90781"/>
                          <a14:foregroundMark x1="40610" y1="71250" x2="40610" y2="71250"/>
                          <a14:foregroundMark x1="23917" y1="83906" x2="26324" y2="84063"/>
                          <a14:foregroundMark x1="40610" y1="73906" x2="40449" y2="77813"/>
                          <a14:foregroundMark x1="40931" y1="66406" x2="40861" y2="66136"/>
                          <a14:foregroundMark x1="40931" y1="66094" x2="41091" y2="67656"/>
                          <a14:foregroundMark x1="40770" y1="76719" x2="40770" y2="78750"/>
                          <a14:foregroundMark x1="40931" y1="88594" x2="40289" y2="84844"/>
                          <a14:foregroundMark x1="40770" y1="86719" x2="40289" y2="82656"/>
                          <a14:foregroundMark x1="40931" y1="84844" x2="40770" y2="82344"/>
                          <a14:foregroundMark x1="41252" y1="81719" x2="41252" y2="78438"/>
                          <a14:foregroundMark x1="41252" y1="67656" x2="40931" y2="78906"/>
                          <a14:foregroundMark x1="41252" y1="78281" x2="41573" y2="72344"/>
                          <a14:foregroundMark x1="41573" y1="67656" x2="41573" y2="65999"/>
                          <a14:foregroundMark x1="41252" y1="88281" x2="40931" y2="92344"/>
                          <a14:foregroundMark x1="40610" y1="92344" x2="36047" y2="92824"/>
                          <a14:backgroundMark x1="8828" y1="95156" x2="6902" y2="94063"/>
                          <a14:backgroundMark x1="39647" y1="63594" x2="38684" y2="62500"/>
                          <a14:backgroundMark x1="39326" y1="63281" x2="40770" y2="63281"/>
                          <a14:backgroundMark x1="40289" y1="64063" x2="41413" y2="64375"/>
                          <a14:backgroundMark x1="42055" y1="65625" x2="41252" y2="65000"/>
                          <a14:backgroundMark x1="41734" y1="65156" x2="41894" y2="65938"/>
                          <a14:backgroundMark x1="37079" y1="94844" x2="28571" y2="95000"/>
                          <a14:backgroundMark x1="36437" y1="94531" x2="38684" y2="94531"/>
                          <a14:backgroundMark x1="36918" y1="94063" x2="35474" y2="94219"/>
                          <a14:backgroundMark x1="8989" y1="94219" x2="8026" y2="94219"/>
                          <a14:backgroundMark x1="8668" y1="94844" x2="13162" y2="95000"/>
                          <a14:backgroundMark x1="12520" y1="94844" x2="17014" y2="94844"/>
                          <a14:backgroundMark x1="16212" y1="95156" x2="23435" y2="95313"/>
                          <a14:backgroundMark x1="23274" y1="94844" x2="28090" y2="946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1846" t="59175" r="51113" b="2018"/>
            <a:stretch/>
          </p:blipFill>
          <p:spPr>
            <a:xfrm>
              <a:off x="7401689" y="1716300"/>
              <a:ext cx="759143" cy="643351"/>
            </a:xfrm>
            <a:prstGeom prst="rect">
              <a:avLst/>
            </a:prstGeom>
          </p:spPr>
        </p:pic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F837B782-0CEB-456F-8943-95662495ADE8}"/>
              </a:ext>
            </a:extLst>
          </p:cNvPr>
          <p:cNvSpPr/>
          <p:nvPr/>
        </p:nvSpPr>
        <p:spPr>
          <a:xfrm>
            <a:off x="8908408" y="4169878"/>
            <a:ext cx="1823925" cy="1580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25F2AB-3C73-4F59-9426-4D0AE2BFFC8C}"/>
              </a:ext>
            </a:extLst>
          </p:cNvPr>
          <p:cNvSpPr txBox="1"/>
          <p:nvPr/>
        </p:nvSpPr>
        <p:spPr>
          <a:xfrm>
            <a:off x="6875896" y="1677800"/>
            <a:ext cx="259219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IO Thread</a:t>
            </a:r>
            <a:endParaRPr lang="he-IL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6C64D67-C450-4F64-A9B4-5A0FB7B4FB98}"/>
              </a:ext>
            </a:extLst>
          </p:cNvPr>
          <p:cNvGrpSpPr/>
          <p:nvPr/>
        </p:nvGrpSpPr>
        <p:grpSpPr>
          <a:xfrm>
            <a:off x="6861690" y="3691081"/>
            <a:ext cx="929570" cy="1104745"/>
            <a:chOff x="2132016" y="1483215"/>
            <a:chExt cx="929570" cy="1104745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3F34EE5-4FF7-4528-83A6-803CB35626DA}"/>
                </a:ext>
              </a:extLst>
            </p:cNvPr>
            <p:cNvSpPr/>
            <p:nvPr/>
          </p:nvSpPr>
          <p:spPr>
            <a:xfrm>
              <a:off x="2132016" y="1483215"/>
              <a:ext cx="929570" cy="110474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135528A-1BDE-449C-99AD-07A992191281}"/>
                </a:ext>
              </a:extLst>
            </p:cNvPr>
            <p:cNvSpPr txBox="1"/>
            <p:nvPr/>
          </p:nvSpPr>
          <p:spPr>
            <a:xfrm>
              <a:off x="2170155" y="1489352"/>
              <a:ext cx="846901" cy="338554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600" dirty="0" err="1"/>
                <a:t>EncDec</a:t>
              </a:r>
              <a:endParaRPr lang="he-IL" sz="1600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F99A3A2-C6D4-49AD-A159-65A3514E44B9}"/>
              </a:ext>
            </a:extLst>
          </p:cNvPr>
          <p:cNvGrpSpPr/>
          <p:nvPr/>
        </p:nvGrpSpPr>
        <p:grpSpPr>
          <a:xfrm>
            <a:off x="5362984" y="3691081"/>
            <a:ext cx="980666" cy="1104745"/>
            <a:chOff x="2132016" y="1483215"/>
            <a:chExt cx="980666" cy="1104745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24B8F57-E728-48EB-8C76-F4443115D933}"/>
                </a:ext>
              </a:extLst>
            </p:cNvPr>
            <p:cNvSpPr/>
            <p:nvPr/>
          </p:nvSpPr>
          <p:spPr>
            <a:xfrm>
              <a:off x="2132016" y="1483215"/>
              <a:ext cx="980666" cy="110474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EF06DF3-0525-44DC-A881-4ADFE4BFBBC7}"/>
                </a:ext>
              </a:extLst>
            </p:cNvPr>
            <p:cNvSpPr txBox="1"/>
            <p:nvPr/>
          </p:nvSpPr>
          <p:spPr>
            <a:xfrm>
              <a:off x="2170155" y="1489352"/>
              <a:ext cx="891431" cy="338554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600" dirty="0"/>
                <a:t>Protocol</a:t>
              </a:r>
              <a:endParaRPr lang="he-IL" sz="1600" dirty="0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037BD7BF-FD9E-43BF-84E4-71F1461521FE}"/>
              </a:ext>
            </a:extLst>
          </p:cNvPr>
          <p:cNvSpPr/>
          <p:nvPr/>
        </p:nvSpPr>
        <p:spPr>
          <a:xfrm>
            <a:off x="5361959" y="4856244"/>
            <a:ext cx="2409094" cy="129195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88B6C9D-C2E2-470E-98FC-66853252B14A}"/>
              </a:ext>
            </a:extLst>
          </p:cNvPr>
          <p:cNvSpPr txBox="1"/>
          <p:nvPr/>
        </p:nvSpPr>
        <p:spPr>
          <a:xfrm>
            <a:off x="5401122" y="4859766"/>
            <a:ext cx="1310828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/>
              <a:t>Write Queue</a:t>
            </a:r>
            <a:endParaRPr lang="he-IL" sz="16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6AEE254-D567-49A5-883F-F44580B67308}"/>
              </a:ext>
            </a:extLst>
          </p:cNvPr>
          <p:cNvSpPr/>
          <p:nvPr/>
        </p:nvSpPr>
        <p:spPr>
          <a:xfrm>
            <a:off x="6943805" y="4491346"/>
            <a:ext cx="758947" cy="1580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D0ECE9C-63D2-4FA1-9F28-6EF0410B25CC}"/>
              </a:ext>
            </a:extLst>
          </p:cNvPr>
          <p:cNvSpPr/>
          <p:nvPr/>
        </p:nvSpPr>
        <p:spPr>
          <a:xfrm>
            <a:off x="6957613" y="4505248"/>
            <a:ext cx="91328" cy="1349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92437BD-5CCF-42DA-88BD-B7D6B2DE9D46}"/>
              </a:ext>
            </a:extLst>
          </p:cNvPr>
          <p:cNvSpPr/>
          <p:nvPr/>
        </p:nvSpPr>
        <p:spPr>
          <a:xfrm>
            <a:off x="7054674" y="4505248"/>
            <a:ext cx="91328" cy="1349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BA35C23-BD0E-4E42-9F83-52E09ECF2B17}"/>
              </a:ext>
            </a:extLst>
          </p:cNvPr>
          <p:cNvSpPr/>
          <p:nvPr/>
        </p:nvSpPr>
        <p:spPr>
          <a:xfrm>
            <a:off x="7152309" y="4505248"/>
            <a:ext cx="91328" cy="1349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6BB93E0-0DE7-420B-8008-6983F6CC07E0}"/>
              </a:ext>
            </a:extLst>
          </p:cNvPr>
          <p:cNvSpPr/>
          <p:nvPr/>
        </p:nvSpPr>
        <p:spPr>
          <a:xfrm>
            <a:off x="7251484" y="4505248"/>
            <a:ext cx="91328" cy="1349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25678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052 0.03148 0.00104 0.03866 0 0.06644 C -0.00026 0.075 -0.00052 0.06922 -0.00156 0.07755 C -0.00169 0.07917 -0.00182 0.08079 -0.00208 0.08218 C -0.00221 0.08403 -0.00234 0.08588 -0.0026 0.08773 C -0.0026 0.08866 -0.00286 0.08959 -0.00312 0.09051 C -0.0043 0.10556 -0.00286 0.0875 -0.00417 0.11366 C -0.00417 0.11598 -0.00443 0.11806 -0.00469 0.12014 C -0.00482 0.12292 -0.00495 0.1257 -0.00521 0.12848 C -0.00521 0.1294 -0.00547 0.13033 -0.00573 0.13125 C -0.00586 0.13264 -0.00612 0.1338 -0.00625 0.13496 C -0.00625 0.13588 -0.0069 0.1463 -0.00729 0.14792 C -0.00781 0.15116 -0.00937 0.15185 -0.01094 0.15348 C -0.01146 0.15417 -0.01185 0.15486 -0.0125 0.15533 C -0.01289 0.15579 -0.01354 0.15579 -0.01406 0.15625 C -0.01458 0.15672 -0.01497 0.15764 -0.01562 0.1581 C -0.01862 0.16042 -0.01953 0.15996 -0.02292 0.16181 C -0.02396 0.1625 -0.02487 0.1632 -0.02604 0.16366 C -0.02969 0.16528 -0.03268 0.16551 -0.03646 0.16644 C -0.04362 0.16829 -0.03685 0.16713 -0.04844 0.16829 C -0.04909 0.16875 -0.04974 0.16898 -0.05052 0.16922 C -0.05221 0.16991 -0.05312 0.16991 -0.05469 0.17107 C -0.0595 0.17477 -0.05404 0.17153 -0.05885 0.17385 C -0.05937 0.17408 -0.05976 0.17477 -0.06042 0.17477 C -0.06237 0.17523 -0.06458 0.17547 -0.06667 0.1757 C -0.06862 0.17639 -0.07148 0.17755 -0.07344 0.17755 C -0.07461 0.17755 -0.07578 0.17709 -0.07708 0.17662 C -0.08698 0.17084 -0.07956 0.17454 -0.10208 0.1757 C -0.10573 0.17593 -0.10937 0.17639 -0.11302 0.17662 C -0.11758 0.17801 -0.11497 0.17755 -0.1207 0.17755 " pathEditMode="relative" ptsTypes="AAAAAAAAAAAAAAAAAAAAAAAAAAAAAAA">
                                      <p:cBhvr>
                                        <p:cTn id="6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052 0.03148 0.00104 0.03866 0 0.06644 C -0.00026 0.075 -0.00052 0.06922 -0.00156 0.07755 C -0.00169 0.07917 -0.00182 0.08079 -0.00208 0.08218 C -0.00221 0.08403 -0.00234 0.08588 -0.0026 0.08773 C -0.0026 0.08866 -0.00286 0.08959 -0.00312 0.09051 C -0.0043 0.10556 -0.00286 0.0875 -0.00417 0.11366 C -0.00417 0.11598 -0.00443 0.11806 -0.00469 0.12014 C -0.00482 0.12292 -0.00495 0.1257 -0.00521 0.12848 C -0.00521 0.1294 -0.00547 0.13033 -0.00573 0.13125 C -0.00586 0.13264 -0.00612 0.1338 -0.00625 0.13496 C -0.00625 0.13588 -0.0069 0.1463 -0.00729 0.14792 C -0.00781 0.15116 -0.00937 0.15185 -0.01094 0.15348 C -0.01146 0.15417 -0.01185 0.15486 -0.0125 0.15533 C -0.01289 0.15579 -0.01354 0.15579 -0.01406 0.15625 C -0.01458 0.15672 -0.01497 0.15764 -0.01562 0.1581 C -0.01862 0.16042 -0.01953 0.15996 -0.02292 0.16181 C -0.02396 0.1625 -0.02487 0.1632 -0.02604 0.16366 C -0.02969 0.16528 -0.03268 0.16551 -0.03646 0.16644 C -0.04362 0.16829 -0.03685 0.16713 -0.04844 0.16829 C -0.04909 0.16875 -0.04974 0.16898 -0.05052 0.16922 C -0.05221 0.16991 -0.05312 0.16991 -0.05469 0.17107 C -0.0595 0.17477 -0.05404 0.17153 -0.05885 0.17385 C -0.05937 0.17408 -0.05976 0.17477 -0.06042 0.17477 C -0.06237 0.17523 -0.06458 0.17547 -0.06667 0.1757 C -0.06862 0.17639 -0.07148 0.17755 -0.07344 0.17755 C -0.07461 0.17755 -0.07578 0.17709 -0.07708 0.17662 C -0.08698 0.17084 -0.07956 0.17454 -0.10208 0.1757 C -0.10573 0.17593 -0.10937 0.17639 -0.11302 0.17662 C -0.11758 0.17801 -0.11497 0.17755 -0.1207 0.17755 " pathEditMode="relative" ptsTypes="AAAAAAAAAAAAAAAAAAAAAAAAAAAAAAA">
                                      <p:cBhvr>
                                        <p:cTn id="8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052 0.03148 0.00104 0.03866 0 0.06644 C -0.00026 0.075 -0.00052 0.06922 -0.00156 0.07755 C -0.00169 0.07917 -0.00182 0.08079 -0.00208 0.08218 C -0.00221 0.08403 -0.00234 0.08588 -0.0026 0.08773 C -0.0026 0.08866 -0.00286 0.08959 -0.00312 0.09051 C -0.0043 0.10556 -0.00286 0.0875 -0.00417 0.11366 C -0.00417 0.11598 -0.00443 0.11806 -0.00469 0.12014 C -0.00482 0.12292 -0.00495 0.1257 -0.00521 0.12848 C -0.00521 0.1294 -0.00547 0.13033 -0.00573 0.13125 C -0.00586 0.13264 -0.00612 0.1338 -0.00625 0.13496 C -0.00625 0.13588 -0.0069 0.1463 -0.00729 0.14792 C -0.00781 0.15116 -0.00937 0.15185 -0.01094 0.15348 C -0.01146 0.15417 -0.01185 0.15486 -0.0125 0.15533 C -0.01289 0.15579 -0.01354 0.15579 -0.01406 0.15625 C -0.01458 0.15672 -0.01497 0.15764 -0.01562 0.1581 C -0.01862 0.16042 -0.01953 0.15996 -0.02292 0.16181 C -0.02396 0.1625 -0.02487 0.1632 -0.02604 0.16366 C -0.02969 0.16528 -0.03268 0.16551 -0.03646 0.16644 C -0.04362 0.16829 -0.03685 0.16713 -0.04844 0.16829 C -0.04909 0.16875 -0.04974 0.16898 -0.05052 0.16922 C -0.05221 0.16991 -0.05312 0.16991 -0.05469 0.17107 C -0.0595 0.17477 -0.05404 0.17153 -0.05885 0.17385 C -0.05937 0.17408 -0.05976 0.17477 -0.06042 0.17477 C -0.06237 0.17523 -0.06458 0.17547 -0.06667 0.1757 C -0.06862 0.17639 -0.07148 0.17755 -0.07344 0.17755 C -0.07461 0.17755 -0.07578 0.17709 -0.07708 0.17662 C -0.08698 0.17084 -0.07956 0.17454 -0.10208 0.1757 C -0.10573 0.17593 -0.10937 0.17639 -0.11302 0.17662 C -0.11758 0.17801 -0.11497 0.17755 -0.1207 0.17755 " pathEditMode="relative" ptsTypes="AAAAAAAAAAAAAAAAAAAAAAAAAAAAAAA">
                                      <p:cBhvr>
                                        <p:cTn id="10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052 0.03148 0.00104 0.03866 0 0.06644 C -0.00026 0.075 -0.00052 0.06922 -0.00156 0.07755 C -0.00169 0.07917 -0.00182 0.08079 -0.00208 0.08218 C -0.00221 0.08403 -0.00234 0.08588 -0.0026 0.08773 C -0.0026 0.08866 -0.00286 0.08959 -0.00312 0.09051 C -0.0043 0.10556 -0.00286 0.0875 -0.00417 0.11366 C -0.00417 0.11598 -0.00443 0.11806 -0.00469 0.12014 C -0.00482 0.12292 -0.00495 0.1257 -0.00521 0.12848 C -0.00521 0.1294 -0.00547 0.13033 -0.00573 0.13125 C -0.00586 0.13264 -0.00612 0.1338 -0.00625 0.13496 C -0.00625 0.13588 -0.0069 0.1463 -0.00729 0.14792 C -0.00781 0.15116 -0.00937 0.15185 -0.01094 0.15348 C -0.01146 0.15417 -0.01185 0.15486 -0.0125 0.15533 C -0.01289 0.15579 -0.01354 0.15579 -0.01406 0.15625 C -0.01458 0.15672 -0.01497 0.15764 -0.01562 0.1581 C -0.01862 0.16042 -0.01953 0.15996 -0.02292 0.16181 C -0.02396 0.1625 -0.02487 0.1632 -0.02604 0.16366 C -0.02969 0.16528 -0.03268 0.16551 -0.03646 0.16644 C -0.04362 0.16829 -0.03685 0.16713 -0.04844 0.16829 C -0.04909 0.16875 -0.04974 0.16898 -0.05052 0.16922 C -0.05221 0.16991 -0.05312 0.16991 -0.05469 0.17107 C -0.0595 0.17477 -0.05404 0.17153 -0.05885 0.17385 C -0.05937 0.17408 -0.05976 0.17477 -0.06042 0.17477 C -0.06237 0.17523 -0.06458 0.17547 -0.06667 0.1757 C -0.06862 0.17639 -0.07148 0.17755 -0.07344 0.17755 C -0.07461 0.17755 -0.07578 0.17709 -0.07708 0.17662 C -0.08698 0.17084 -0.07956 0.17454 -0.10208 0.1757 C -0.10573 0.17593 -0.10937 0.17639 -0.11302 0.17662 C -0.11758 0.17801 -0.11497 0.17755 -0.1207 0.17755 " pathEditMode="relative" ptsTypes="AAAAAAAAAAAAAAAAAAAAAAAAAAAAAAA">
                                      <p:cBhvr>
                                        <p:cTn id="12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052 0.03148 0.00104 0.03866 0 0.06644 C -0.00026 0.075 -0.00052 0.06922 -0.00156 0.07755 C -0.00169 0.07917 -0.00182 0.08079 -0.00208 0.08218 C -0.00221 0.08403 -0.00234 0.08588 -0.0026 0.08773 C -0.0026 0.08866 -0.00286 0.08959 -0.00312 0.09051 C -0.0043 0.10556 -0.00286 0.0875 -0.00417 0.11366 C -0.00417 0.11598 -0.00443 0.11806 -0.00469 0.12014 C -0.00482 0.12292 -0.00495 0.1257 -0.00521 0.12848 C -0.00521 0.1294 -0.00547 0.13033 -0.00573 0.13125 C -0.00586 0.13264 -0.00612 0.1338 -0.00625 0.13496 C -0.00625 0.13588 -0.0069 0.1463 -0.00729 0.14792 C -0.00781 0.15116 -0.00937 0.15185 -0.01094 0.15348 C -0.01146 0.15417 -0.01185 0.15486 -0.0125 0.15533 C -0.01289 0.15579 -0.01354 0.15579 -0.01406 0.15625 C -0.01458 0.15672 -0.01497 0.15764 -0.01562 0.1581 C -0.01862 0.16042 -0.01953 0.15996 -0.02292 0.16181 C -0.02396 0.1625 -0.02487 0.1632 -0.02604 0.16366 C -0.02969 0.16528 -0.03268 0.16551 -0.03646 0.16644 C -0.04362 0.16829 -0.03685 0.16713 -0.04844 0.16829 C -0.04909 0.16875 -0.04974 0.16898 -0.05052 0.16922 C -0.05221 0.16991 -0.05312 0.16991 -0.05469 0.17107 C -0.0595 0.17477 -0.05404 0.17153 -0.05885 0.17385 C -0.05937 0.17408 -0.05976 0.17477 -0.06042 0.17477 C -0.06237 0.17523 -0.06458 0.17547 -0.06667 0.1757 C -0.06862 0.17639 -0.07148 0.17755 -0.07344 0.17755 C -0.07461 0.17755 -0.07578 0.17709 -0.07708 0.17662 C -0.08698 0.17084 -0.07956 0.17454 -0.10208 0.1757 C -0.10573 0.17593 -0.10937 0.17639 -0.11302 0.17662 C -0.11758 0.17801 -0.11497 0.17755 -0.1207 0.17755 " pathEditMode="relative" ptsTypes="AAAAAAAAAAAAAAAAAAAAAAAAAAAAAAA">
                                      <p:cBhvr>
                                        <p:cTn id="14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7" grpId="0" animBg="1"/>
      <p:bldP spid="57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DC61D2-39F4-4BDE-A7FC-E9D0ADD0CDEC}"/>
              </a:ext>
            </a:extLst>
          </p:cNvPr>
          <p:cNvSpPr/>
          <p:nvPr/>
        </p:nvSpPr>
        <p:spPr>
          <a:xfrm>
            <a:off x="4286774" y="1677800"/>
            <a:ext cx="7267922" cy="12583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BD7011-79EE-4FD4-8A8F-D68E4A735F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2969" b="94531" l="6421" r="43981">
                        <a14:foregroundMark x1="15730" y1="77188" x2="23435" y2="74531"/>
                        <a14:foregroundMark x1="23435" y1="74531" x2="22472" y2="83594"/>
                        <a14:foregroundMark x1="22472" y1="83594" x2="35955" y2="71875"/>
                        <a14:foregroundMark x1="35955" y1="71875" x2="35955" y2="71719"/>
                        <a14:foregroundMark x1="20385" y1="78438" x2="20225" y2="78125"/>
                        <a14:foregroundMark x1="19422" y1="78906" x2="19583" y2="80469"/>
                        <a14:foregroundMark x1="25361" y1="83594" x2="24398" y2="84844"/>
                        <a14:foregroundMark x1="39165" y1="69531" x2="39165" y2="71094"/>
                        <a14:foregroundMark x1="19422" y1="91094" x2="24238" y2="90469"/>
                        <a14:foregroundMark x1="27127" y1="91719" x2="32584" y2="90781"/>
                        <a14:foregroundMark x1="40610" y1="71250" x2="40610" y2="71250"/>
                        <a14:foregroundMark x1="23917" y1="83906" x2="26324" y2="84063"/>
                        <a14:foregroundMark x1="40610" y1="73906" x2="40449" y2="77813"/>
                        <a14:foregroundMark x1="40931" y1="66406" x2="40861" y2="66136"/>
                        <a14:foregroundMark x1="40931" y1="66094" x2="41091" y2="67656"/>
                        <a14:foregroundMark x1="40770" y1="76719" x2="40770" y2="78750"/>
                        <a14:foregroundMark x1="40931" y1="88594" x2="40289" y2="84844"/>
                        <a14:foregroundMark x1="40770" y1="86719" x2="40289" y2="82656"/>
                        <a14:foregroundMark x1="40931" y1="84844" x2="40770" y2="82344"/>
                        <a14:foregroundMark x1="41252" y1="81719" x2="41252" y2="78438"/>
                        <a14:foregroundMark x1="41252" y1="67656" x2="40931" y2="78906"/>
                        <a14:foregroundMark x1="41252" y1="78281" x2="41573" y2="72344"/>
                        <a14:foregroundMark x1="41573" y1="67656" x2="41573" y2="65999"/>
                        <a14:foregroundMark x1="41252" y1="88281" x2="40931" y2="92344"/>
                        <a14:foregroundMark x1="40610" y1="92344" x2="36047" y2="92824"/>
                        <a14:backgroundMark x1="8828" y1="95156" x2="6902" y2="94063"/>
                        <a14:backgroundMark x1="39647" y1="63594" x2="38684" y2="62500"/>
                        <a14:backgroundMark x1="39326" y1="63281" x2="40770" y2="63281"/>
                        <a14:backgroundMark x1="40289" y1="64063" x2="41413" y2="64375"/>
                        <a14:backgroundMark x1="42055" y1="65625" x2="41252" y2="65000"/>
                        <a14:backgroundMark x1="41734" y1="65156" x2="41894" y2="65938"/>
                        <a14:backgroundMark x1="37079" y1="94844" x2="28571" y2="95000"/>
                        <a14:backgroundMark x1="36437" y1="94531" x2="38684" y2="94531"/>
                        <a14:backgroundMark x1="36918" y1="94063" x2="35474" y2="94219"/>
                        <a14:backgroundMark x1="8989" y1="94219" x2="8026" y2="94219"/>
                        <a14:backgroundMark x1="8668" y1="94844" x2="13162" y2="95000"/>
                        <a14:backgroundMark x1="12520" y1="94844" x2="17014" y2="94844"/>
                        <a14:backgroundMark x1="16212" y1="95156" x2="23435" y2="95313"/>
                        <a14:backgroundMark x1="23274" y1="94844" x2="28090" y2="946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846" t="59175" r="51113" b="2018"/>
          <a:stretch/>
        </p:blipFill>
        <p:spPr>
          <a:xfrm>
            <a:off x="10273334" y="1839967"/>
            <a:ext cx="1030743" cy="873524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2854A279-2520-4BEA-99E1-3C68EFC4A701}"/>
              </a:ext>
            </a:extLst>
          </p:cNvPr>
          <p:cNvSpPr/>
          <p:nvPr/>
        </p:nvSpPr>
        <p:spPr>
          <a:xfrm>
            <a:off x="486561" y="3127938"/>
            <a:ext cx="11068135" cy="33357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D63ACD-E4E3-4907-87F9-812E81EBDCFC}"/>
              </a:ext>
            </a:extLst>
          </p:cNvPr>
          <p:cNvSpPr txBox="1"/>
          <p:nvPr/>
        </p:nvSpPr>
        <p:spPr>
          <a:xfrm>
            <a:off x="1020781" y="3212925"/>
            <a:ext cx="259219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Actor thread pool</a:t>
            </a:r>
            <a:endParaRPr lang="he-IL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61A172C-2625-44BC-8860-FA3973368E2E}"/>
              </a:ext>
            </a:extLst>
          </p:cNvPr>
          <p:cNvGrpSpPr/>
          <p:nvPr/>
        </p:nvGrpSpPr>
        <p:grpSpPr>
          <a:xfrm>
            <a:off x="8571346" y="2167929"/>
            <a:ext cx="632682" cy="632682"/>
            <a:chOff x="7332916" y="1625128"/>
            <a:chExt cx="858190" cy="85819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C6E71AA-437E-437E-BCCE-DBC5C374E548}"/>
                </a:ext>
              </a:extLst>
            </p:cNvPr>
            <p:cNvSpPr/>
            <p:nvPr/>
          </p:nvSpPr>
          <p:spPr>
            <a:xfrm>
              <a:off x="7332916" y="1625128"/>
              <a:ext cx="858190" cy="8581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BCFAF22D-9BC2-433E-81BA-F7C01C8944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62969" b="94531" l="6421" r="43981">
                          <a14:foregroundMark x1="15730" y1="77188" x2="23435" y2="74531"/>
                          <a14:foregroundMark x1="23435" y1="74531" x2="22472" y2="83594"/>
                          <a14:foregroundMark x1="22472" y1="83594" x2="35955" y2="71875"/>
                          <a14:foregroundMark x1="35955" y1="71875" x2="35955" y2="71719"/>
                          <a14:foregroundMark x1="20385" y1="78438" x2="20225" y2="78125"/>
                          <a14:foregroundMark x1="19422" y1="78906" x2="19583" y2="80469"/>
                          <a14:foregroundMark x1="25361" y1="83594" x2="24398" y2="84844"/>
                          <a14:foregroundMark x1="39165" y1="69531" x2="39165" y2="71094"/>
                          <a14:foregroundMark x1="19422" y1="91094" x2="24238" y2="90469"/>
                          <a14:foregroundMark x1="27127" y1="91719" x2="32584" y2="90781"/>
                          <a14:foregroundMark x1="40610" y1="71250" x2="40610" y2="71250"/>
                          <a14:foregroundMark x1="23917" y1="83906" x2="26324" y2="84063"/>
                          <a14:foregroundMark x1="40610" y1="73906" x2="40449" y2="77813"/>
                          <a14:foregroundMark x1="40931" y1="66406" x2="40861" y2="66136"/>
                          <a14:foregroundMark x1="40931" y1="66094" x2="41091" y2="67656"/>
                          <a14:foregroundMark x1="40770" y1="76719" x2="40770" y2="78750"/>
                          <a14:foregroundMark x1="40931" y1="88594" x2="40289" y2="84844"/>
                          <a14:foregroundMark x1="40770" y1="86719" x2="40289" y2="82656"/>
                          <a14:foregroundMark x1="40931" y1="84844" x2="40770" y2="82344"/>
                          <a14:foregroundMark x1="41252" y1="81719" x2="41252" y2="78438"/>
                          <a14:foregroundMark x1="41252" y1="67656" x2="40931" y2="78906"/>
                          <a14:foregroundMark x1="41252" y1="78281" x2="41573" y2="72344"/>
                          <a14:foregroundMark x1="41573" y1="67656" x2="41573" y2="65999"/>
                          <a14:foregroundMark x1="41252" y1="88281" x2="40931" y2="92344"/>
                          <a14:foregroundMark x1="40610" y1="92344" x2="36047" y2="92824"/>
                          <a14:backgroundMark x1="8828" y1="95156" x2="6902" y2="94063"/>
                          <a14:backgroundMark x1="39647" y1="63594" x2="38684" y2="62500"/>
                          <a14:backgroundMark x1="39326" y1="63281" x2="40770" y2="63281"/>
                          <a14:backgroundMark x1="40289" y1="64063" x2="41413" y2="64375"/>
                          <a14:backgroundMark x1="42055" y1="65625" x2="41252" y2="65000"/>
                          <a14:backgroundMark x1="41734" y1="65156" x2="41894" y2="65938"/>
                          <a14:backgroundMark x1="37079" y1="94844" x2="28571" y2="95000"/>
                          <a14:backgroundMark x1="36437" y1="94531" x2="38684" y2="94531"/>
                          <a14:backgroundMark x1="36918" y1="94063" x2="35474" y2="94219"/>
                          <a14:backgroundMark x1="8989" y1="94219" x2="8026" y2="94219"/>
                          <a14:backgroundMark x1="8668" y1="94844" x2="13162" y2="95000"/>
                          <a14:backgroundMark x1="12520" y1="94844" x2="17014" y2="94844"/>
                          <a14:backgroundMark x1="16212" y1="95156" x2="23435" y2="95313"/>
                          <a14:backgroundMark x1="23274" y1="94844" x2="28090" y2="946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1846" t="59175" r="51113" b="2018"/>
            <a:stretch/>
          </p:blipFill>
          <p:spPr>
            <a:xfrm>
              <a:off x="7401689" y="1716300"/>
              <a:ext cx="759143" cy="643351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F24C19A-B39B-4CF3-9DAB-1A4E365DE14E}"/>
              </a:ext>
            </a:extLst>
          </p:cNvPr>
          <p:cNvGrpSpPr/>
          <p:nvPr/>
        </p:nvGrpSpPr>
        <p:grpSpPr>
          <a:xfrm>
            <a:off x="7771053" y="2153962"/>
            <a:ext cx="632682" cy="632682"/>
            <a:chOff x="7332916" y="1625128"/>
            <a:chExt cx="858190" cy="85819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9DCC6F9-8890-48D0-845B-7048CFE6E8C8}"/>
                </a:ext>
              </a:extLst>
            </p:cNvPr>
            <p:cNvSpPr/>
            <p:nvPr/>
          </p:nvSpPr>
          <p:spPr>
            <a:xfrm>
              <a:off x="7332916" y="1625128"/>
              <a:ext cx="858190" cy="8581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ED186E51-BDFD-4A07-B0AD-CEFC63AC6B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62969" b="94531" l="6421" r="43981">
                          <a14:foregroundMark x1="15730" y1="77188" x2="23435" y2="74531"/>
                          <a14:foregroundMark x1="23435" y1="74531" x2="22472" y2="83594"/>
                          <a14:foregroundMark x1="22472" y1="83594" x2="35955" y2="71875"/>
                          <a14:foregroundMark x1="35955" y1="71875" x2="35955" y2="71719"/>
                          <a14:foregroundMark x1="20385" y1="78438" x2="20225" y2="78125"/>
                          <a14:foregroundMark x1="19422" y1="78906" x2="19583" y2="80469"/>
                          <a14:foregroundMark x1="25361" y1="83594" x2="24398" y2="84844"/>
                          <a14:foregroundMark x1="39165" y1="69531" x2="39165" y2="71094"/>
                          <a14:foregroundMark x1="19422" y1="91094" x2="24238" y2="90469"/>
                          <a14:foregroundMark x1="27127" y1="91719" x2="32584" y2="90781"/>
                          <a14:foregroundMark x1="40610" y1="71250" x2="40610" y2="71250"/>
                          <a14:foregroundMark x1="23917" y1="83906" x2="26324" y2="84063"/>
                          <a14:foregroundMark x1="40610" y1="73906" x2="40449" y2="77813"/>
                          <a14:foregroundMark x1="40931" y1="66406" x2="40861" y2="66136"/>
                          <a14:foregroundMark x1="40931" y1="66094" x2="41091" y2="67656"/>
                          <a14:foregroundMark x1="40770" y1="76719" x2="40770" y2="78750"/>
                          <a14:foregroundMark x1="40931" y1="88594" x2="40289" y2="84844"/>
                          <a14:foregroundMark x1="40770" y1="86719" x2="40289" y2="82656"/>
                          <a14:foregroundMark x1="40931" y1="84844" x2="40770" y2="82344"/>
                          <a14:foregroundMark x1="41252" y1="81719" x2="41252" y2="78438"/>
                          <a14:foregroundMark x1="41252" y1="67656" x2="40931" y2="78906"/>
                          <a14:foregroundMark x1="41252" y1="78281" x2="41573" y2="72344"/>
                          <a14:foregroundMark x1="41573" y1="67656" x2="41573" y2="65999"/>
                          <a14:foregroundMark x1="41252" y1="88281" x2="40931" y2="92344"/>
                          <a14:foregroundMark x1="40610" y1="92344" x2="36047" y2="92824"/>
                          <a14:backgroundMark x1="8828" y1="95156" x2="6902" y2="94063"/>
                          <a14:backgroundMark x1="39647" y1="63594" x2="38684" y2="62500"/>
                          <a14:backgroundMark x1="39326" y1="63281" x2="40770" y2="63281"/>
                          <a14:backgroundMark x1="40289" y1="64063" x2="41413" y2="64375"/>
                          <a14:backgroundMark x1="42055" y1="65625" x2="41252" y2="65000"/>
                          <a14:backgroundMark x1="41734" y1="65156" x2="41894" y2="65938"/>
                          <a14:backgroundMark x1="37079" y1="94844" x2="28571" y2="95000"/>
                          <a14:backgroundMark x1="36437" y1="94531" x2="38684" y2="94531"/>
                          <a14:backgroundMark x1="36918" y1="94063" x2="35474" y2="94219"/>
                          <a14:backgroundMark x1="8989" y1="94219" x2="8026" y2="94219"/>
                          <a14:backgroundMark x1="8668" y1="94844" x2="13162" y2="95000"/>
                          <a14:backgroundMark x1="12520" y1="94844" x2="17014" y2="94844"/>
                          <a14:backgroundMark x1="16212" y1="95156" x2="23435" y2="95313"/>
                          <a14:backgroundMark x1="23274" y1="94844" x2="28090" y2="946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1846" t="59175" r="51113" b="2018"/>
            <a:stretch/>
          </p:blipFill>
          <p:spPr>
            <a:xfrm>
              <a:off x="7401689" y="1716300"/>
              <a:ext cx="759143" cy="643351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E508530-CD68-486E-8BD3-9878331370D9}"/>
              </a:ext>
            </a:extLst>
          </p:cNvPr>
          <p:cNvGrpSpPr/>
          <p:nvPr/>
        </p:nvGrpSpPr>
        <p:grpSpPr>
          <a:xfrm>
            <a:off x="6959994" y="2156505"/>
            <a:ext cx="632682" cy="632682"/>
            <a:chOff x="7332916" y="1625128"/>
            <a:chExt cx="858190" cy="85819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5A00382-E558-47F0-9376-6B6CBC51A7FE}"/>
                </a:ext>
              </a:extLst>
            </p:cNvPr>
            <p:cNvSpPr/>
            <p:nvPr/>
          </p:nvSpPr>
          <p:spPr>
            <a:xfrm>
              <a:off x="7332916" y="1625128"/>
              <a:ext cx="858190" cy="8581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B300AFB1-1D42-46CF-9449-2DCDEC76D7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62969" b="94531" l="6421" r="43981">
                          <a14:foregroundMark x1="15730" y1="77188" x2="23435" y2="74531"/>
                          <a14:foregroundMark x1="23435" y1="74531" x2="22472" y2="83594"/>
                          <a14:foregroundMark x1="22472" y1="83594" x2="35955" y2="71875"/>
                          <a14:foregroundMark x1="35955" y1="71875" x2="35955" y2="71719"/>
                          <a14:foregroundMark x1="20385" y1="78438" x2="20225" y2="78125"/>
                          <a14:foregroundMark x1="19422" y1="78906" x2="19583" y2="80469"/>
                          <a14:foregroundMark x1="25361" y1="83594" x2="24398" y2="84844"/>
                          <a14:foregroundMark x1="39165" y1="69531" x2="39165" y2="71094"/>
                          <a14:foregroundMark x1="19422" y1="91094" x2="24238" y2="90469"/>
                          <a14:foregroundMark x1="27127" y1="91719" x2="32584" y2="90781"/>
                          <a14:foregroundMark x1="40610" y1="71250" x2="40610" y2="71250"/>
                          <a14:foregroundMark x1="23917" y1="83906" x2="26324" y2="84063"/>
                          <a14:foregroundMark x1="40610" y1="73906" x2="40449" y2="77813"/>
                          <a14:foregroundMark x1="40931" y1="66406" x2="40861" y2="66136"/>
                          <a14:foregroundMark x1="40931" y1="66094" x2="41091" y2="67656"/>
                          <a14:foregroundMark x1="40770" y1="76719" x2="40770" y2="78750"/>
                          <a14:foregroundMark x1="40931" y1="88594" x2="40289" y2="84844"/>
                          <a14:foregroundMark x1="40770" y1="86719" x2="40289" y2="82656"/>
                          <a14:foregroundMark x1="40931" y1="84844" x2="40770" y2="82344"/>
                          <a14:foregroundMark x1="41252" y1="81719" x2="41252" y2="78438"/>
                          <a14:foregroundMark x1="41252" y1="67656" x2="40931" y2="78906"/>
                          <a14:foregroundMark x1="41252" y1="78281" x2="41573" y2="72344"/>
                          <a14:foregroundMark x1="41573" y1="67656" x2="41573" y2="65999"/>
                          <a14:foregroundMark x1="41252" y1="88281" x2="40931" y2="92344"/>
                          <a14:foregroundMark x1="40610" y1="92344" x2="36047" y2="92824"/>
                          <a14:backgroundMark x1="8828" y1="95156" x2="6902" y2="94063"/>
                          <a14:backgroundMark x1="39647" y1="63594" x2="38684" y2="62500"/>
                          <a14:backgroundMark x1="39326" y1="63281" x2="40770" y2="63281"/>
                          <a14:backgroundMark x1="40289" y1="64063" x2="41413" y2="64375"/>
                          <a14:backgroundMark x1="42055" y1="65625" x2="41252" y2="65000"/>
                          <a14:backgroundMark x1="41734" y1="65156" x2="41894" y2="65938"/>
                          <a14:backgroundMark x1="37079" y1="94844" x2="28571" y2="95000"/>
                          <a14:backgroundMark x1="36437" y1="94531" x2="38684" y2="94531"/>
                          <a14:backgroundMark x1="36918" y1="94063" x2="35474" y2="94219"/>
                          <a14:backgroundMark x1="8989" y1="94219" x2="8026" y2="94219"/>
                          <a14:backgroundMark x1="8668" y1="94844" x2="13162" y2="95000"/>
                          <a14:backgroundMark x1="12520" y1="94844" x2="17014" y2="94844"/>
                          <a14:backgroundMark x1="16212" y1="95156" x2="23435" y2="95313"/>
                          <a14:backgroundMark x1="23274" y1="94844" x2="28090" y2="946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1846" t="59175" r="51113" b="2018"/>
            <a:stretch/>
          </p:blipFill>
          <p:spPr>
            <a:xfrm>
              <a:off x="7401689" y="1716300"/>
              <a:ext cx="759143" cy="643351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89607B-C6FD-494A-AAB0-7B47955A73EE}"/>
              </a:ext>
            </a:extLst>
          </p:cNvPr>
          <p:cNvGrpSpPr/>
          <p:nvPr/>
        </p:nvGrpSpPr>
        <p:grpSpPr>
          <a:xfrm>
            <a:off x="6148936" y="2153962"/>
            <a:ext cx="632682" cy="632682"/>
            <a:chOff x="7332916" y="1625128"/>
            <a:chExt cx="858190" cy="85819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C7EECF7-1574-487C-86CE-EE5528D042BB}"/>
                </a:ext>
              </a:extLst>
            </p:cNvPr>
            <p:cNvSpPr/>
            <p:nvPr/>
          </p:nvSpPr>
          <p:spPr>
            <a:xfrm>
              <a:off x="7332916" y="1625128"/>
              <a:ext cx="858190" cy="8581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8AD19415-8BBE-4E74-96A6-02F3235914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62969" b="94531" l="6421" r="43981">
                          <a14:foregroundMark x1="15730" y1="77188" x2="23435" y2="74531"/>
                          <a14:foregroundMark x1="23435" y1="74531" x2="22472" y2="83594"/>
                          <a14:foregroundMark x1="22472" y1="83594" x2="35955" y2="71875"/>
                          <a14:foregroundMark x1="35955" y1="71875" x2="35955" y2="71719"/>
                          <a14:foregroundMark x1="20385" y1="78438" x2="20225" y2="78125"/>
                          <a14:foregroundMark x1="19422" y1="78906" x2="19583" y2="80469"/>
                          <a14:foregroundMark x1="25361" y1="83594" x2="24398" y2="84844"/>
                          <a14:foregroundMark x1="39165" y1="69531" x2="39165" y2="71094"/>
                          <a14:foregroundMark x1="19422" y1="91094" x2="24238" y2="90469"/>
                          <a14:foregroundMark x1="27127" y1="91719" x2="32584" y2="90781"/>
                          <a14:foregroundMark x1="40610" y1="71250" x2="40610" y2="71250"/>
                          <a14:foregroundMark x1="23917" y1="83906" x2="26324" y2="84063"/>
                          <a14:foregroundMark x1="40610" y1="73906" x2="40449" y2="77813"/>
                          <a14:foregroundMark x1="40931" y1="66406" x2="40861" y2="66136"/>
                          <a14:foregroundMark x1="40931" y1="66094" x2="41091" y2="67656"/>
                          <a14:foregroundMark x1="40770" y1="76719" x2="40770" y2="78750"/>
                          <a14:foregroundMark x1="40931" y1="88594" x2="40289" y2="84844"/>
                          <a14:foregroundMark x1="40770" y1="86719" x2="40289" y2="82656"/>
                          <a14:foregroundMark x1="40931" y1="84844" x2="40770" y2="82344"/>
                          <a14:foregroundMark x1="41252" y1="81719" x2="41252" y2="78438"/>
                          <a14:foregroundMark x1="41252" y1="67656" x2="40931" y2="78906"/>
                          <a14:foregroundMark x1="41252" y1="78281" x2="41573" y2="72344"/>
                          <a14:foregroundMark x1="41573" y1="67656" x2="41573" y2="65999"/>
                          <a14:foregroundMark x1="41252" y1="88281" x2="40931" y2="92344"/>
                          <a14:foregroundMark x1="40610" y1="92344" x2="36047" y2="92824"/>
                          <a14:backgroundMark x1="8828" y1="95156" x2="6902" y2="94063"/>
                          <a14:backgroundMark x1="39647" y1="63594" x2="38684" y2="62500"/>
                          <a14:backgroundMark x1="39326" y1="63281" x2="40770" y2="63281"/>
                          <a14:backgroundMark x1="40289" y1="64063" x2="41413" y2="64375"/>
                          <a14:backgroundMark x1="42055" y1="65625" x2="41252" y2="65000"/>
                          <a14:backgroundMark x1="41734" y1="65156" x2="41894" y2="65938"/>
                          <a14:backgroundMark x1="37079" y1="94844" x2="28571" y2="95000"/>
                          <a14:backgroundMark x1="36437" y1="94531" x2="38684" y2="94531"/>
                          <a14:backgroundMark x1="36918" y1="94063" x2="35474" y2="94219"/>
                          <a14:backgroundMark x1="8989" y1="94219" x2="8026" y2="94219"/>
                          <a14:backgroundMark x1="8668" y1="94844" x2="13162" y2="95000"/>
                          <a14:backgroundMark x1="12520" y1="94844" x2="17014" y2="94844"/>
                          <a14:backgroundMark x1="16212" y1="95156" x2="23435" y2="95313"/>
                          <a14:backgroundMark x1="23274" y1="94844" x2="28090" y2="946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1846" t="59175" r="51113" b="2018"/>
            <a:stretch/>
          </p:blipFill>
          <p:spPr>
            <a:xfrm>
              <a:off x="7401689" y="1716300"/>
              <a:ext cx="759143" cy="643351"/>
            </a:xfrm>
            <a:prstGeom prst="rect">
              <a:avLst/>
            </a:prstGeom>
          </p:spPr>
        </p:pic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DB25F2AB-3C73-4F59-9426-4D0AE2BFFC8C}"/>
              </a:ext>
            </a:extLst>
          </p:cNvPr>
          <p:cNvSpPr txBox="1"/>
          <p:nvPr/>
        </p:nvSpPr>
        <p:spPr>
          <a:xfrm>
            <a:off x="6875896" y="1677800"/>
            <a:ext cx="259219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IO Thread</a:t>
            </a:r>
            <a:endParaRPr lang="he-IL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6C64D67-C450-4F64-A9B4-5A0FB7B4FB98}"/>
              </a:ext>
            </a:extLst>
          </p:cNvPr>
          <p:cNvGrpSpPr/>
          <p:nvPr/>
        </p:nvGrpSpPr>
        <p:grpSpPr>
          <a:xfrm>
            <a:off x="6861690" y="3691081"/>
            <a:ext cx="929570" cy="1104745"/>
            <a:chOff x="2132016" y="1483215"/>
            <a:chExt cx="929570" cy="1104745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3F34EE5-4FF7-4528-83A6-803CB35626DA}"/>
                </a:ext>
              </a:extLst>
            </p:cNvPr>
            <p:cNvSpPr/>
            <p:nvPr/>
          </p:nvSpPr>
          <p:spPr>
            <a:xfrm>
              <a:off x="2132016" y="1483215"/>
              <a:ext cx="929570" cy="110474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135528A-1BDE-449C-99AD-07A992191281}"/>
                </a:ext>
              </a:extLst>
            </p:cNvPr>
            <p:cNvSpPr txBox="1"/>
            <p:nvPr/>
          </p:nvSpPr>
          <p:spPr>
            <a:xfrm>
              <a:off x="2170155" y="1489352"/>
              <a:ext cx="846901" cy="338554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600" dirty="0" err="1"/>
                <a:t>EncDec</a:t>
              </a:r>
              <a:endParaRPr lang="he-IL" sz="1600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F99A3A2-C6D4-49AD-A159-65A3514E44B9}"/>
              </a:ext>
            </a:extLst>
          </p:cNvPr>
          <p:cNvGrpSpPr/>
          <p:nvPr/>
        </p:nvGrpSpPr>
        <p:grpSpPr>
          <a:xfrm>
            <a:off x="5362984" y="3691081"/>
            <a:ext cx="980666" cy="1104745"/>
            <a:chOff x="2132016" y="1483215"/>
            <a:chExt cx="980666" cy="1104745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24B8F57-E728-48EB-8C76-F4443115D933}"/>
                </a:ext>
              </a:extLst>
            </p:cNvPr>
            <p:cNvSpPr/>
            <p:nvPr/>
          </p:nvSpPr>
          <p:spPr>
            <a:xfrm>
              <a:off x="2132016" y="1483215"/>
              <a:ext cx="980666" cy="110474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EF06DF3-0525-44DC-A881-4ADFE4BFBBC7}"/>
                </a:ext>
              </a:extLst>
            </p:cNvPr>
            <p:cNvSpPr txBox="1"/>
            <p:nvPr/>
          </p:nvSpPr>
          <p:spPr>
            <a:xfrm>
              <a:off x="2170155" y="1489352"/>
              <a:ext cx="891431" cy="338554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600" dirty="0"/>
                <a:t>Protocol</a:t>
              </a:r>
              <a:endParaRPr lang="he-IL" sz="1600" dirty="0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037BD7BF-FD9E-43BF-84E4-71F1461521FE}"/>
              </a:ext>
            </a:extLst>
          </p:cNvPr>
          <p:cNvSpPr/>
          <p:nvPr/>
        </p:nvSpPr>
        <p:spPr>
          <a:xfrm>
            <a:off x="5361959" y="4856244"/>
            <a:ext cx="2409094" cy="129195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88B6C9D-C2E2-470E-98FC-66853252B14A}"/>
              </a:ext>
            </a:extLst>
          </p:cNvPr>
          <p:cNvSpPr txBox="1"/>
          <p:nvPr/>
        </p:nvSpPr>
        <p:spPr>
          <a:xfrm>
            <a:off x="5401122" y="4859766"/>
            <a:ext cx="1310828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/>
              <a:t>Write Queue</a:t>
            </a:r>
            <a:endParaRPr lang="he-IL" sz="16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6AEE254-D567-49A5-883F-F44580B67308}"/>
              </a:ext>
            </a:extLst>
          </p:cNvPr>
          <p:cNvSpPr/>
          <p:nvPr/>
        </p:nvSpPr>
        <p:spPr>
          <a:xfrm>
            <a:off x="5470403" y="5700578"/>
            <a:ext cx="758947" cy="1580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D0ECE9C-63D2-4FA1-9F28-6EF0410B25CC}"/>
              </a:ext>
            </a:extLst>
          </p:cNvPr>
          <p:cNvSpPr/>
          <p:nvPr/>
        </p:nvSpPr>
        <p:spPr>
          <a:xfrm>
            <a:off x="5484211" y="5714480"/>
            <a:ext cx="91328" cy="1349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92437BD-5CCF-42DA-88BD-B7D6B2DE9D46}"/>
              </a:ext>
            </a:extLst>
          </p:cNvPr>
          <p:cNvSpPr/>
          <p:nvPr/>
        </p:nvSpPr>
        <p:spPr>
          <a:xfrm>
            <a:off x="5581272" y="5714480"/>
            <a:ext cx="91328" cy="1349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BA35C23-BD0E-4E42-9F83-52E09ECF2B17}"/>
              </a:ext>
            </a:extLst>
          </p:cNvPr>
          <p:cNvSpPr/>
          <p:nvPr/>
        </p:nvSpPr>
        <p:spPr>
          <a:xfrm>
            <a:off x="5678907" y="5714480"/>
            <a:ext cx="91328" cy="1349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6BB93E0-0DE7-420B-8008-6983F6CC07E0}"/>
              </a:ext>
            </a:extLst>
          </p:cNvPr>
          <p:cNvSpPr/>
          <p:nvPr/>
        </p:nvSpPr>
        <p:spPr>
          <a:xfrm>
            <a:off x="5778082" y="5714480"/>
            <a:ext cx="91328" cy="1349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17133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026 -0.00533 0.00052 -0.01042 0.00079 -0.01551 C 0.00105 -0.01968 0.00144 -0.02385 0.00157 -0.02824 C 0.00196 -0.04213 0.00209 -0.05625 0.00235 -0.07037 C 0.00261 -0.07639 0.003 -0.08241 0.00313 -0.08843 C 0.00352 -0.09607 0.00365 -0.10347 0.00404 -0.11088 C 0.00365 -0.16204 0.00365 -0.21297 0.00313 -0.26389 C 0.00313 -0.26875 0.00248 -0.27338 0.00235 -0.27801 C 0.00092 -0.36875 0.00547 -0.33472 0.00079 -0.36783 C 0.00052 -0.37709 0.00026 -0.38658 0 -0.39584 C -0.00013 -0.40139 -0.00026 -0.44074 -0.00234 -0.45209 C -0.0026 -0.45347 -0.00286 -0.45486 -0.00312 -0.45625 C -0.00338 -0.4581 -0.00364 -0.45996 -0.0039 -0.46181 C -0.00416 -0.46412 -0.00403 -0.4669 -0.00468 -0.46875 C -0.0082 -0.47847 -0.00846 -0.475 -0.01184 -0.4801 C -0.01263 -0.48125 -0.01328 -0.4831 -0.01419 -0.48426 C -0.01484 -0.48519 -0.01575 -0.48519 -0.01653 -0.48565 C -0.01914 -0.49028 -0.01888 -0.48797 -0.01888 -0.49121 " pathEditMode="relative" ptsTypes="AAAAAAAAAAAAAAAAAAA">
                                      <p:cBhvr>
                                        <p:cTn id="14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026 -0.00533 0.00052 -0.01042 0.00079 -0.01551 C 0.00105 -0.01968 0.00144 -0.02385 0.00157 -0.02824 C 0.00196 -0.04213 0.00209 -0.05625 0.00235 -0.07037 C 0.00261 -0.07639 0.003 -0.08241 0.00313 -0.08843 C 0.00352 -0.09607 0.00365 -0.10347 0.00404 -0.11088 C 0.00365 -0.16204 0.00365 -0.21297 0.00313 -0.26389 C 0.00313 -0.26875 0.00248 -0.27338 0.00235 -0.27801 C 0.00092 -0.36875 0.00547 -0.33472 0.00079 -0.36783 C 0.00052 -0.37709 0.00026 -0.38658 0 -0.39584 C -0.00013 -0.40139 -0.00026 -0.44074 -0.00234 -0.45209 C -0.0026 -0.45347 -0.00286 -0.45486 -0.00312 -0.45625 C -0.00338 -0.4581 -0.00364 -0.45996 -0.0039 -0.46181 C -0.00416 -0.46412 -0.00403 -0.4669 -0.00468 -0.46875 C -0.0082 -0.47847 -0.00846 -0.475 -0.01184 -0.4801 C -0.01263 -0.48125 -0.01328 -0.4831 -0.01419 -0.48426 C -0.01484 -0.48519 -0.01575 -0.48519 -0.01653 -0.48565 C -0.01914 -0.49028 -0.01888 -0.48797 -0.01888 -0.49121 " pathEditMode="relative" ptsTypes="AAAAAAAAAAAAAAAAAAA">
                                      <p:cBhvr>
                                        <p:cTn id="16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026 -0.00533 0.00052 -0.01042 0.00079 -0.01551 C 0.00105 -0.01968 0.00144 -0.02385 0.00157 -0.02824 C 0.00196 -0.04213 0.00209 -0.05625 0.00235 -0.07037 C 0.00261 -0.07639 0.003 -0.08241 0.00313 -0.08843 C 0.00352 -0.09607 0.00365 -0.10347 0.00404 -0.11088 C 0.00365 -0.16204 0.00365 -0.21297 0.00313 -0.26389 C 0.00313 -0.26875 0.00248 -0.27338 0.00235 -0.27801 C 0.00092 -0.36875 0.00547 -0.33472 0.00079 -0.36783 C 0.00052 -0.37709 0.00026 -0.38658 0 -0.39584 C -0.00013 -0.40139 -0.00026 -0.44074 -0.00234 -0.45209 C -0.0026 -0.45347 -0.00286 -0.45486 -0.00312 -0.45625 C -0.00338 -0.4581 -0.00364 -0.45996 -0.0039 -0.46181 C -0.00416 -0.46412 -0.00403 -0.4669 -0.00468 -0.46875 C -0.0082 -0.47847 -0.00846 -0.475 -0.01184 -0.4801 C -0.01263 -0.48125 -0.01328 -0.4831 -0.01419 -0.48426 C -0.01484 -0.48519 -0.01575 -0.48519 -0.01653 -0.48565 C -0.01914 -0.49028 -0.01888 -0.48797 -0.01888 -0.49121 " pathEditMode="relative" ptsTypes="AAAAAAAAAAAAAAAAAAA">
                                      <p:cBhvr>
                                        <p:cTn id="18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026 -0.00533 0.00052 -0.01042 0.00079 -0.01551 C 0.00105 -0.01968 0.00144 -0.02385 0.00157 -0.02824 C 0.00196 -0.04213 0.00209 -0.05625 0.00235 -0.07037 C 0.00261 -0.07639 0.003 -0.08241 0.00313 -0.08843 C 0.00352 -0.09607 0.00365 -0.10347 0.00404 -0.11088 C 0.00365 -0.16204 0.00365 -0.21297 0.00313 -0.26389 C 0.00313 -0.26875 0.00248 -0.27338 0.00235 -0.27801 C 0.00092 -0.36875 0.00547 -0.33472 0.00079 -0.36783 C 0.00052 -0.37709 0.00026 -0.38658 0 -0.39584 C -0.00013 -0.40139 -0.00026 -0.44074 -0.00234 -0.45209 C -0.0026 -0.45347 -0.00286 -0.45486 -0.00312 -0.45625 C -0.00338 -0.4581 -0.00364 -0.45996 -0.0039 -0.46181 C -0.00416 -0.46412 -0.00403 -0.4669 -0.00468 -0.46875 C -0.0082 -0.47847 -0.00846 -0.475 -0.01184 -0.4801 C -0.01263 -0.48125 -0.01328 -0.4831 -0.01419 -0.48426 C -0.01484 -0.48519 -0.01575 -0.48519 -0.01653 -0.48565 C -0.01914 -0.49028 -0.01888 -0.48797 -0.01888 -0.49121 " pathEditMode="relative" ptsTypes="AAAAAAAAAAAAAAAAAAA">
                                      <p:cBhvr>
                                        <p:cTn id="20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026 -0.00533 0.00052 -0.01042 0.00079 -0.01551 C 0.00105 -0.01968 0.00144 -0.02385 0.00157 -0.02824 C 0.00196 -0.04213 0.00209 -0.05625 0.00235 -0.07037 C 0.00261 -0.07639 0.003 -0.08241 0.00313 -0.08843 C 0.00352 -0.09607 0.00365 -0.10347 0.00404 -0.11088 C 0.00365 -0.16204 0.00365 -0.21297 0.00313 -0.26389 C 0.00313 -0.26875 0.00248 -0.27338 0.00235 -0.27801 C 0.00092 -0.36875 0.00547 -0.33472 0.00079 -0.36783 C 0.00052 -0.37709 0.00026 -0.38658 0 -0.39584 C -0.00013 -0.40139 -0.00026 -0.44074 -0.00234 -0.45209 C -0.0026 -0.45347 -0.00286 -0.45486 -0.00312 -0.45625 C -0.00338 -0.4581 -0.00364 -0.45996 -0.0039 -0.46181 C -0.00416 -0.46412 -0.00403 -0.4669 -0.00468 -0.46875 C -0.0082 -0.47847 -0.00846 -0.475 -0.01184 -0.4801 C -0.01263 -0.48125 -0.01328 -0.4831 -0.01419 -0.48426 C -0.01484 -0.48519 -0.01575 -0.48519 -0.01653 -0.48565 C -0.01914 -0.49028 -0.01888 -0.48797 -0.01888 -0.49121 " pathEditMode="relative" ptsTypes="AAAAAAAAAAAAAAAAAAA">
                                      <p:cBhvr>
                                        <p:cTn id="22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DC61D2-39F4-4BDE-A7FC-E9D0ADD0CDEC}"/>
              </a:ext>
            </a:extLst>
          </p:cNvPr>
          <p:cNvSpPr/>
          <p:nvPr/>
        </p:nvSpPr>
        <p:spPr>
          <a:xfrm>
            <a:off x="4286774" y="1677800"/>
            <a:ext cx="7267922" cy="12583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BD7011-79EE-4FD4-8A8F-D68E4A735FB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2969" b="94531" l="6421" r="43981">
                        <a14:foregroundMark x1="15730" y1="77188" x2="23435" y2="74531"/>
                        <a14:foregroundMark x1="23435" y1="74531" x2="22472" y2="83594"/>
                        <a14:foregroundMark x1="22472" y1="83594" x2="35955" y2="71875"/>
                        <a14:foregroundMark x1="35955" y1="71875" x2="35955" y2="71719"/>
                        <a14:foregroundMark x1="20385" y1="78438" x2="20225" y2="78125"/>
                        <a14:foregroundMark x1="19422" y1="78906" x2="19583" y2="80469"/>
                        <a14:foregroundMark x1="25361" y1="83594" x2="24398" y2="84844"/>
                        <a14:foregroundMark x1="39165" y1="69531" x2="39165" y2="71094"/>
                        <a14:foregroundMark x1="19422" y1="91094" x2="24238" y2="90469"/>
                        <a14:foregroundMark x1="27127" y1="91719" x2="32584" y2="90781"/>
                        <a14:foregroundMark x1="40610" y1="71250" x2="40610" y2="71250"/>
                        <a14:foregroundMark x1="23917" y1="83906" x2="26324" y2="84063"/>
                        <a14:foregroundMark x1="40610" y1="73906" x2="40449" y2="77813"/>
                        <a14:foregroundMark x1="40931" y1="66406" x2="40861" y2="66136"/>
                        <a14:foregroundMark x1="40931" y1="66094" x2="41091" y2="67656"/>
                        <a14:foregroundMark x1="40770" y1="76719" x2="40770" y2="78750"/>
                        <a14:foregroundMark x1="40931" y1="88594" x2="40289" y2="84844"/>
                        <a14:foregroundMark x1="40770" y1="86719" x2="40289" y2="82656"/>
                        <a14:foregroundMark x1="40931" y1="84844" x2="40770" y2="82344"/>
                        <a14:foregroundMark x1="41252" y1="81719" x2="41252" y2="78438"/>
                        <a14:foregroundMark x1="41252" y1="67656" x2="40931" y2="78906"/>
                        <a14:foregroundMark x1="41252" y1="78281" x2="41573" y2="72344"/>
                        <a14:foregroundMark x1="41573" y1="67656" x2="41573" y2="65999"/>
                        <a14:foregroundMark x1="41252" y1="88281" x2="40931" y2="92344"/>
                        <a14:foregroundMark x1="40610" y1="92344" x2="36047" y2="92824"/>
                        <a14:backgroundMark x1="8828" y1="95156" x2="6902" y2="94063"/>
                        <a14:backgroundMark x1="39647" y1="63594" x2="38684" y2="62500"/>
                        <a14:backgroundMark x1="39326" y1="63281" x2="40770" y2="63281"/>
                        <a14:backgroundMark x1="40289" y1="64063" x2="41413" y2="64375"/>
                        <a14:backgroundMark x1="42055" y1="65625" x2="41252" y2="65000"/>
                        <a14:backgroundMark x1="41734" y1="65156" x2="41894" y2="65938"/>
                        <a14:backgroundMark x1="37079" y1="94844" x2="28571" y2="95000"/>
                        <a14:backgroundMark x1="36437" y1="94531" x2="38684" y2="94531"/>
                        <a14:backgroundMark x1="36918" y1="94063" x2="35474" y2="94219"/>
                        <a14:backgroundMark x1="8989" y1="94219" x2="8026" y2="94219"/>
                        <a14:backgroundMark x1="8668" y1="94844" x2="13162" y2="95000"/>
                        <a14:backgroundMark x1="12520" y1="94844" x2="17014" y2="94844"/>
                        <a14:backgroundMark x1="16212" y1="95156" x2="23435" y2="95313"/>
                        <a14:backgroundMark x1="23274" y1="94844" x2="28090" y2="946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1846" t="59175" r="51113" b="2018"/>
          <a:stretch/>
        </p:blipFill>
        <p:spPr>
          <a:xfrm>
            <a:off x="10273334" y="1839967"/>
            <a:ext cx="1030743" cy="873524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2854A279-2520-4BEA-99E1-3C68EFC4A701}"/>
              </a:ext>
            </a:extLst>
          </p:cNvPr>
          <p:cNvSpPr/>
          <p:nvPr/>
        </p:nvSpPr>
        <p:spPr>
          <a:xfrm>
            <a:off x="486561" y="3127938"/>
            <a:ext cx="11068135" cy="33357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D63ACD-E4E3-4907-87F9-812E81EBDCFC}"/>
              </a:ext>
            </a:extLst>
          </p:cNvPr>
          <p:cNvSpPr txBox="1"/>
          <p:nvPr/>
        </p:nvSpPr>
        <p:spPr>
          <a:xfrm>
            <a:off x="1020781" y="3212925"/>
            <a:ext cx="259219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Actor thread pool</a:t>
            </a:r>
            <a:endParaRPr lang="he-IL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61A172C-2625-44BC-8860-FA3973368E2E}"/>
              </a:ext>
            </a:extLst>
          </p:cNvPr>
          <p:cNvGrpSpPr/>
          <p:nvPr/>
        </p:nvGrpSpPr>
        <p:grpSpPr>
          <a:xfrm>
            <a:off x="8571346" y="2167929"/>
            <a:ext cx="632682" cy="632682"/>
            <a:chOff x="7332916" y="1625128"/>
            <a:chExt cx="858190" cy="85819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C6E71AA-437E-437E-BCCE-DBC5C374E548}"/>
                </a:ext>
              </a:extLst>
            </p:cNvPr>
            <p:cNvSpPr/>
            <p:nvPr/>
          </p:nvSpPr>
          <p:spPr>
            <a:xfrm>
              <a:off x="7332916" y="1625128"/>
              <a:ext cx="858190" cy="8581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BCFAF22D-9BC2-433E-81BA-F7C01C8944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62969" b="94531" l="6421" r="43981">
                          <a14:foregroundMark x1="15730" y1="77188" x2="23435" y2="74531"/>
                          <a14:foregroundMark x1="23435" y1="74531" x2="22472" y2="83594"/>
                          <a14:foregroundMark x1="22472" y1="83594" x2="35955" y2="71875"/>
                          <a14:foregroundMark x1="35955" y1="71875" x2="35955" y2="71719"/>
                          <a14:foregroundMark x1="20385" y1="78438" x2="20225" y2="78125"/>
                          <a14:foregroundMark x1="19422" y1="78906" x2="19583" y2="80469"/>
                          <a14:foregroundMark x1="25361" y1="83594" x2="24398" y2="84844"/>
                          <a14:foregroundMark x1="39165" y1="69531" x2="39165" y2="71094"/>
                          <a14:foregroundMark x1="19422" y1="91094" x2="24238" y2="90469"/>
                          <a14:foregroundMark x1="27127" y1="91719" x2="32584" y2="90781"/>
                          <a14:foregroundMark x1="40610" y1="71250" x2="40610" y2="71250"/>
                          <a14:foregroundMark x1="23917" y1="83906" x2="26324" y2="84063"/>
                          <a14:foregroundMark x1="40610" y1="73906" x2="40449" y2="77813"/>
                          <a14:foregroundMark x1="40931" y1="66406" x2="40861" y2="66136"/>
                          <a14:foregroundMark x1="40931" y1="66094" x2="41091" y2="67656"/>
                          <a14:foregroundMark x1="40770" y1="76719" x2="40770" y2="78750"/>
                          <a14:foregroundMark x1="40931" y1="88594" x2="40289" y2="84844"/>
                          <a14:foregroundMark x1="40770" y1="86719" x2="40289" y2="82656"/>
                          <a14:foregroundMark x1="40931" y1="84844" x2="40770" y2="82344"/>
                          <a14:foregroundMark x1="41252" y1="81719" x2="41252" y2="78438"/>
                          <a14:foregroundMark x1="41252" y1="67656" x2="40931" y2="78906"/>
                          <a14:foregroundMark x1="41252" y1="78281" x2="41573" y2="72344"/>
                          <a14:foregroundMark x1="41573" y1="67656" x2="41573" y2="65999"/>
                          <a14:foregroundMark x1="41252" y1="88281" x2="40931" y2="92344"/>
                          <a14:foregroundMark x1="40610" y1="92344" x2="36047" y2="92824"/>
                          <a14:backgroundMark x1="8828" y1="95156" x2="6902" y2="94063"/>
                          <a14:backgroundMark x1="39647" y1="63594" x2="38684" y2="62500"/>
                          <a14:backgroundMark x1="39326" y1="63281" x2="40770" y2="63281"/>
                          <a14:backgroundMark x1="40289" y1="64063" x2="41413" y2="64375"/>
                          <a14:backgroundMark x1="42055" y1="65625" x2="41252" y2="65000"/>
                          <a14:backgroundMark x1="41734" y1="65156" x2="41894" y2="65938"/>
                          <a14:backgroundMark x1="37079" y1="94844" x2="28571" y2="95000"/>
                          <a14:backgroundMark x1="36437" y1="94531" x2="38684" y2="94531"/>
                          <a14:backgroundMark x1="36918" y1="94063" x2="35474" y2="94219"/>
                          <a14:backgroundMark x1="8989" y1="94219" x2="8026" y2="94219"/>
                          <a14:backgroundMark x1="8668" y1="94844" x2="13162" y2="95000"/>
                          <a14:backgroundMark x1="12520" y1="94844" x2="17014" y2="94844"/>
                          <a14:backgroundMark x1="16212" y1="95156" x2="23435" y2="95313"/>
                          <a14:backgroundMark x1="23274" y1="94844" x2="28090" y2="946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rcRect l="1846" t="59175" r="51113" b="2018"/>
            <a:stretch/>
          </p:blipFill>
          <p:spPr>
            <a:xfrm>
              <a:off x="7401689" y="1716300"/>
              <a:ext cx="759143" cy="643351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F24C19A-B39B-4CF3-9DAB-1A4E365DE14E}"/>
              </a:ext>
            </a:extLst>
          </p:cNvPr>
          <p:cNvGrpSpPr/>
          <p:nvPr/>
        </p:nvGrpSpPr>
        <p:grpSpPr>
          <a:xfrm>
            <a:off x="7771053" y="2153962"/>
            <a:ext cx="632682" cy="632682"/>
            <a:chOff x="7332916" y="1625128"/>
            <a:chExt cx="858190" cy="85819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9DCC6F9-8890-48D0-845B-7048CFE6E8C8}"/>
                </a:ext>
              </a:extLst>
            </p:cNvPr>
            <p:cNvSpPr/>
            <p:nvPr/>
          </p:nvSpPr>
          <p:spPr>
            <a:xfrm>
              <a:off x="7332916" y="1625128"/>
              <a:ext cx="858190" cy="8581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ED186E51-BDFD-4A07-B0AD-CEFC63AC6B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62969" b="94531" l="6421" r="43981">
                          <a14:foregroundMark x1="15730" y1="77188" x2="23435" y2="74531"/>
                          <a14:foregroundMark x1="23435" y1="74531" x2="22472" y2="83594"/>
                          <a14:foregroundMark x1="22472" y1="83594" x2="35955" y2="71875"/>
                          <a14:foregroundMark x1="35955" y1="71875" x2="35955" y2="71719"/>
                          <a14:foregroundMark x1="20385" y1="78438" x2="20225" y2="78125"/>
                          <a14:foregroundMark x1="19422" y1="78906" x2="19583" y2="80469"/>
                          <a14:foregroundMark x1="25361" y1="83594" x2="24398" y2="84844"/>
                          <a14:foregroundMark x1="39165" y1="69531" x2="39165" y2="71094"/>
                          <a14:foregroundMark x1="19422" y1="91094" x2="24238" y2="90469"/>
                          <a14:foregroundMark x1="27127" y1="91719" x2="32584" y2="90781"/>
                          <a14:foregroundMark x1="40610" y1="71250" x2="40610" y2="71250"/>
                          <a14:foregroundMark x1="23917" y1="83906" x2="26324" y2="84063"/>
                          <a14:foregroundMark x1="40610" y1="73906" x2="40449" y2="77813"/>
                          <a14:foregroundMark x1="40931" y1="66406" x2="40861" y2="66136"/>
                          <a14:foregroundMark x1="40931" y1="66094" x2="41091" y2="67656"/>
                          <a14:foregroundMark x1="40770" y1="76719" x2="40770" y2="78750"/>
                          <a14:foregroundMark x1="40931" y1="88594" x2="40289" y2="84844"/>
                          <a14:foregroundMark x1="40770" y1="86719" x2="40289" y2="82656"/>
                          <a14:foregroundMark x1="40931" y1="84844" x2="40770" y2="82344"/>
                          <a14:foregroundMark x1="41252" y1="81719" x2="41252" y2="78438"/>
                          <a14:foregroundMark x1="41252" y1="67656" x2="40931" y2="78906"/>
                          <a14:foregroundMark x1="41252" y1="78281" x2="41573" y2="72344"/>
                          <a14:foregroundMark x1="41573" y1="67656" x2="41573" y2="65999"/>
                          <a14:foregroundMark x1="41252" y1="88281" x2="40931" y2="92344"/>
                          <a14:foregroundMark x1="40610" y1="92344" x2="36047" y2="92824"/>
                          <a14:backgroundMark x1="8828" y1="95156" x2="6902" y2="94063"/>
                          <a14:backgroundMark x1="39647" y1="63594" x2="38684" y2="62500"/>
                          <a14:backgroundMark x1="39326" y1="63281" x2="40770" y2="63281"/>
                          <a14:backgroundMark x1="40289" y1="64063" x2="41413" y2="64375"/>
                          <a14:backgroundMark x1="42055" y1="65625" x2="41252" y2="65000"/>
                          <a14:backgroundMark x1="41734" y1="65156" x2="41894" y2="65938"/>
                          <a14:backgroundMark x1="37079" y1="94844" x2="28571" y2="95000"/>
                          <a14:backgroundMark x1="36437" y1="94531" x2="38684" y2="94531"/>
                          <a14:backgroundMark x1="36918" y1="94063" x2="35474" y2="94219"/>
                          <a14:backgroundMark x1="8989" y1="94219" x2="8026" y2="94219"/>
                          <a14:backgroundMark x1="8668" y1="94844" x2="13162" y2="95000"/>
                          <a14:backgroundMark x1="12520" y1="94844" x2="17014" y2="94844"/>
                          <a14:backgroundMark x1="16212" y1="95156" x2="23435" y2="95313"/>
                          <a14:backgroundMark x1="23274" y1="94844" x2="28090" y2="946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rcRect l="1846" t="59175" r="51113" b="2018"/>
            <a:stretch/>
          </p:blipFill>
          <p:spPr>
            <a:xfrm>
              <a:off x="7401689" y="1716300"/>
              <a:ext cx="759143" cy="643351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E508530-CD68-486E-8BD3-9878331370D9}"/>
              </a:ext>
            </a:extLst>
          </p:cNvPr>
          <p:cNvGrpSpPr/>
          <p:nvPr/>
        </p:nvGrpSpPr>
        <p:grpSpPr>
          <a:xfrm>
            <a:off x="6959994" y="2156505"/>
            <a:ext cx="632682" cy="632682"/>
            <a:chOff x="7332916" y="1625128"/>
            <a:chExt cx="858190" cy="85819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5A00382-E558-47F0-9376-6B6CBC51A7FE}"/>
                </a:ext>
              </a:extLst>
            </p:cNvPr>
            <p:cNvSpPr/>
            <p:nvPr/>
          </p:nvSpPr>
          <p:spPr>
            <a:xfrm>
              <a:off x="7332916" y="1625128"/>
              <a:ext cx="858190" cy="8581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B300AFB1-1D42-46CF-9449-2DCDEC76D7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62969" b="94531" l="6421" r="43981">
                          <a14:foregroundMark x1="15730" y1="77188" x2="23435" y2="74531"/>
                          <a14:foregroundMark x1="23435" y1="74531" x2="22472" y2="83594"/>
                          <a14:foregroundMark x1="22472" y1="83594" x2="35955" y2="71875"/>
                          <a14:foregroundMark x1="35955" y1="71875" x2="35955" y2="71719"/>
                          <a14:foregroundMark x1="20385" y1="78438" x2="20225" y2="78125"/>
                          <a14:foregroundMark x1="19422" y1="78906" x2="19583" y2="80469"/>
                          <a14:foregroundMark x1="25361" y1="83594" x2="24398" y2="84844"/>
                          <a14:foregroundMark x1="39165" y1="69531" x2="39165" y2="71094"/>
                          <a14:foregroundMark x1="19422" y1="91094" x2="24238" y2="90469"/>
                          <a14:foregroundMark x1="27127" y1="91719" x2="32584" y2="90781"/>
                          <a14:foregroundMark x1="40610" y1="71250" x2="40610" y2="71250"/>
                          <a14:foregroundMark x1="23917" y1="83906" x2="26324" y2="84063"/>
                          <a14:foregroundMark x1="40610" y1="73906" x2="40449" y2="77813"/>
                          <a14:foregroundMark x1="40931" y1="66406" x2="40861" y2="66136"/>
                          <a14:foregroundMark x1="40931" y1="66094" x2="41091" y2="67656"/>
                          <a14:foregroundMark x1="40770" y1="76719" x2="40770" y2="78750"/>
                          <a14:foregroundMark x1="40931" y1="88594" x2="40289" y2="84844"/>
                          <a14:foregroundMark x1="40770" y1="86719" x2="40289" y2="82656"/>
                          <a14:foregroundMark x1="40931" y1="84844" x2="40770" y2="82344"/>
                          <a14:foregroundMark x1="41252" y1="81719" x2="41252" y2="78438"/>
                          <a14:foregroundMark x1="41252" y1="67656" x2="40931" y2="78906"/>
                          <a14:foregroundMark x1="41252" y1="78281" x2="41573" y2="72344"/>
                          <a14:foregroundMark x1="41573" y1="67656" x2="41573" y2="65999"/>
                          <a14:foregroundMark x1="41252" y1="88281" x2="40931" y2="92344"/>
                          <a14:foregroundMark x1="40610" y1="92344" x2="36047" y2="92824"/>
                          <a14:backgroundMark x1="8828" y1="95156" x2="6902" y2="94063"/>
                          <a14:backgroundMark x1="39647" y1="63594" x2="38684" y2="62500"/>
                          <a14:backgroundMark x1="39326" y1="63281" x2="40770" y2="63281"/>
                          <a14:backgroundMark x1="40289" y1="64063" x2="41413" y2="64375"/>
                          <a14:backgroundMark x1="42055" y1="65625" x2="41252" y2="65000"/>
                          <a14:backgroundMark x1="41734" y1="65156" x2="41894" y2="65938"/>
                          <a14:backgroundMark x1="37079" y1="94844" x2="28571" y2="95000"/>
                          <a14:backgroundMark x1="36437" y1="94531" x2="38684" y2="94531"/>
                          <a14:backgroundMark x1="36918" y1="94063" x2="35474" y2="94219"/>
                          <a14:backgroundMark x1="8989" y1="94219" x2="8026" y2="94219"/>
                          <a14:backgroundMark x1="8668" y1="94844" x2="13162" y2="95000"/>
                          <a14:backgroundMark x1="12520" y1="94844" x2="17014" y2="94844"/>
                          <a14:backgroundMark x1="16212" y1="95156" x2="23435" y2="95313"/>
                          <a14:backgroundMark x1="23274" y1="94844" x2="28090" y2="946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rcRect l="1846" t="59175" r="51113" b="2018"/>
            <a:stretch/>
          </p:blipFill>
          <p:spPr>
            <a:xfrm>
              <a:off x="7401689" y="1716300"/>
              <a:ext cx="759143" cy="643351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89607B-C6FD-494A-AAB0-7B47955A73EE}"/>
              </a:ext>
            </a:extLst>
          </p:cNvPr>
          <p:cNvGrpSpPr/>
          <p:nvPr/>
        </p:nvGrpSpPr>
        <p:grpSpPr>
          <a:xfrm>
            <a:off x="6148936" y="2153962"/>
            <a:ext cx="632682" cy="632682"/>
            <a:chOff x="7332916" y="1625128"/>
            <a:chExt cx="858190" cy="85819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C7EECF7-1574-487C-86CE-EE5528D042BB}"/>
                </a:ext>
              </a:extLst>
            </p:cNvPr>
            <p:cNvSpPr/>
            <p:nvPr/>
          </p:nvSpPr>
          <p:spPr>
            <a:xfrm>
              <a:off x="7332916" y="1625128"/>
              <a:ext cx="858190" cy="8581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8AD19415-8BBE-4E74-96A6-02F3235914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62969" b="94531" l="6421" r="43981">
                          <a14:foregroundMark x1="15730" y1="77188" x2="23435" y2="74531"/>
                          <a14:foregroundMark x1="23435" y1="74531" x2="22472" y2="83594"/>
                          <a14:foregroundMark x1="22472" y1="83594" x2="35955" y2="71875"/>
                          <a14:foregroundMark x1="35955" y1="71875" x2="35955" y2="71719"/>
                          <a14:foregroundMark x1="20385" y1="78438" x2="20225" y2="78125"/>
                          <a14:foregroundMark x1="19422" y1="78906" x2="19583" y2="80469"/>
                          <a14:foregroundMark x1="25361" y1="83594" x2="24398" y2="84844"/>
                          <a14:foregroundMark x1="39165" y1="69531" x2="39165" y2="71094"/>
                          <a14:foregroundMark x1="19422" y1="91094" x2="24238" y2="90469"/>
                          <a14:foregroundMark x1="27127" y1="91719" x2="32584" y2="90781"/>
                          <a14:foregroundMark x1="40610" y1="71250" x2="40610" y2="71250"/>
                          <a14:foregroundMark x1="23917" y1="83906" x2="26324" y2="84063"/>
                          <a14:foregroundMark x1="40610" y1="73906" x2="40449" y2="77813"/>
                          <a14:foregroundMark x1="40931" y1="66406" x2="40861" y2="66136"/>
                          <a14:foregroundMark x1="40931" y1="66094" x2="41091" y2="67656"/>
                          <a14:foregroundMark x1="40770" y1="76719" x2="40770" y2="78750"/>
                          <a14:foregroundMark x1="40931" y1="88594" x2="40289" y2="84844"/>
                          <a14:foregroundMark x1="40770" y1="86719" x2="40289" y2="82656"/>
                          <a14:foregroundMark x1="40931" y1="84844" x2="40770" y2="82344"/>
                          <a14:foregroundMark x1="41252" y1="81719" x2="41252" y2="78438"/>
                          <a14:foregroundMark x1="41252" y1="67656" x2="40931" y2="78906"/>
                          <a14:foregroundMark x1="41252" y1="78281" x2="41573" y2="72344"/>
                          <a14:foregroundMark x1="41573" y1="67656" x2="41573" y2="65999"/>
                          <a14:foregroundMark x1="41252" y1="88281" x2="40931" y2="92344"/>
                          <a14:foregroundMark x1="40610" y1="92344" x2="36047" y2="92824"/>
                          <a14:backgroundMark x1="8828" y1="95156" x2="6902" y2="94063"/>
                          <a14:backgroundMark x1="39647" y1="63594" x2="38684" y2="62500"/>
                          <a14:backgroundMark x1="39326" y1="63281" x2="40770" y2="63281"/>
                          <a14:backgroundMark x1="40289" y1="64063" x2="41413" y2="64375"/>
                          <a14:backgroundMark x1="42055" y1="65625" x2="41252" y2="65000"/>
                          <a14:backgroundMark x1="41734" y1="65156" x2="41894" y2="65938"/>
                          <a14:backgroundMark x1="37079" y1="94844" x2="28571" y2="95000"/>
                          <a14:backgroundMark x1="36437" y1="94531" x2="38684" y2="94531"/>
                          <a14:backgroundMark x1="36918" y1="94063" x2="35474" y2="94219"/>
                          <a14:backgroundMark x1="8989" y1="94219" x2="8026" y2="94219"/>
                          <a14:backgroundMark x1="8668" y1="94844" x2="13162" y2="95000"/>
                          <a14:backgroundMark x1="12520" y1="94844" x2="17014" y2="94844"/>
                          <a14:backgroundMark x1="16212" y1="95156" x2="23435" y2="95313"/>
                          <a14:backgroundMark x1="23274" y1="94844" x2="28090" y2="946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rcRect l="1846" t="59175" r="51113" b="2018"/>
            <a:stretch/>
          </p:blipFill>
          <p:spPr>
            <a:xfrm>
              <a:off x="7401689" y="1716300"/>
              <a:ext cx="759143" cy="643351"/>
            </a:xfrm>
            <a:prstGeom prst="rect">
              <a:avLst/>
            </a:prstGeom>
          </p:spPr>
        </p:pic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DB25F2AB-3C73-4F59-9426-4D0AE2BFFC8C}"/>
              </a:ext>
            </a:extLst>
          </p:cNvPr>
          <p:cNvSpPr txBox="1"/>
          <p:nvPr/>
        </p:nvSpPr>
        <p:spPr>
          <a:xfrm>
            <a:off x="6875896" y="1677800"/>
            <a:ext cx="259219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IO Thread</a:t>
            </a:r>
            <a:endParaRPr lang="he-IL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6C64D67-C450-4F64-A9B4-5A0FB7B4FB98}"/>
              </a:ext>
            </a:extLst>
          </p:cNvPr>
          <p:cNvGrpSpPr/>
          <p:nvPr/>
        </p:nvGrpSpPr>
        <p:grpSpPr>
          <a:xfrm>
            <a:off x="6861690" y="3691081"/>
            <a:ext cx="929570" cy="1104745"/>
            <a:chOff x="2132016" y="1483215"/>
            <a:chExt cx="929570" cy="1104745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3F34EE5-4FF7-4528-83A6-803CB35626DA}"/>
                </a:ext>
              </a:extLst>
            </p:cNvPr>
            <p:cNvSpPr/>
            <p:nvPr/>
          </p:nvSpPr>
          <p:spPr>
            <a:xfrm>
              <a:off x="2132016" y="1483215"/>
              <a:ext cx="929570" cy="110474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135528A-1BDE-449C-99AD-07A992191281}"/>
                </a:ext>
              </a:extLst>
            </p:cNvPr>
            <p:cNvSpPr txBox="1"/>
            <p:nvPr/>
          </p:nvSpPr>
          <p:spPr>
            <a:xfrm>
              <a:off x="2170155" y="1489352"/>
              <a:ext cx="846901" cy="338554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600" dirty="0" err="1"/>
                <a:t>EncDec</a:t>
              </a:r>
              <a:endParaRPr lang="he-IL" sz="1600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F99A3A2-C6D4-49AD-A159-65A3514E44B9}"/>
              </a:ext>
            </a:extLst>
          </p:cNvPr>
          <p:cNvGrpSpPr/>
          <p:nvPr/>
        </p:nvGrpSpPr>
        <p:grpSpPr>
          <a:xfrm>
            <a:off x="5362984" y="3691081"/>
            <a:ext cx="980666" cy="1104745"/>
            <a:chOff x="2132016" y="1483215"/>
            <a:chExt cx="980666" cy="1104745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24B8F57-E728-48EB-8C76-F4443115D933}"/>
                </a:ext>
              </a:extLst>
            </p:cNvPr>
            <p:cNvSpPr/>
            <p:nvPr/>
          </p:nvSpPr>
          <p:spPr>
            <a:xfrm>
              <a:off x="2132016" y="1483215"/>
              <a:ext cx="980666" cy="110474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EF06DF3-0525-44DC-A881-4ADFE4BFBBC7}"/>
                </a:ext>
              </a:extLst>
            </p:cNvPr>
            <p:cNvSpPr txBox="1"/>
            <p:nvPr/>
          </p:nvSpPr>
          <p:spPr>
            <a:xfrm>
              <a:off x="2170155" y="1489352"/>
              <a:ext cx="891431" cy="338554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600" dirty="0"/>
                <a:t>Protocol</a:t>
              </a:r>
              <a:endParaRPr lang="he-IL" sz="1600" dirty="0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037BD7BF-FD9E-43BF-84E4-71F1461521FE}"/>
              </a:ext>
            </a:extLst>
          </p:cNvPr>
          <p:cNvSpPr/>
          <p:nvPr/>
        </p:nvSpPr>
        <p:spPr>
          <a:xfrm>
            <a:off x="5361959" y="4856244"/>
            <a:ext cx="2409094" cy="129195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88B6C9D-C2E2-470E-98FC-66853252B14A}"/>
              </a:ext>
            </a:extLst>
          </p:cNvPr>
          <p:cNvSpPr txBox="1"/>
          <p:nvPr/>
        </p:nvSpPr>
        <p:spPr>
          <a:xfrm>
            <a:off x="5401122" y="4859766"/>
            <a:ext cx="1310828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/>
              <a:t>Write Queue</a:t>
            </a:r>
            <a:endParaRPr lang="he-IL" sz="16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B7888C8-8FBB-4F83-97A5-4642F2E731AD}"/>
              </a:ext>
            </a:extLst>
          </p:cNvPr>
          <p:cNvSpPr/>
          <p:nvPr/>
        </p:nvSpPr>
        <p:spPr>
          <a:xfrm>
            <a:off x="5239592" y="2329784"/>
            <a:ext cx="758947" cy="1580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6F1E353-01AD-47E5-A9F9-79F69A8AA7B2}"/>
              </a:ext>
            </a:extLst>
          </p:cNvPr>
          <p:cNvSpPr/>
          <p:nvPr/>
        </p:nvSpPr>
        <p:spPr>
          <a:xfrm>
            <a:off x="5253400" y="2343686"/>
            <a:ext cx="91328" cy="1349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D6C44DA-689B-4186-A2B9-0676F5EA614F}"/>
              </a:ext>
            </a:extLst>
          </p:cNvPr>
          <p:cNvSpPr/>
          <p:nvPr/>
        </p:nvSpPr>
        <p:spPr>
          <a:xfrm>
            <a:off x="5350461" y="2343686"/>
            <a:ext cx="91328" cy="1349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876B915-05CA-4395-B1F9-3107AE11B1D5}"/>
              </a:ext>
            </a:extLst>
          </p:cNvPr>
          <p:cNvSpPr/>
          <p:nvPr/>
        </p:nvSpPr>
        <p:spPr>
          <a:xfrm>
            <a:off x="5448096" y="2343686"/>
            <a:ext cx="91328" cy="1349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07492E7-00A3-483F-B0D4-4F54CC6B7A60}"/>
              </a:ext>
            </a:extLst>
          </p:cNvPr>
          <p:cNvSpPr/>
          <p:nvPr/>
        </p:nvSpPr>
        <p:spPr>
          <a:xfrm>
            <a:off x="5547271" y="2343686"/>
            <a:ext cx="91328" cy="1349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3218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1" presetClass="exit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xit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 animBg="1"/>
      <p:bldP spid="52" grpId="0" animBg="1"/>
      <p:bldP spid="62" grpId="0" animBg="1"/>
      <p:bldP spid="6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5270F-4406-46BC-A07F-BB194462C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ActorThreadPool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4377E-C2A8-4091-9287-C6458A699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would happen if a client sent two messages M1 and M2 to the server?</a:t>
            </a:r>
          </a:p>
          <a:p>
            <a:r>
              <a:rPr lang="en-US" dirty="0"/>
              <a:t>The server would create two </a:t>
            </a:r>
            <a:r>
              <a:rPr lang="en-US" dirty="0" err="1"/>
              <a:t>runnables</a:t>
            </a:r>
            <a:r>
              <a:rPr lang="en-US" dirty="0"/>
              <a:t>, R1 and R2 for tokenization and processing of these messages.</a:t>
            </a:r>
          </a:p>
          <a:p>
            <a:r>
              <a:rPr lang="en-US" dirty="0"/>
              <a:t>If these </a:t>
            </a:r>
            <a:r>
              <a:rPr lang="en-US" dirty="0" err="1"/>
              <a:t>runnables</a:t>
            </a:r>
            <a:r>
              <a:rPr lang="en-US" dirty="0"/>
              <a:t> would be executed in a regular thread pool, R2 can be executed before R1.</a:t>
            </a:r>
          </a:p>
          <a:p>
            <a:r>
              <a:rPr lang="en-US" dirty="0"/>
              <a:t>We want a special thread pool, which would make sure that the tasks for each client would be performed in the right order.</a:t>
            </a:r>
          </a:p>
          <a:p>
            <a:r>
              <a:rPr lang="en-US" dirty="0"/>
              <a:t>This is the ActorThreadPool</a:t>
            </a:r>
          </a:p>
        </p:txBody>
      </p:sp>
    </p:spTree>
    <p:extLst>
      <p:ext uri="{BB962C8B-B14F-4D97-AF65-F5344CB8AC3E}">
        <p14:creationId xmlns:p14="http://schemas.microsoft.com/office/powerpoint/2010/main" val="586626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DDBB954-0E53-4C23-944D-7ADB7FF285AF}"/>
              </a:ext>
            </a:extLst>
          </p:cNvPr>
          <p:cNvSpPr/>
          <p:nvPr/>
        </p:nvSpPr>
        <p:spPr>
          <a:xfrm>
            <a:off x="1520792" y="911993"/>
            <a:ext cx="9076622" cy="50340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CA3B46-1067-47EA-A1CF-AB7D6DD362F1}"/>
              </a:ext>
            </a:extLst>
          </p:cNvPr>
          <p:cNvSpPr txBox="1"/>
          <p:nvPr/>
        </p:nvSpPr>
        <p:spPr>
          <a:xfrm>
            <a:off x="1790802" y="1049403"/>
            <a:ext cx="259219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Actor thread pool</a:t>
            </a:r>
            <a:endParaRPr lang="he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422209-5D4A-48E6-B6A7-5CF5A693FD3A}"/>
              </a:ext>
            </a:extLst>
          </p:cNvPr>
          <p:cNvSpPr/>
          <p:nvPr/>
        </p:nvSpPr>
        <p:spPr>
          <a:xfrm>
            <a:off x="5014556" y="1053816"/>
            <a:ext cx="5205869" cy="14228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8DDCEC-BC7A-4FC3-B0E7-BC5A30EE56E8}"/>
              </a:ext>
            </a:extLst>
          </p:cNvPr>
          <p:cNvSpPr txBox="1"/>
          <p:nvPr/>
        </p:nvSpPr>
        <p:spPr>
          <a:xfrm>
            <a:off x="6827674" y="1049403"/>
            <a:ext cx="259219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Internal thread pool</a:t>
            </a:r>
            <a:endParaRPr lang="he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FCE9E6-D1AF-44B4-88C7-07B2936B040C}"/>
              </a:ext>
            </a:extLst>
          </p:cNvPr>
          <p:cNvSpPr/>
          <p:nvPr/>
        </p:nvSpPr>
        <p:spPr>
          <a:xfrm>
            <a:off x="2029779" y="2636809"/>
            <a:ext cx="4066222" cy="10401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4FCDB2-3A28-4B00-A33E-2E550390E5F7}"/>
              </a:ext>
            </a:extLst>
          </p:cNvPr>
          <p:cNvSpPr txBox="1"/>
          <p:nvPr/>
        </p:nvSpPr>
        <p:spPr>
          <a:xfrm>
            <a:off x="1971575" y="2038592"/>
            <a:ext cx="259219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Actors (acts)</a:t>
            </a:r>
            <a:endParaRPr lang="he-I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F1D376-B8FE-46B1-8A7D-303B32A88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015134" y="1809707"/>
            <a:ext cx="456656" cy="666921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DE29266-C007-44F9-95E4-BB424954E7B0}"/>
              </a:ext>
            </a:extLst>
          </p:cNvPr>
          <p:cNvSpPr/>
          <p:nvPr/>
        </p:nvSpPr>
        <p:spPr>
          <a:xfrm>
            <a:off x="5544151" y="1623864"/>
            <a:ext cx="1029903" cy="70264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4F6753C-79BA-482A-A3AD-447B5D46C472}"/>
              </a:ext>
            </a:extLst>
          </p:cNvPr>
          <p:cNvSpPr/>
          <p:nvPr/>
        </p:nvSpPr>
        <p:spPr>
          <a:xfrm>
            <a:off x="7116820" y="1623864"/>
            <a:ext cx="1029903" cy="70264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339E841-C858-4A30-8DA3-67AA1943751C}"/>
              </a:ext>
            </a:extLst>
          </p:cNvPr>
          <p:cNvSpPr/>
          <p:nvPr/>
        </p:nvSpPr>
        <p:spPr>
          <a:xfrm>
            <a:off x="8786393" y="1622563"/>
            <a:ext cx="1029903" cy="70264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46B3CE2-736C-4764-92F7-CB242CBC057E}"/>
              </a:ext>
            </a:extLst>
          </p:cNvPr>
          <p:cNvSpPr/>
          <p:nvPr/>
        </p:nvSpPr>
        <p:spPr>
          <a:xfrm>
            <a:off x="7236920" y="2636809"/>
            <a:ext cx="2832378" cy="10401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5C5BD3-B1C6-4E4B-A02E-FBB626B9390A}"/>
              </a:ext>
            </a:extLst>
          </p:cNvPr>
          <p:cNvSpPr txBox="1"/>
          <p:nvPr/>
        </p:nvSpPr>
        <p:spPr>
          <a:xfrm>
            <a:off x="7280008" y="2620380"/>
            <a:ext cx="259219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err="1"/>
              <a:t>PlayingNow</a:t>
            </a:r>
            <a:endParaRPr lang="he-IL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9F33D7E-78C3-4BFA-B1EF-18D8A6453823}"/>
              </a:ext>
            </a:extLst>
          </p:cNvPr>
          <p:cNvSpPr/>
          <p:nvPr/>
        </p:nvSpPr>
        <p:spPr>
          <a:xfrm>
            <a:off x="9214739" y="4580559"/>
            <a:ext cx="558265" cy="55826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8391620-3131-4DA0-B382-86B90C723A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341100" y="4341472"/>
            <a:ext cx="470015" cy="94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770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3.7037E-7 L 0.10169 -0.2423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78" y="-121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81481E-6 L -0.27865 -0.41875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32" y="-209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DDBB954-0E53-4C23-944D-7ADB7FF285AF}"/>
              </a:ext>
            </a:extLst>
          </p:cNvPr>
          <p:cNvSpPr/>
          <p:nvPr/>
        </p:nvSpPr>
        <p:spPr>
          <a:xfrm>
            <a:off x="1520792" y="911993"/>
            <a:ext cx="9076622" cy="50340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CA3B46-1067-47EA-A1CF-AB7D6DD362F1}"/>
              </a:ext>
            </a:extLst>
          </p:cNvPr>
          <p:cNvSpPr txBox="1"/>
          <p:nvPr/>
        </p:nvSpPr>
        <p:spPr>
          <a:xfrm>
            <a:off x="1790802" y="1049403"/>
            <a:ext cx="259219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Actor thread pool</a:t>
            </a:r>
            <a:endParaRPr lang="he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422209-5D4A-48E6-B6A7-5CF5A693FD3A}"/>
              </a:ext>
            </a:extLst>
          </p:cNvPr>
          <p:cNvSpPr/>
          <p:nvPr/>
        </p:nvSpPr>
        <p:spPr>
          <a:xfrm>
            <a:off x="5014556" y="1053816"/>
            <a:ext cx="5205869" cy="14228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8DDCEC-BC7A-4FC3-B0E7-BC5A30EE56E8}"/>
              </a:ext>
            </a:extLst>
          </p:cNvPr>
          <p:cNvSpPr txBox="1"/>
          <p:nvPr/>
        </p:nvSpPr>
        <p:spPr>
          <a:xfrm>
            <a:off x="6827674" y="1049403"/>
            <a:ext cx="259219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Internal thread pool</a:t>
            </a:r>
            <a:endParaRPr lang="he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FCE9E6-D1AF-44B4-88C7-07B2936B040C}"/>
              </a:ext>
            </a:extLst>
          </p:cNvPr>
          <p:cNvSpPr/>
          <p:nvPr/>
        </p:nvSpPr>
        <p:spPr>
          <a:xfrm>
            <a:off x="2029779" y="2636809"/>
            <a:ext cx="4066222" cy="10401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4FCDB2-3A28-4B00-A33E-2E550390E5F7}"/>
              </a:ext>
            </a:extLst>
          </p:cNvPr>
          <p:cNvSpPr txBox="1"/>
          <p:nvPr/>
        </p:nvSpPr>
        <p:spPr>
          <a:xfrm>
            <a:off x="1971575" y="2038592"/>
            <a:ext cx="259219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Actors (acts)</a:t>
            </a:r>
            <a:endParaRPr lang="he-I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F1D376-B8FE-46B1-8A7D-303B32A88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015134" y="1809707"/>
            <a:ext cx="456656" cy="666921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DE29266-C007-44F9-95E4-BB424954E7B0}"/>
              </a:ext>
            </a:extLst>
          </p:cNvPr>
          <p:cNvSpPr/>
          <p:nvPr/>
        </p:nvSpPr>
        <p:spPr>
          <a:xfrm>
            <a:off x="5544151" y="1623864"/>
            <a:ext cx="1029903" cy="70264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4F6753C-79BA-482A-A3AD-447B5D46C472}"/>
              </a:ext>
            </a:extLst>
          </p:cNvPr>
          <p:cNvSpPr/>
          <p:nvPr/>
        </p:nvSpPr>
        <p:spPr>
          <a:xfrm>
            <a:off x="7116820" y="1623864"/>
            <a:ext cx="1029903" cy="70264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339E841-C858-4A30-8DA3-67AA1943751C}"/>
              </a:ext>
            </a:extLst>
          </p:cNvPr>
          <p:cNvSpPr/>
          <p:nvPr/>
        </p:nvSpPr>
        <p:spPr>
          <a:xfrm>
            <a:off x="8786393" y="1622563"/>
            <a:ext cx="1029903" cy="70264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46B3CE2-736C-4764-92F7-CB242CBC057E}"/>
              </a:ext>
            </a:extLst>
          </p:cNvPr>
          <p:cNvSpPr/>
          <p:nvPr/>
        </p:nvSpPr>
        <p:spPr>
          <a:xfrm>
            <a:off x="7236920" y="2636809"/>
            <a:ext cx="2832378" cy="10401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5C5BD3-B1C6-4E4B-A02E-FBB626B9390A}"/>
              </a:ext>
            </a:extLst>
          </p:cNvPr>
          <p:cNvSpPr txBox="1"/>
          <p:nvPr/>
        </p:nvSpPr>
        <p:spPr>
          <a:xfrm>
            <a:off x="7280008" y="2620380"/>
            <a:ext cx="259219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err="1"/>
              <a:t>PlayingNow</a:t>
            </a:r>
            <a:endParaRPr lang="he-IL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8391620-3131-4DA0-B382-86B90C723A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341100" y="4341472"/>
            <a:ext cx="470015" cy="94003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8EBC51C-3AC1-4D67-8644-B26E75C5D6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576441" y="2683060"/>
            <a:ext cx="470015" cy="940030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EAD48371-7079-4679-BE74-21F2D26B3D7C}"/>
              </a:ext>
            </a:extLst>
          </p:cNvPr>
          <p:cNvSpPr/>
          <p:nvPr/>
        </p:nvSpPr>
        <p:spPr>
          <a:xfrm>
            <a:off x="5818469" y="1709696"/>
            <a:ext cx="558265" cy="55826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6860AB6-CC5C-4DAD-996F-A337FAF155C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017691" y="1809706"/>
            <a:ext cx="456656" cy="666921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8CFDBFB-5711-4906-8F28-7FFD7E7353FD}"/>
              </a:ext>
            </a:extLst>
          </p:cNvPr>
          <p:cNvCxnSpPr/>
          <p:nvPr/>
        </p:nvCxnSpPr>
        <p:spPr>
          <a:xfrm>
            <a:off x="2435559" y="3716203"/>
            <a:ext cx="0" cy="4426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9B8EE1BF-E51F-4740-BA16-5F582193F29C}"/>
              </a:ext>
            </a:extLst>
          </p:cNvPr>
          <p:cNvSpPr/>
          <p:nvPr/>
        </p:nvSpPr>
        <p:spPr>
          <a:xfrm>
            <a:off x="2049029" y="4158848"/>
            <a:ext cx="818143" cy="16312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9F33D7E-78C3-4BFA-B1EF-18D8A6453823}"/>
              </a:ext>
            </a:extLst>
          </p:cNvPr>
          <p:cNvSpPr/>
          <p:nvPr/>
        </p:nvSpPr>
        <p:spPr>
          <a:xfrm>
            <a:off x="9214739" y="4580559"/>
            <a:ext cx="558265" cy="558265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38498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3.7037E-7 L -0.50365 -0.2423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182" y="-121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81481E-6 L -0.57891 -0.05162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945" y="-2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2" grpId="0" animBg="1"/>
      <p:bldP spid="22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DDBB954-0E53-4C23-944D-7ADB7FF285AF}"/>
              </a:ext>
            </a:extLst>
          </p:cNvPr>
          <p:cNvSpPr/>
          <p:nvPr/>
        </p:nvSpPr>
        <p:spPr>
          <a:xfrm>
            <a:off x="1520792" y="911993"/>
            <a:ext cx="9076622" cy="50340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CA3B46-1067-47EA-A1CF-AB7D6DD362F1}"/>
              </a:ext>
            </a:extLst>
          </p:cNvPr>
          <p:cNvSpPr txBox="1"/>
          <p:nvPr/>
        </p:nvSpPr>
        <p:spPr>
          <a:xfrm>
            <a:off x="1790802" y="1049403"/>
            <a:ext cx="259219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Actor thread pool</a:t>
            </a:r>
            <a:endParaRPr lang="he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422209-5D4A-48E6-B6A7-5CF5A693FD3A}"/>
              </a:ext>
            </a:extLst>
          </p:cNvPr>
          <p:cNvSpPr/>
          <p:nvPr/>
        </p:nvSpPr>
        <p:spPr>
          <a:xfrm>
            <a:off x="5014556" y="1053816"/>
            <a:ext cx="5205869" cy="14228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8DDCEC-BC7A-4FC3-B0E7-BC5A30EE56E8}"/>
              </a:ext>
            </a:extLst>
          </p:cNvPr>
          <p:cNvSpPr txBox="1"/>
          <p:nvPr/>
        </p:nvSpPr>
        <p:spPr>
          <a:xfrm>
            <a:off x="6827674" y="1049403"/>
            <a:ext cx="259219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Internal thread pool</a:t>
            </a:r>
            <a:endParaRPr lang="he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FCE9E6-D1AF-44B4-88C7-07B2936B040C}"/>
              </a:ext>
            </a:extLst>
          </p:cNvPr>
          <p:cNvSpPr/>
          <p:nvPr/>
        </p:nvSpPr>
        <p:spPr>
          <a:xfrm>
            <a:off x="2029779" y="2636809"/>
            <a:ext cx="4066222" cy="10401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4FCDB2-3A28-4B00-A33E-2E550390E5F7}"/>
              </a:ext>
            </a:extLst>
          </p:cNvPr>
          <p:cNvSpPr txBox="1"/>
          <p:nvPr/>
        </p:nvSpPr>
        <p:spPr>
          <a:xfrm>
            <a:off x="1971575" y="2038592"/>
            <a:ext cx="259219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Actors (acts)</a:t>
            </a:r>
            <a:endParaRPr lang="he-I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F1D376-B8FE-46B1-8A7D-303B32A88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015134" y="1809707"/>
            <a:ext cx="456656" cy="666921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DE29266-C007-44F9-95E4-BB424954E7B0}"/>
              </a:ext>
            </a:extLst>
          </p:cNvPr>
          <p:cNvSpPr/>
          <p:nvPr/>
        </p:nvSpPr>
        <p:spPr>
          <a:xfrm>
            <a:off x="5544151" y="1623864"/>
            <a:ext cx="1029903" cy="70264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4F6753C-79BA-482A-A3AD-447B5D46C472}"/>
              </a:ext>
            </a:extLst>
          </p:cNvPr>
          <p:cNvSpPr/>
          <p:nvPr/>
        </p:nvSpPr>
        <p:spPr>
          <a:xfrm>
            <a:off x="7116820" y="1623864"/>
            <a:ext cx="1029903" cy="70264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339E841-C858-4A30-8DA3-67AA1943751C}"/>
              </a:ext>
            </a:extLst>
          </p:cNvPr>
          <p:cNvSpPr/>
          <p:nvPr/>
        </p:nvSpPr>
        <p:spPr>
          <a:xfrm>
            <a:off x="8786393" y="1622563"/>
            <a:ext cx="1029903" cy="70264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46B3CE2-736C-4764-92F7-CB242CBC057E}"/>
              </a:ext>
            </a:extLst>
          </p:cNvPr>
          <p:cNvSpPr/>
          <p:nvPr/>
        </p:nvSpPr>
        <p:spPr>
          <a:xfrm>
            <a:off x="7236920" y="2636809"/>
            <a:ext cx="2832378" cy="10401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5C5BD3-B1C6-4E4B-A02E-FBB626B9390A}"/>
              </a:ext>
            </a:extLst>
          </p:cNvPr>
          <p:cNvSpPr txBox="1"/>
          <p:nvPr/>
        </p:nvSpPr>
        <p:spPr>
          <a:xfrm>
            <a:off x="7280008" y="2620380"/>
            <a:ext cx="259219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err="1"/>
              <a:t>PlayingNow</a:t>
            </a:r>
            <a:endParaRPr lang="he-IL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8391620-3131-4DA0-B382-86B90C723A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341100" y="4341472"/>
            <a:ext cx="470015" cy="94003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8EBC51C-3AC1-4D67-8644-B26E75C5D6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576441" y="2683060"/>
            <a:ext cx="470015" cy="940030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EAD48371-7079-4679-BE74-21F2D26B3D7C}"/>
              </a:ext>
            </a:extLst>
          </p:cNvPr>
          <p:cNvSpPr/>
          <p:nvPr/>
        </p:nvSpPr>
        <p:spPr>
          <a:xfrm>
            <a:off x="5818469" y="1709696"/>
            <a:ext cx="558265" cy="55826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2E04350-9674-4648-AC32-6D2613A750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198579" y="2673536"/>
            <a:ext cx="470015" cy="940030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8CFDBFB-5711-4906-8F28-7FFD7E7353FD}"/>
              </a:ext>
            </a:extLst>
          </p:cNvPr>
          <p:cNvCxnSpPr/>
          <p:nvPr/>
        </p:nvCxnSpPr>
        <p:spPr>
          <a:xfrm>
            <a:off x="2435559" y="3716203"/>
            <a:ext cx="0" cy="4426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9B8EE1BF-E51F-4740-BA16-5F582193F29C}"/>
              </a:ext>
            </a:extLst>
          </p:cNvPr>
          <p:cNvSpPr/>
          <p:nvPr/>
        </p:nvSpPr>
        <p:spPr>
          <a:xfrm>
            <a:off x="2049029" y="4158848"/>
            <a:ext cx="818143" cy="16312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9CBA5C1-58C8-4C52-9772-3CF98191EC1F}"/>
              </a:ext>
            </a:extLst>
          </p:cNvPr>
          <p:cNvSpPr/>
          <p:nvPr/>
        </p:nvSpPr>
        <p:spPr>
          <a:xfrm>
            <a:off x="2160428" y="4234702"/>
            <a:ext cx="558265" cy="55826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9F33D7E-78C3-4BFA-B1EF-18D8A6453823}"/>
              </a:ext>
            </a:extLst>
          </p:cNvPr>
          <p:cNvSpPr/>
          <p:nvPr/>
        </p:nvSpPr>
        <p:spPr>
          <a:xfrm>
            <a:off x="9214739" y="4580559"/>
            <a:ext cx="558265" cy="55826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83793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81481E-6 L -0.57891 0.04075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945" y="20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DDBB954-0E53-4C23-944D-7ADB7FF285AF}"/>
              </a:ext>
            </a:extLst>
          </p:cNvPr>
          <p:cNvSpPr/>
          <p:nvPr/>
        </p:nvSpPr>
        <p:spPr>
          <a:xfrm>
            <a:off x="1520792" y="911993"/>
            <a:ext cx="9076622" cy="50340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CA3B46-1067-47EA-A1CF-AB7D6DD362F1}"/>
              </a:ext>
            </a:extLst>
          </p:cNvPr>
          <p:cNvSpPr txBox="1"/>
          <p:nvPr/>
        </p:nvSpPr>
        <p:spPr>
          <a:xfrm>
            <a:off x="1790802" y="1049403"/>
            <a:ext cx="259219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Actor thread pool</a:t>
            </a:r>
            <a:endParaRPr lang="he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422209-5D4A-48E6-B6A7-5CF5A693FD3A}"/>
              </a:ext>
            </a:extLst>
          </p:cNvPr>
          <p:cNvSpPr/>
          <p:nvPr/>
        </p:nvSpPr>
        <p:spPr>
          <a:xfrm>
            <a:off x="5014556" y="1053816"/>
            <a:ext cx="5205869" cy="14228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8DDCEC-BC7A-4FC3-B0E7-BC5A30EE56E8}"/>
              </a:ext>
            </a:extLst>
          </p:cNvPr>
          <p:cNvSpPr txBox="1"/>
          <p:nvPr/>
        </p:nvSpPr>
        <p:spPr>
          <a:xfrm>
            <a:off x="6827674" y="1049403"/>
            <a:ext cx="259219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Internal thread pool</a:t>
            </a:r>
            <a:endParaRPr lang="he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FCE9E6-D1AF-44B4-88C7-07B2936B040C}"/>
              </a:ext>
            </a:extLst>
          </p:cNvPr>
          <p:cNvSpPr/>
          <p:nvPr/>
        </p:nvSpPr>
        <p:spPr>
          <a:xfrm>
            <a:off x="2029779" y="2636809"/>
            <a:ext cx="4066222" cy="10401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4FCDB2-3A28-4B00-A33E-2E550390E5F7}"/>
              </a:ext>
            </a:extLst>
          </p:cNvPr>
          <p:cNvSpPr txBox="1"/>
          <p:nvPr/>
        </p:nvSpPr>
        <p:spPr>
          <a:xfrm>
            <a:off x="1971575" y="2038592"/>
            <a:ext cx="259219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Actors (acts)</a:t>
            </a:r>
            <a:endParaRPr lang="he-I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F1D376-B8FE-46B1-8A7D-303B32A88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015134" y="1809707"/>
            <a:ext cx="456656" cy="666921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DE29266-C007-44F9-95E4-BB424954E7B0}"/>
              </a:ext>
            </a:extLst>
          </p:cNvPr>
          <p:cNvSpPr/>
          <p:nvPr/>
        </p:nvSpPr>
        <p:spPr>
          <a:xfrm>
            <a:off x="5544151" y="1623864"/>
            <a:ext cx="1029903" cy="70264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4F6753C-79BA-482A-A3AD-447B5D46C472}"/>
              </a:ext>
            </a:extLst>
          </p:cNvPr>
          <p:cNvSpPr/>
          <p:nvPr/>
        </p:nvSpPr>
        <p:spPr>
          <a:xfrm>
            <a:off x="7116820" y="1623864"/>
            <a:ext cx="1029903" cy="70264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339E841-C858-4A30-8DA3-67AA1943751C}"/>
              </a:ext>
            </a:extLst>
          </p:cNvPr>
          <p:cNvSpPr/>
          <p:nvPr/>
        </p:nvSpPr>
        <p:spPr>
          <a:xfrm>
            <a:off x="8786393" y="1622563"/>
            <a:ext cx="1029903" cy="70264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46B3CE2-736C-4764-92F7-CB242CBC057E}"/>
              </a:ext>
            </a:extLst>
          </p:cNvPr>
          <p:cNvSpPr/>
          <p:nvPr/>
        </p:nvSpPr>
        <p:spPr>
          <a:xfrm>
            <a:off x="7236920" y="2636809"/>
            <a:ext cx="2832378" cy="10401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5C5BD3-B1C6-4E4B-A02E-FBB626B9390A}"/>
              </a:ext>
            </a:extLst>
          </p:cNvPr>
          <p:cNvSpPr txBox="1"/>
          <p:nvPr/>
        </p:nvSpPr>
        <p:spPr>
          <a:xfrm>
            <a:off x="7280008" y="2620380"/>
            <a:ext cx="259219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err="1"/>
              <a:t>PlayingNow</a:t>
            </a:r>
            <a:endParaRPr lang="he-IL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9F33D7E-78C3-4BFA-B1EF-18D8A6453823}"/>
              </a:ext>
            </a:extLst>
          </p:cNvPr>
          <p:cNvSpPr/>
          <p:nvPr/>
        </p:nvSpPr>
        <p:spPr>
          <a:xfrm>
            <a:off x="9214739" y="4580559"/>
            <a:ext cx="558265" cy="55826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8EBC51C-3AC1-4D67-8644-B26E75C5D6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576441" y="2683060"/>
            <a:ext cx="470015" cy="940030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EAD48371-7079-4679-BE74-21F2D26B3D7C}"/>
              </a:ext>
            </a:extLst>
          </p:cNvPr>
          <p:cNvSpPr/>
          <p:nvPr/>
        </p:nvSpPr>
        <p:spPr>
          <a:xfrm>
            <a:off x="5818469" y="1709696"/>
            <a:ext cx="558265" cy="55826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2E04350-9674-4648-AC32-6D2613A750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198579" y="2673536"/>
            <a:ext cx="470015" cy="940030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8CFDBFB-5711-4906-8F28-7FFD7E7353FD}"/>
              </a:ext>
            </a:extLst>
          </p:cNvPr>
          <p:cNvCxnSpPr/>
          <p:nvPr/>
        </p:nvCxnSpPr>
        <p:spPr>
          <a:xfrm>
            <a:off x="2435559" y="3716203"/>
            <a:ext cx="0" cy="4426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9B8EE1BF-E51F-4740-BA16-5F582193F29C}"/>
              </a:ext>
            </a:extLst>
          </p:cNvPr>
          <p:cNvSpPr/>
          <p:nvPr/>
        </p:nvSpPr>
        <p:spPr>
          <a:xfrm>
            <a:off x="2049029" y="4158848"/>
            <a:ext cx="818143" cy="16312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9CBA5C1-58C8-4C52-9772-3CF98191EC1F}"/>
              </a:ext>
            </a:extLst>
          </p:cNvPr>
          <p:cNvSpPr/>
          <p:nvPr/>
        </p:nvSpPr>
        <p:spPr>
          <a:xfrm>
            <a:off x="2160428" y="4234702"/>
            <a:ext cx="558265" cy="55826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1BA11EA-3124-4EBC-8CE4-C2FC06828927}"/>
              </a:ext>
            </a:extLst>
          </p:cNvPr>
          <p:cNvSpPr/>
          <p:nvPr/>
        </p:nvSpPr>
        <p:spPr>
          <a:xfrm>
            <a:off x="2160428" y="4869854"/>
            <a:ext cx="558265" cy="55826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E0DA683-67E0-4E29-A70A-5702974D8B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8106092" y="4263049"/>
            <a:ext cx="470015" cy="94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834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3.7037E-6 L 0.0698 -0.23079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90" y="-115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81481E-6 L -0.15183 -0.41875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591" y="-209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DDBB954-0E53-4C23-944D-7ADB7FF285AF}"/>
              </a:ext>
            </a:extLst>
          </p:cNvPr>
          <p:cNvSpPr/>
          <p:nvPr/>
        </p:nvSpPr>
        <p:spPr>
          <a:xfrm>
            <a:off x="1520792" y="911993"/>
            <a:ext cx="9076622" cy="50340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CA3B46-1067-47EA-A1CF-AB7D6DD362F1}"/>
              </a:ext>
            </a:extLst>
          </p:cNvPr>
          <p:cNvSpPr txBox="1"/>
          <p:nvPr/>
        </p:nvSpPr>
        <p:spPr>
          <a:xfrm>
            <a:off x="1790802" y="1049403"/>
            <a:ext cx="259219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Actor thread pool</a:t>
            </a:r>
            <a:endParaRPr lang="he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422209-5D4A-48E6-B6A7-5CF5A693FD3A}"/>
              </a:ext>
            </a:extLst>
          </p:cNvPr>
          <p:cNvSpPr/>
          <p:nvPr/>
        </p:nvSpPr>
        <p:spPr>
          <a:xfrm>
            <a:off x="5014556" y="1053816"/>
            <a:ext cx="5205869" cy="14228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8DDCEC-BC7A-4FC3-B0E7-BC5A30EE56E8}"/>
              </a:ext>
            </a:extLst>
          </p:cNvPr>
          <p:cNvSpPr txBox="1"/>
          <p:nvPr/>
        </p:nvSpPr>
        <p:spPr>
          <a:xfrm>
            <a:off x="6827674" y="1049403"/>
            <a:ext cx="259219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Internal thread pool</a:t>
            </a:r>
            <a:endParaRPr lang="he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FCE9E6-D1AF-44B4-88C7-07B2936B040C}"/>
              </a:ext>
            </a:extLst>
          </p:cNvPr>
          <p:cNvSpPr/>
          <p:nvPr/>
        </p:nvSpPr>
        <p:spPr>
          <a:xfrm>
            <a:off x="2029779" y="2636809"/>
            <a:ext cx="4066222" cy="10401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4FCDB2-3A28-4B00-A33E-2E550390E5F7}"/>
              </a:ext>
            </a:extLst>
          </p:cNvPr>
          <p:cNvSpPr txBox="1"/>
          <p:nvPr/>
        </p:nvSpPr>
        <p:spPr>
          <a:xfrm>
            <a:off x="1971575" y="2038592"/>
            <a:ext cx="259219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Actors (acts)</a:t>
            </a:r>
            <a:endParaRPr lang="he-I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F1D376-B8FE-46B1-8A7D-303B32A88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015134" y="1809707"/>
            <a:ext cx="456656" cy="666921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DE29266-C007-44F9-95E4-BB424954E7B0}"/>
              </a:ext>
            </a:extLst>
          </p:cNvPr>
          <p:cNvSpPr/>
          <p:nvPr/>
        </p:nvSpPr>
        <p:spPr>
          <a:xfrm>
            <a:off x="5544151" y="1623864"/>
            <a:ext cx="1029903" cy="70264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4F6753C-79BA-482A-A3AD-447B5D46C472}"/>
              </a:ext>
            </a:extLst>
          </p:cNvPr>
          <p:cNvSpPr/>
          <p:nvPr/>
        </p:nvSpPr>
        <p:spPr>
          <a:xfrm>
            <a:off x="7116820" y="1623864"/>
            <a:ext cx="1029903" cy="70264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339E841-C858-4A30-8DA3-67AA1943751C}"/>
              </a:ext>
            </a:extLst>
          </p:cNvPr>
          <p:cNvSpPr/>
          <p:nvPr/>
        </p:nvSpPr>
        <p:spPr>
          <a:xfrm>
            <a:off x="8786393" y="1622563"/>
            <a:ext cx="1029903" cy="70264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46B3CE2-736C-4764-92F7-CB242CBC057E}"/>
              </a:ext>
            </a:extLst>
          </p:cNvPr>
          <p:cNvSpPr/>
          <p:nvPr/>
        </p:nvSpPr>
        <p:spPr>
          <a:xfrm>
            <a:off x="7236920" y="2636809"/>
            <a:ext cx="2832378" cy="10401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5C5BD3-B1C6-4E4B-A02E-FBB626B9390A}"/>
              </a:ext>
            </a:extLst>
          </p:cNvPr>
          <p:cNvSpPr txBox="1"/>
          <p:nvPr/>
        </p:nvSpPr>
        <p:spPr>
          <a:xfrm>
            <a:off x="7280008" y="2620380"/>
            <a:ext cx="259219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err="1"/>
              <a:t>PlayingNow</a:t>
            </a:r>
            <a:endParaRPr lang="he-IL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9F33D7E-78C3-4BFA-B1EF-18D8A6453823}"/>
              </a:ext>
            </a:extLst>
          </p:cNvPr>
          <p:cNvSpPr/>
          <p:nvPr/>
        </p:nvSpPr>
        <p:spPr>
          <a:xfrm>
            <a:off x="7345504" y="1702363"/>
            <a:ext cx="558265" cy="55826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8EBC51C-3AC1-4D67-8644-B26E75C5D6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576441" y="2683060"/>
            <a:ext cx="470015" cy="940030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EAD48371-7079-4679-BE74-21F2D26B3D7C}"/>
              </a:ext>
            </a:extLst>
          </p:cNvPr>
          <p:cNvSpPr/>
          <p:nvPr/>
        </p:nvSpPr>
        <p:spPr>
          <a:xfrm>
            <a:off x="5818469" y="1709696"/>
            <a:ext cx="558265" cy="55826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2E04350-9674-4648-AC32-6D2613A750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198579" y="2673536"/>
            <a:ext cx="470015" cy="940030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8CFDBFB-5711-4906-8F28-7FFD7E7353FD}"/>
              </a:ext>
            </a:extLst>
          </p:cNvPr>
          <p:cNvCxnSpPr/>
          <p:nvPr/>
        </p:nvCxnSpPr>
        <p:spPr>
          <a:xfrm>
            <a:off x="2435559" y="3716203"/>
            <a:ext cx="0" cy="4426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9B8EE1BF-E51F-4740-BA16-5F582193F29C}"/>
              </a:ext>
            </a:extLst>
          </p:cNvPr>
          <p:cNvSpPr/>
          <p:nvPr/>
        </p:nvSpPr>
        <p:spPr>
          <a:xfrm>
            <a:off x="2049029" y="4158848"/>
            <a:ext cx="818143" cy="16312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1BA11EA-3124-4EBC-8CE4-C2FC06828927}"/>
              </a:ext>
            </a:extLst>
          </p:cNvPr>
          <p:cNvSpPr/>
          <p:nvPr/>
        </p:nvSpPr>
        <p:spPr>
          <a:xfrm>
            <a:off x="2160428" y="4869854"/>
            <a:ext cx="558265" cy="55826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E0DA683-67E0-4E29-A70A-5702974D8B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8943981" y="2673435"/>
            <a:ext cx="470015" cy="940030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29CBA5C1-58C8-4C52-9772-3CF98191EC1F}"/>
              </a:ext>
            </a:extLst>
          </p:cNvPr>
          <p:cNvSpPr/>
          <p:nvPr/>
        </p:nvSpPr>
        <p:spPr>
          <a:xfrm>
            <a:off x="2160428" y="4234702"/>
            <a:ext cx="558265" cy="55826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02010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1.85185E-6 L 0.56328 -0.36829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164" y="-18426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4.44444E-6 L 4.16667E-7 -0.09259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46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0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61A77-3273-36B2-6A68-1FC0BA728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Read-write 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C1790-F12E-7E06-36C4-6F6B8BBB5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</a:t>
            </a:r>
            <a:r>
              <a:rPr lang="en-GB" b="1" dirty="0" err="1"/>
              <a:t>ReadWriteLock</a:t>
            </a:r>
            <a:r>
              <a:rPr lang="en-GB" dirty="0"/>
              <a:t> is a concurrency utility in Java.</a:t>
            </a:r>
          </a:p>
          <a:p>
            <a:r>
              <a:rPr lang="en-GB" dirty="0"/>
              <a:t>It allows multiple threads to read a shared resource simultaneously, while ensuring that write access is exclusive.</a:t>
            </a:r>
          </a:p>
          <a:p>
            <a:endParaRPr lang="en-GB" dirty="0"/>
          </a:p>
          <a:p>
            <a:r>
              <a:rPr lang="en-GB" b="1" dirty="0"/>
              <a:t>Read Lock</a:t>
            </a:r>
            <a:r>
              <a:rPr lang="en-GB" dirty="0"/>
              <a:t>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Multiple threads can acquire the read lock simultaneously.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Ensures no thread holds the write lock while reading.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Used for non-modifying operations (e.g., fetching data).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61908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6F5C0-9ED4-B64E-F2CB-969DD001E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9C918-F627-0CF6-D27E-1EF4EC850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Read-write 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00983-850F-9403-346B-83C90BD57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Write Lock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Only one thread can acquire the write lock at a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Blocks all readers and writers.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Used for modifying operations (e.g., updating data).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7001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93.73827"/>
  <p:tag name="LATEXADDIN" val="\documentclass{article}&#10;\usepackage{amsmath}&#10;\pagestyle{empty}&#10;\begin{document}&#10;&#10;$e_{1}$&#10;&#10;&#10;\end{document}"/>
  <p:tag name="IGUANATEXSIZE" val="18"/>
  <p:tag name="IGUANATEXCURSOR" val="8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96.73788"/>
  <p:tag name="LATEXADDIN" val="\documentclass{article}&#10;\usepackage{amsmath}&#10;\pagestyle{empty}&#10;\begin{document}&#10;&#10;&#10;$e_{2}$&#10;&#10;\end{document}"/>
  <p:tag name="IGUANATEXSIZE" val="20"/>
  <p:tag name="IGUANATEXCURSOR" val="8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97.48779"/>
  <p:tag name="LATEXADDIN" val="\documentclass{article}&#10;\usepackage{amsmath}&#10;\pagestyle{empty}&#10;\begin{document}&#10;&#10;&#10;$e_{3}$&#10;&#10;\end{document}"/>
  <p:tag name="IGUANATEXSIZE" val="20"/>
  <p:tag name="IGUANATEXCURSOR" val="8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98.98764"/>
  <p:tag name="LATEXADDIN" val="\documentclass{article}&#10;\usepackage{amsmath}&#10;\pagestyle{empty}&#10;\begin{document}&#10;&#10;&#10;$e_{4}$&#10;&#10;\end{document}"/>
  <p:tag name="IGUANATEXSIZE" val="20"/>
  <p:tag name="IGUANATEXCURSOR" val="8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96.73788"/>
  <p:tag name="LATEXADDIN" val="\documentclass{article}&#10;\usepackage{amsmath}&#10;\pagestyle{empty}&#10;\begin{document}&#10;&#10;&#10;$e_{5}$&#10;&#10;\end{document}"/>
  <p:tag name="IGUANATEXSIZE" val="20"/>
  <p:tag name="IGUANATEXCURSOR" val="8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97.48779"/>
  <p:tag name="LATEXADDIN" val="\documentclass{article}&#10;\usepackage{amsmath}&#10;\pagestyle{empty}&#10;\begin{document}&#10;&#10;&#10;$e_{6}$&#10;&#10;\end{document}"/>
  <p:tag name="IGUANATEXSIZE" val="20"/>
  <p:tag name="IGUANATEXCURSOR" val="8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00.4874"/>
  <p:tag name="LATEXADDIN" val="\documentclass{article}&#10;\usepackage{amsmath}&#10;\pagestyle{empty}&#10;\begin{document}&#10;&#10;&#10;$e_{7}$&#10;&#10;\end{document}"/>
  <p:tag name="IGUANATEXSIZE" val="20"/>
  <p:tag name="IGUANATEXCURSOR" val="8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97.48779"/>
  <p:tag name="LATEXADDIN" val="\documentclass{article}&#10;\usepackage{amsmath}&#10;\pagestyle{empty}&#10;\begin{document}&#10;&#10;&#10;$e_{8}$&#10;&#10;\end{document}"/>
  <p:tag name="IGUANATEXSIZE" val="20"/>
  <p:tag name="IGUANATEXCURSOR" val="8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.24299"/>
  <p:tag name="ORIGINALWIDTH" val="48.74394"/>
  <p:tag name="LATEXADDIN" val="\documentclass{article}&#10;\usepackage{amsmath}&#10;\pagestyle{empty}&#10;\begin{document}&#10;&#10;&#10;$e$&#10;&#10;\end{document}"/>
  <p:tag name="IGUANATEXSIZE" val="20"/>
  <p:tag name="IGUANATEXCURSOR" val="8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93.73827"/>
  <p:tag name="LATEXADDIN" val="\documentclass{article}&#10;\usepackage{amsmath}&#10;\pagestyle{empty}&#10;\begin{document}&#10;&#10;$e_{1}$&#10;&#10;&#10;\end{document}"/>
  <p:tag name="IGUANATEXSIZE" val="18"/>
  <p:tag name="IGUANATEXCURSOR" val="8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1.2373"/>
  <p:tag name="ORIGINALWIDTH" val="326.9591"/>
  <p:tag name="LATEXADDIN" val="\documentclass{article}&#10;\usepackage{amsmath}&#10;\pagestyle{empty}&#10;\begin{document}&#10;&#10;&#10;$e_{1}=1$&#10;&#10;\end{document}"/>
  <p:tag name="IGUANATEXSIZE" val="28"/>
  <p:tag name="IGUANATEXCURSOR" val="9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157.105"/>
  <p:tag name="LATEXADDIN" val="\documentclass{article}&#10;\usepackage{amsmath}&#10;\pagestyle{empty}&#10;\begin{document}&#10;&#10;&#10;$\forall 1\leq i\leq 8$ $e_{i}\in\{0,1\}$&#10;&#10;\end{document}"/>
  <p:tag name="IGUANATEXSIZE" val="20"/>
  <p:tag name="IGUANATEXCURSOR" val="12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7571</TotalTime>
  <Words>1187</Words>
  <Application>Microsoft Office PowerPoint</Application>
  <PresentationFormat>Widescreen</PresentationFormat>
  <Paragraphs>191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Tw Cen MT</vt:lpstr>
      <vt:lpstr>Tw Cen MT Condensed</vt:lpstr>
      <vt:lpstr>Wingdings 3</vt:lpstr>
      <vt:lpstr>Integral</vt:lpstr>
      <vt:lpstr>SPL – PS11</vt:lpstr>
      <vt:lpstr>Overview</vt:lpstr>
      <vt:lpstr>Why use the reactor design pattern</vt:lpstr>
      <vt:lpstr>What is the reactor design pattern</vt:lpstr>
      <vt:lpstr>Selector</vt:lpstr>
      <vt:lpstr>Selector (cont)</vt:lpstr>
      <vt:lpstr>Selector registration</vt:lpstr>
      <vt:lpstr>Bitmasks</vt:lpstr>
      <vt:lpstr>Bitmasks</vt:lpstr>
      <vt:lpstr>Bitmasks</vt:lpstr>
      <vt:lpstr>Selector’s select()</vt:lpstr>
      <vt:lpstr>The Reactor</vt:lpstr>
      <vt:lpstr>Non blocking Connection Handler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ActorThreadPool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Read-write lock</vt:lpstr>
      <vt:lpstr>Read-write lock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 – PS11</dc:title>
  <dc:creator>Dolav Nitay</dc:creator>
  <cp:lastModifiedBy>אור קדוש</cp:lastModifiedBy>
  <cp:revision>115</cp:revision>
  <dcterms:created xsi:type="dcterms:W3CDTF">2018-12-22T11:07:27Z</dcterms:created>
  <dcterms:modified xsi:type="dcterms:W3CDTF">2025-01-15T11:25:35Z</dcterms:modified>
</cp:coreProperties>
</file>